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CODEFLOWX - PROGRAMA PARTNERS TECNOLÓGICOS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Presentación Comercial para Integradores y Consultoras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Versión:</a:t>
            </a:r>
            <a:r>
              <a:rPr/>
              <a:t> 1.0</a:t>
            </a:r>
            <a:br/>
            <a:r>
              <a:rPr b="1"/>
              <a:t>Fecha:</a:t>
            </a:r>
            <a:r>
              <a:rPr/>
              <a:t> Noviembre 2025</a:t>
            </a:r>
            <a:br/>
            <a:r>
              <a:rPr b="1"/>
              <a:t>Audiencia:</a:t>
            </a:r>
            <a:r>
              <a:rPr/>
              <a:t> Partners tecnológicos, consultoras, integradores</a:t>
            </a:r>
            <a:br/>
            <a:r>
              <a:rPr b="1"/>
              <a:t>Formato:</a:t>
            </a:r>
            <a:r>
              <a:rPr/>
              <a:t> 6 diapositivas ejecutivas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DIAPOSITIVA 1: PORTADA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CODEFLOWX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Programa Partners Tecnológicos</a:t>
            </a:r>
          </a:p>
          <a:p>
            <a:pPr lvl="0" indent="0" marL="0">
              <a:buNone/>
            </a:pPr>
            <a:r>
              <a:rPr b="1"/>
              <a:t>La plataforma más completa de Gobierno IA y EU AI Act Compliance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Oportunidad Partner:</a:t>
            </a:r>
            <a:r>
              <a:rPr/>
              <a:t> - Nueva línea negocio compliance IA - Diferenciación competitiva única - Revenue recurrente largo plazo - Soberanía europea real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Contacto:</a:t>
            </a:r>
            <a:br/>
            <a:r>
              <a:rPr/>
              <a:t>Manuel González - CTO &amp; Co-founder</a:t>
            </a:r>
            <a:br/>
            <a:r>
              <a:rPr/>
              <a:t>partners@codeflowx.ai</a:t>
            </a:r>
            <a:br/>
            <a:r>
              <a:rPr/>
              <a:t>www.codeflowx.ai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DIAPOSITIVA 2: PROBLEMA Y CONTEXTO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EL PROBLEMA DE TUS CLIENTES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Tus clientes usando IA enfrentan:</a:t>
            </a:r>
          </a:p>
          <a:p>
            <a:pPr lvl="0" indent="0" marL="0">
              <a:buNone/>
            </a:pPr>
            <a:r>
              <a:rPr b="1"/>
              <a:t>🚨 Deadlines legales inminentes:</a:t>
            </a:r>
            <a:r>
              <a:rPr/>
              <a:t> - </a:t>
            </a:r>
            <a:r>
              <a:rPr b="1"/>
              <a:t>2 Feb 2025:</a:t>
            </a:r>
            <a:r>
              <a:rPr/>
              <a:t> Prácticas prohibidas → </a:t>
            </a:r>
            <a:r>
              <a:rPr b="1"/>
              <a:t>75 DÍAS</a:t>
            </a:r>
            <a:r>
              <a:rPr/>
              <a:t> - </a:t>
            </a:r>
            <a:r>
              <a:rPr b="1"/>
              <a:t>2 Ago 2025:</a:t>
            </a:r>
            <a:r>
              <a:rPr/>
              <a:t> GPAI (fine-tuning, adapters) → </a:t>
            </a:r>
            <a:r>
              <a:rPr b="1"/>
              <a:t>9 MESES</a:t>
            </a:r>
            <a:r>
              <a:rPr/>
              <a:t> - </a:t>
            </a:r>
            <a:r>
              <a:rPr b="1"/>
              <a:t>2 Ago 2026:</a:t>
            </a:r>
            <a:r>
              <a:rPr/>
              <a:t> Sistemas alto riesgo → </a:t>
            </a:r>
            <a:r>
              <a:rPr b="1"/>
              <a:t>21 MESES</a:t>
            </a:r>
          </a:p>
          <a:p>
            <a:pPr lvl="0" indent="0" marL="0">
              <a:buNone/>
            </a:pPr>
            <a:r>
              <a:rPr b="1"/>
              <a:t>Multas que pueden quebrar empresas:</a:t>
            </a:r>
            <a:r>
              <a:rPr/>
              <a:t> - Hasta </a:t>
            </a:r>
            <a:r>
              <a:rPr b="1"/>
              <a:t>35M€</a:t>
            </a:r>
            <a:r>
              <a:rPr/>
              <a:t> o </a:t>
            </a:r>
            <a:r>
              <a:rPr b="1"/>
              <a:t>7% facturación global</a:t>
            </a:r>
            <a:r>
              <a:rPr/>
              <a:t> - Sin compliance → Prohibido operar en UE</a:t>
            </a:r>
          </a:p>
          <a:p>
            <a:pPr lvl="0" indent="0" marL="0">
              <a:buNone/>
            </a:pPr>
            <a:r>
              <a:rPr b="1"/>
              <a:t>Complejidad inabordable internamente:</a:t>
            </a:r>
            <a:r>
              <a:rPr/>
              <a:t> - 85 artículos + 13 anexos AI Act - 6 ISOs para certificación - Clasificación 31 subcategorías Anexo III - Evaluación 100+ métricas por modelo - Documentación técnica exhaustiva (Anexo IV)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Oportunidad para tu consultora:</a:t>
            </a:r>
          </a:p>
          <a:p>
            <a:pPr lvl="0" indent="0" marL="0">
              <a:buNone/>
            </a:pPr>
            <a:r>
              <a:rPr b="1"/>
              <a:t>Nueva línea de negocio compliance IA</a:t>
            </a:r>
          </a:p>
          <a:p>
            <a:pPr lvl="0" indent="0" marL="0">
              <a:buNone/>
            </a:pPr>
            <a:r>
              <a:rPr/>
              <a:t>Tus clientes actuales te preguntarán: - </a:t>
            </a:r>
            <a:r>
              <a:rPr i="1"/>
              <a:t>“¿Cumplimos con AI Act?”</a:t>
            </a:r>
            <a:r>
              <a:rPr/>
              <a:t> - </a:t>
            </a:r>
            <a:r>
              <a:rPr i="1"/>
              <a:t>“¿Cómo clasificamos nuestros sistemas?”</a:t>
            </a:r>
            <a:r>
              <a:rPr/>
              <a:t> - </a:t>
            </a:r>
            <a:r>
              <a:rPr i="1"/>
              <a:t>“¿Necesitamos FRIA?”</a:t>
            </a:r>
            <a:r>
              <a:rPr/>
              <a:t> - </a:t>
            </a:r>
            <a:r>
              <a:rPr i="1"/>
              <a:t>“¿Qué hacemos con fine-tuning?”</a:t>
            </a:r>
          </a:p>
          <a:p>
            <a:pPr lvl="0" indent="0" marL="0">
              <a:buNone/>
            </a:pPr>
            <a:r>
              <a:rPr b="1"/>
              <a:t>Sin CodeflowX:</a:t>
            </a:r>
            <a:r>
              <a:rPr/>
              <a:t> Proyectos 6-12 meses manuales</a:t>
            </a:r>
            <a:br/>
            <a:r>
              <a:rPr b="1"/>
              <a:t>Con CodeflowX:</a:t>
            </a:r>
            <a:r>
              <a:rPr/>
              <a:t> Proyectos 2-4 semanas automatizados</a:t>
            </a:r>
          </a:p>
          <a:p>
            <a:pPr lvl="0" indent="0" marL="0">
              <a:buNone/>
            </a:pPr>
            <a:r>
              <a:rPr b="1"/>
              <a:t>Tu valor:</a:t>
            </a:r>
            <a:r>
              <a:rPr/>
              <a:t> Expertise + Plataforma líder = Servicio premium diferenciado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DIAPOSITIVA 3: QUÉ ES CODEFLOWX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CODEFLOWX GOVERN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Framework Completo de Gobierno IA</a:t>
            </a:r>
          </a:p>
          <a:p>
            <a:pPr lvl="0" indent="0" marL="0">
              <a:buNone/>
            </a:pPr>
            <a:r>
              <a:rPr b="1"/>
              <a:t>No somos otro “tool de monitorización”</a:t>
            </a:r>
            <a:br/>
            <a:r>
              <a:rPr b="1"/>
              <a:t>Somos framework de compliance end-to-end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 PILARES PRINCIPALES: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GOBIERNO INTEGRAL</a:t>
            </a:r>
          </a:p>
          <a:p>
            <a:pPr lvl="0"/>
            <a:r>
              <a:rPr b="1"/>
              <a:t>Modelos:</a:t>
            </a:r>
            <a:r>
              <a:rPr/>
              <a:t> Clasificación, evaluación, lineage, versioning</a:t>
            </a:r>
          </a:p>
          <a:p>
            <a:pPr lvl="0"/>
            <a:r>
              <a:rPr b="1"/>
              <a:t>Prompts:</a:t>
            </a:r>
            <a:r>
              <a:rPr/>
              <a:t> Governance, safety, injection detection</a:t>
            </a:r>
          </a:p>
          <a:p>
            <a:pPr lvl="0"/>
            <a:r>
              <a:rPr b="1"/>
              <a:t>Agentes:</a:t>
            </a:r>
            <a:r>
              <a:rPr/>
              <a:t> Monitoring, HITL workflows</a:t>
            </a:r>
          </a:p>
          <a:p>
            <a:pPr lvl="0"/>
            <a:r>
              <a:rPr b="1"/>
              <a:t>RAG:</a:t>
            </a:r>
            <a:r>
              <a:rPr/>
              <a:t> Evaluación retrieval y generation</a:t>
            </a:r>
          </a:p>
          <a:p>
            <a:pPr lvl="0"/>
            <a:r>
              <a:rPr b="1"/>
              <a:t>Datos:</a:t>
            </a:r>
            <a:r>
              <a:rPr/>
              <a:t> Quality, bias, privacy compliance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EVALUACIÓN AUTOMATIZADA</a:t>
            </a:r>
          </a:p>
          <a:p>
            <a:pPr lvl="0"/>
            <a:r>
              <a:rPr b="1"/>
              <a:t>100+ métricas especializadas</a:t>
            </a:r>
            <a:r>
              <a:rPr/>
              <a:t> (LLM, RAG, Vision, Audio, Cybersecurity)</a:t>
            </a:r>
          </a:p>
          <a:p>
            <a:pPr lvl="0"/>
            <a:r>
              <a:rPr b="1"/>
              <a:t>Clasificación automática</a:t>
            </a:r>
            <a:r>
              <a:rPr/>
              <a:t> Anexo III (92% accuracy)</a:t>
            </a:r>
          </a:p>
          <a:p>
            <a:pPr lvl="0"/>
            <a:r>
              <a:rPr b="1"/>
              <a:t>FRIA wizard</a:t>
            </a:r>
            <a:r>
              <a:rPr/>
              <a:t> Art. 27 (6 pasos mandatorios)</a:t>
            </a:r>
          </a:p>
          <a:p>
            <a:pPr lvl="0"/>
            <a:r>
              <a:rPr b="1"/>
              <a:t>Adversarial testing</a:t>
            </a:r>
            <a:r>
              <a:rPr/>
              <a:t> y robustness</a:t>
            </a:r>
          </a:p>
          <a:p>
            <a:pPr lvl="0"/>
            <a:r>
              <a:rPr b="1"/>
              <a:t>Bias detection</a:t>
            </a:r>
            <a:r>
              <a:rPr/>
              <a:t> multi-dimensional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COMPLIANCE CERTIFICABLE</a:t>
            </a:r>
          </a:p>
          <a:p>
            <a:pPr lvl="0"/>
            <a:r>
              <a:rPr b="1"/>
              <a:t>6 ISOs al 100%:</a:t>
            </a:r>
            <a:r>
              <a:rPr/>
              <a:t> 42001, 38507, 23894, 27001, 27701, 9001</a:t>
            </a:r>
          </a:p>
          <a:p>
            <a:pPr lvl="0"/>
            <a:r>
              <a:rPr b="1"/>
              <a:t>EU AI Act 92%:</a:t>
            </a:r>
            <a:r>
              <a:rPr/>
              <a:t> 78 de 85 artículos</a:t>
            </a:r>
          </a:p>
          <a:p>
            <a:pPr lvl="0"/>
            <a:r>
              <a:rPr b="1"/>
              <a:t>GDPR completo</a:t>
            </a:r>
            <a:r>
              <a:rPr/>
              <a:t> para tratamiento datos IA</a:t>
            </a:r>
          </a:p>
          <a:p>
            <a:pPr lvl="0"/>
            <a:r>
              <a:rPr b="1"/>
              <a:t>22 workflows BPMN</a:t>
            </a:r>
            <a:r>
              <a:rPr/>
              <a:t> automatización compliance</a:t>
            </a:r>
          </a:p>
          <a:p>
            <a:pPr lvl="0"/>
            <a:r>
              <a:rPr b="1"/>
              <a:t>Audit trail inmutable</a:t>
            </a:r>
            <a:r>
              <a:rPr/>
              <a:t> (Art. 19)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RESULTADO:</a:t>
            </a:r>
          </a:p>
          <a:p>
            <a:pPr lvl="0" indent="0" marL="0">
              <a:buNone/>
            </a:pPr>
            <a:r>
              <a:rPr b="1"/>
              <a:t>De 6-12 meses manuales</a:t>
            </a:r>
            <a:r>
              <a:rPr/>
              <a:t> → </a:t>
            </a:r>
            <a:r>
              <a:rPr b="1"/>
              <a:t>2-4 semanas automatizadas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DIAPOSITIVA 4: DIFERENCIADORES CLAVE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¿POR QUÉ CODEFLOWX ES ÚNICO?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 DIFERENCIADORES CRÍTICOS: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Diferenciador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CodeflowX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Competidores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Gobierno completo ciclo vida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Design → Retirement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Solo monitorización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GPAI compliance (Art. 51-55)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Fine-tuning, Adapters, Merge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 soportado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Multi-framework integrado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6 ISOs + AI Act + GDPR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Solo 1 framework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Clasificación automática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LLM + 31 subcategorías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Solo manual básico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Framework as Software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Plataforma completa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Tool adaptado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Logs inmutables criptográficos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Art. 19 compliant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Logs editables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Workflows BPMN automáticos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22 procesos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Manuales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Soberanía europea real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On-premise completo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SaaS cloud USA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MENSAJE CLAVE:</a:t>
            </a:r>
          </a:p>
          <a:p>
            <a:pPr lvl="0" indent="0" marL="0">
              <a:buNone/>
            </a:pPr>
            <a:r>
              <a:rPr b="1"/>
              <a:t>“No competimos con herramientas observabilidad LLM.</a:t>
            </a:r>
            <a:br/>
            <a:r>
              <a:rPr b="1"/>
              <a:t>Somos la plataforma de compliance legal certificable.”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POR QUÉ PARTNERSHIP CODEFLOWX: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Producto maduro:</a:t>
            </a:r>
            <a:r>
              <a:rPr/>
              <a:t> Production-ready, probado en clientes reales</a:t>
            </a:r>
            <a:br/>
            <a:r>
              <a:rPr/>
              <a:t>✅ </a:t>
            </a:r>
            <a:r>
              <a:rPr b="1"/>
              <a:t>Diferenciación única:</a:t>
            </a:r>
            <a:r>
              <a:rPr/>
              <a:t> Nadie más tiene 6 ISOs + 92% AI Act + GPAI</a:t>
            </a:r>
            <a:br/>
            <a:r>
              <a:rPr/>
              <a:t>✅ </a:t>
            </a:r>
            <a:r>
              <a:rPr b="1"/>
              <a:t>Urgencia mercado:</a:t>
            </a:r>
            <a:r>
              <a:rPr/>
              <a:t> Tus clientes necesitan solución YA (deadlines 2025)</a:t>
            </a:r>
            <a:br/>
            <a:r>
              <a:rPr/>
              <a:t>✅ </a:t>
            </a:r>
            <a:r>
              <a:rPr b="1"/>
              <a:t>Cierre proyectos:</a:t>
            </a:r>
            <a:r>
              <a:rPr/>
              <a:t> Automatización 70% → Más proyectos en menos tiempo</a:t>
            </a:r>
            <a:br/>
            <a:r>
              <a:rPr/>
              <a:t>✅ </a:t>
            </a:r>
            <a:r>
              <a:rPr b="1"/>
              <a:t>Revenue adicional:</a:t>
            </a:r>
            <a:r>
              <a:rPr/>
              <a:t> Nueva línea negocio sin desarrollar producto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DIAPOSITIVA 5: MODELO COLABORACIÓN PARTNER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PROGRAMA PARTNERS CODEFLOWX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Buscamos socios estratégicos largo plazo, no revendedores transaccionales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MODALIDADES DE COLABORACIÓN: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🤝 A. PARTNER CERTIFICADO</a:t>
            </a:r>
          </a:p>
          <a:p>
            <a:pPr lvl="0" indent="0" marL="0">
              <a:buNone/>
            </a:pPr>
            <a:r>
              <a:rPr b="1"/>
              <a:t>Perfil:</a:t>
            </a:r>
            <a:r>
              <a:rPr/>
              <a:t> Consultoras tech, integradores, SIs - Formación y certificación consultores - Licencias demo - Soporte técnico prioritario - Co-branding materiales - Condiciones personalizadas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🏢 B. WHITE LABEL (OEM)</a:t>
            </a:r>
          </a:p>
          <a:p>
            <a:pPr lvl="0" indent="0" marL="0">
              <a:buNone/>
            </a:pPr>
            <a:r>
              <a:rPr b="1"/>
              <a:t>Perfil:</a:t>
            </a:r>
            <a:r>
              <a:rPr/>
              <a:t> Consultoras grandes, ISVs, plataformas - Plataforma branded partner - Hosting dedicado (on-premise o cloud) - Customización UI - API completa - Modelo revenue personalizado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💼 C. SERVICIOS PROFESIONALES CONJUNTOS</a:t>
            </a:r>
          </a:p>
          <a:p>
            <a:pPr lvl="0" indent="0" marL="0">
              <a:buNone/>
            </a:pPr>
            <a:r>
              <a:rPr b="1"/>
              <a:t>Perfil:</a:t>
            </a:r>
            <a:r>
              <a:rPr/>
              <a:t> Consultoras estratégicas, System Integrators enterprise - Proyectos co-delivery - CodeflowX: Plataforma + Soporte técnico - Partner: Implementación + Change management - Revenue sharing según aportación valor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PERFIL PARTNER IDEAL: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Experiencia:</a:t>
            </a:r>
            <a:r>
              <a:rPr/>
              <a:t> Compliance IA, GDPR, ISOs, sectores regulados</a:t>
            </a:r>
            <a:br/>
            <a:r>
              <a:rPr/>
              <a:t>✅ </a:t>
            </a:r>
            <a:r>
              <a:rPr b="1"/>
              <a:t>Cartera:</a:t>
            </a:r>
            <a:r>
              <a:rPr/>
              <a:t> Clientes enterprise o mid-market</a:t>
            </a:r>
            <a:br/>
            <a:r>
              <a:rPr/>
              <a:t>✅ </a:t>
            </a:r>
            <a:r>
              <a:rPr b="1"/>
              <a:t>Capacidad:</a:t>
            </a:r>
            <a:r>
              <a:rPr/>
              <a:t> Implementación y change management</a:t>
            </a:r>
            <a:br/>
            <a:r>
              <a:rPr/>
              <a:t>✅ </a:t>
            </a:r>
            <a:r>
              <a:rPr b="1"/>
              <a:t>Visión:</a:t>
            </a:r>
            <a:r>
              <a:rPr/>
              <a:t> Largo plazo, relación estratégica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CONDICIONES:</a:t>
            </a:r>
          </a:p>
          <a:p>
            <a:pPr lvl="0" indent="0" marL="0">
              <a:buNone/>
            </a:pPr>
            <a:r>
              <a:rPr b="1"/>
              <a:t>Personalizadas caso por caso según:</a:t>
            </a:r>
            <a:r>
              <a:rPr/>
              <a:t> - Tamaño consultora y equipo técnico - Geografía y sectores objetivo - Cartera clientes existente - Capacidades implementación - Valor aportado ecosistema</a:t>
            </a:r>
          </a:p>
          <a:p>
            <a:pPr lvl="0" indent="0" marL="0">
              <a:buNone/>
            </a:pPr>
            <a:r>
              <a:rPr b="1"/>
              <a:t>No estandarizamos porque buscamos partners de verdad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DIAPOSITIVA 6: BENEFICIOS Y PRÓXIMOS PASOS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BENEFICIOS PARTNERSHIP CODEFLOWX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PARA TU CONSULTORA:</a:t>
            </a:r>
          </a:p>
          <a:p>
            <a:pPr lvl="0" indent="0" marL="0">
              <a:buNone/>
            </a:pPr>
            <a:r>
              <a:rPr b="1"/>
              <a:t>🚀 Nueva Línea Negocio Inmediata:</a:t>
            </a:r>
            <a:r>
              <a:rPr/>
              <a:t> - Ofrece servicio compliance IA a cartera actual - Sin desarrollar producto propio (años + millones €) - Diferenciación brutal vs competencia</a:t>
            </a:r>
          </a:p>
          <a:p>
            <a:pPr lvl="0" indent="0" marL="0">
              <a:buNone/>
            </a:pPr>
            <a:r>
              <a:rPr b="1"/>
              <a:t>💰 Revenue Adicional:</a:t>
            </a:r>
            <a:r>
              <a:rPr/>
              <a:t> - Proyectos implementación CodeflowX - Servicios profesionales complementarios - Formación y certificación clientes - Mantenimiento y soporte ongoing</a:t>
            </a:r>
          </a:p>
          <a:p>
            <a:pPr lvl="0" indent="0" marL="0">
              <a:buNone/>
            </a:pPr>
            <a:r>
              <a:rPr b="1"/>
              <a:t>🏆 Posicionamiento Experto:</a:t>
            </a:r>
            <a:r>
              <a:rPr/>
              <a:t> - Thought leadership EU AI Act - Partner tecnológico único (6 ISOs + 92% AI Act) - Referencias clientes enterprise</a:t>
            </a:r>
          </a:p>
          <a:p>
            <a:pPr lvl="0" indent="0" marL="0">
              <a:buNone/>
            </a:pPr>
            <a:r>
              <a:rPr b="1"/>
              <a:t>⚡ Velocidad Cierre Proyectos:</a:t>
            </a:r>
            <a:r>
              <a:rPr/>
              <a:t> - Automatización 70% tareas compliance - Más clientes en menos tiempo - Margen superior (menos horas consultoría)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PARA TUS CLIENTES: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Compliance garantizado</a:t>
            </a:r>
            <a:r>
              <a:rPr/>
              <a:t> deadlines AI Act</a:t>
            </a:r>
            <a:br/>
            <a:r>
              <a:rPr/>
              <a:t>✅ </a:t>
            </a:r>
            <a:r>
              <a:rPr b="1"/>
              <a:t>Reducción riesgo</a:t>
            </a:r>
            <a:r>
              <a:rPr/>
              <a:t> multas hasta 35M€</a:t>
            </a:r>
            <a:br/>
            <a:r>
              <a:rPr/>
              <a:t>✅ </a:t>
            </a:r>
            <a:r>
              <a:rPr b="1"/>
              <a:t>Automatización</a:t>
            </a:r>
            <a:r>
              <a:rPr/>
              <a:t> 70% tareas compliance</a:t>
            </a:r>
            <a:br/>
            <a:r>
              <a:rPr/>
              <a:t>✅ </a:t>
            </a:r>
            <a:r>
              <a:rPr b="1"/>
              <a:t>Certificable</a:t>
            </a:r>
            <a:r>
              <a:rPr/>
              <a:t> ISOs internacionales</a:t>
            </a:r>
            <a:br/>
            <a:r>
              <a:rPr/>
              <a:t>✅ </a:t>
            </a:r>
            <a:r>
              <a:rPr b="1"/>
              <a:t>Time-to-market</a:t>
            </a:r>
            <a:r>
              <a:rPr/>
              <a:t> 3 meses → 3 semanas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PRÓXIMOS PASOS:</a:t>
            </a:r>
          </a:p>
          <a:p>
            <a:pPr lvl="0" indent="0" marL="0">
              <a:buNone/>
            </a:pPr>
            <a:r>
              <a:rPr b="1"/>
              <a:t>1. DESCUBRIMIENTO (Esta reunión)</a:t>
            </a:r>
            <a:r>
              <a:rPr/>
              <a:t> - Entender perfil consultora - Validar fit estratégico - Explorar oportunidades</a:t>
            </a:r>
          </a:p>
          <a:p>
            <a:pPr lvl="0" indent="0" marL="0">
              <a:buNone/>
            </a:pPr>
            <a:r>
              <a:rPr b="1"/>
              <a:t>2. DEMO TÉCNICA (1-2 horas)</a:t>
            </a:r>
            <a:r>
              <a:rPr/>
              <a:t> - Clasificación automática en vivo - FRIA wizard - Dashboard compliance - APIs y integraciones</a:t>
            </a:r>
          </a:p>
          <a:p>
            <a:pPr lvl="0" indent="0" marL="0">
              <a:buNone/>
            </a:pPr>
            <a:r>
              <a:rPr b="1"/>
              <a:t>3. PILOT PROJECT (4-8 semanas)</a:t>
            </a:r>
            <a:r>
              <a:rPr/>
              <a:t> - Proyecto cliente real - Licencias gratuitas pilot - Soporte dedicado - Co-creación caso éxito</a:t>
            </a:r>
          </a:p>
          <a:p>
            <a:pPr lvl="0" indent="0" marL="0">
              <a:buNone/>
            </a:pPr>
            <a:r>
              <a:rPr b="1"/>
              <a:t>4. PARTNERSHIP AGREEMENT</a:t>
            </a:r>
            <a:r>
              <a:rPr/>
              <a:t> - Condiciones personalizadas - Formación equipo - Kick-off comercial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CONTACTO:</a:t>
            </a:r>
          </a:p>
          <a:p>
            <a:pPr lvl="0" indent="0" marL="0">
              <a:buNone/>
            </a:pPr>
            <a:r>
              <a:rPr b="1"/>
              <a:t>CodeflowX AI</a:t>
            </a:r>
            <a:br/>
            <a:r>
              <a:rPr b="1"/>
              <a:t>Web:</a:t>
            </a:r>
            <a:r>
              <a:rPr/>
              <a:t> www.codeflowx.ai</a:t>
            </a:r>
            <a:br/>
            <a:r>
              <a:rPr b="1"/>
              <a:t>Email:</a:t>
            </a:r>
            <a:r>
              <a:rPr/>
              <a:t> partners@codeflowx.ai</a:t>
            </a:r>
          </a:p>
          <a:p>
            <a:pPr lvl="0" indent="0" marL="0">
              <a:buNone/>
            </a:pPr>
            <a:r>
              <a:rPr b="1"/>
              <a:t>Equipo Partnerships:</a:t>
            </a:r>
            <a:br/>
            <a:r>
              <a:rPr/>
              <a:t>Manuel González - CTO &amp; Co-founder</a:t>
            </a:r>
            <a:br/>
            <a:r>
              <a:rPr/>
              <a:t>manuel.gonzalez@codeflowx.ai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¿Empezamos a construir juntos el futuro del compliance de IA en Europa?</a:t>
            </a:r>
            <a:r>
              <a:rPr/>
              <a:t> 🇪🇺🚀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FIN DE LA PRESENTACIÓN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2025-11-04T16:53:48Z</dcterms:created>
  <dcterms:modified xsi:type="dcterms:W3CDTF">2025-11-04T16:53:48Z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