
<file path=[Content_Types].xml><?xml version="1.0" encoding="utf-8"?>
<Types xmlns="http://schemas.openxmlformats.org/package/2006/content-types">
  <Default Extension="emf" ContentType="image/x-emf"/>
  <Default Extension="jpeg" ContentType="image/jpeg"/>
  <Default Extension="png" ContentType="image/png"/>
  <Default Extension="pptx" ContentType="application/vnd.openxmlformats-officedocument.presentationml.presentation"/>
  <Default Extension="rels" ContentType="application/vnd.openxmlformats-package.relationships+xml"/>
  <Default Extension="svg" ContentType="image/svg+xml"/>
  <Default Extension="tiff" ContentType="image/tiff"/>
  <Default Extension="vml" ContentType="application/vnd.openxmlformats-officedocument.vmlDrawi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4" r:id="rId4"/>
    <p:sldMasterId id="2147483693" r:id="rId5"/>
  </p:sldMasterIdLst>
  <p:notesMasterIdLst>
    <p:notesMasterId r:id="rId71"/>
  </p:notesMasterIdLst>
  <p:handoutMasterIdLst>
    <p:handoutMasterId r:id="rId72"/>
  </p:handoutMasterIdLst>
  <p:sldIdLst>
    <p:sldId id="1137" r:id="rId6"/>
    <p:sldId id="1097" r:id="rId7"/>
    <p:sldId id="1096" r:id="rId8"/>
    <p:sldId id="1138" r:id="rId9"/>
    <p:sldId id="1139" r:id="rId10"/>
    <p:sldId id="1140" r:id="rId11"/>
    <p:sldId id="1099" r:id="rId12"/>
    <p:sldId id="1141" r:id="rId13"/>
    <p:sldId id="1221" r:id="rId14"/>
    <p:sldId id="8135" r:id="rId15"/>
    <p:sldId id="2710" r:id="rId16"/>
    <p:sldId id="2725" r:id="rId17"/>
    <p:sldId id="2712" r:id="rId18"/>
    <p:sldId id="8139" r:id="rId19"/>
    <p:sldId id="8134" r:id="rId20"/>
    <p:sldId id="1144" r:id="rId21"/>
    <p:sldId id="2726" r:id="rId22"/>
    <p:sldId id="2727" r:id="rId23"/>
    <p:sldId id="2728" r:id="rId24"/>
    <p:sldId id="2729" r:id="rId25"/>
    <p:sldId id="8136" r:id="rId26"/>
    <p:sldId id="8142" r:id="rId27"/>
    <p:sldId id="2751" r:id="rId28"/>
    <p:sldId id="2752" r:id="rId29"/>
    <p:sldId id="2741" r:id="rId30"/>
    <p:sldId id="2742" r:id="rId31"/>
    <p:sldId id="2743" r:id="rId32"/>
    <p:sldId id="2744" r:id="rId33"/>
    <p:sldId id="2745" r:id="rId34"/>
    <p:sldId id="1183" r:id="rId35"/>
    <p:sldId id="2746" r:id="rId36"/>
    <p:sldId id="2747" r:id="rId37"/>
    <p:sldId id="1152" r:id="rId38"/>
    <p:sldId id="1153" r:id="rId39"/>
    <p:sldId id="1217" r:id="rId40"/>
    <p:sldId id="1218" r:id="rId41"/>
    <p:sldId id="1154" r:id="rId42"/>
    <p:sldId id="1202" r:id="rId43"/>
    <p:sldId id="1216" r:id="rId44"/>
    <p:sldId id="279" r:id="rId45"/>
    <p:sldId id="2699" r:id="rId46"/>
    <p:sldId id="2700" r:id="rId47"/>
    <p:sldId id="1204" r:id="rId48"/>
    <p:sldId id="2730" r:id="rId49"/>
    <p:sldId id="2731" r:id="rId50"/>
    <p:sldId id="2732" r:id="rId51"/>
    <p:sldId id="2733" r:id="rId52"/>
    <p:sldId id="2734" r:id="rId53"/>
    <p:sldId id="8138" r:id="rId54"/>
    <p:sldId id="8143" r:id="rId55"/>
    <p:sldId id="1214" r:id="rId56"/>
    <p:sldId id="1244" r:id="rId57"/>
    <p:sldId id="1384" r:id="rId58"/>
    <p:sldId id="2748" r:id="rId59"/>
    <p:sldId id="1328" r:id="rId60"/>
    <p:sldId id="2740" r:id="rId61"/>
    <p:sldId id="8140" r:id="rId62"/>
    <p:sldId id="1233" r:id="rId63"/>
    <p:sldId id="8141" r:id="rId64"/>
    <p:sldId id="1219" r:id="rId65"/>
    <p:sldId id="1128" r:id="rId66"/>
    <p:sldId id="8137" r:id="rId67"/>
    <p:sldId id="1220" r:id="rId68"/>
    <p:sldId id="1129" r:id="rId69"/>
    <p:sldId id="1130" r:id="rId70"/>
  </p:sldIdLst>
  <p:sldSz cx="12192000" cy="6858000"/>
  <p:notesSz cx="6797675" cy="9926638"/>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DC7F0FC9-7EE3-4610-B719-50D06B475416}">
          <p14:sldIdLst>
            <p14:sldId id="1137"/>
            <p14:sldId id="1097"/>
            <p14:sldId id="1096"/>
            <p14:sldId id="1138"/>
            <p14:sldId id="1139"/>
            <p14:sldId id="1140"/>
            <p14:sldId id="1099"/>
            <p14:sldId id="1141"/>
            <p14:sldId id="1221"/>
            <p14:sldId id="8135"/>
            <p14:sldId id="2710"/>
            <p14:sldId id="2725"/>
            <p14:sldId id="2712"/>
            <p14:sldId id="8139"/>
          </p14:sldIdLst>
        </p14:section>
        <p14:section name="ANEXOS" id="{72CAA00C-3BE3-4B3B-8E30-05FBB239BE39}">
          <p14:sldIdLst>
            <p14:sldId id="8134"/>
            <p14:sldId id="1144"/>
            <p14:sldId id="2726"/>
            <p14:sldId id="2727"/>
            <p14:sldId id="2728"/>
            <p14:sldId id="2729"/>
            <p14:sldId id="8136"/>
            <p14:sldId id="8142"/>
            <p14:sldId id="2751"/>
            <p14:sldId id="2752"/>
            <p14:sldId id="2741"/>
            <p14:sldId id="2742"/>
            <p14:sldId id="2743"/>
            <p14:sldId id="2744"/>
            <p14:sldId id="2745"/>
            <p14:sldId id="1183"/>
            <p14:sldId id="2746"/>
            <p14:sldId id="2747"/>
            <p14:sldId id="1152"/>
            <p14:sldId id="1153"/>
            <p14:sldId id="1217"/>
            <p14:sldId id="1218"/>
            <p14:sldId id="1154"/>
            <p14:sldId id="1202"/>
            <p14:sldId id="1216"/>
            <p14:sldId id="279"/>
            <p14:sldId id="2699"/>
            <p14:sldId id="2700"/>
            <p14:sldId id="1204"/>
            <p14:sldId id="2730"/>
            <p14:sldId id="2731"/>
            <p14:sldId id="2732"/>
            <p14:sldId id="2733"/>
            <p14:sldId id="2734"/>
            <p14:sldId id="8138"/>
            <p14:sldId id="8143"/>
            <p14:sldId id="1214"/>
            <p14:sldId id="1244"/>
            <p14:sldId id="1384"/>
            <p14:sldId id="2748"/>
            <p14:sldId id="1328"/>
            <p14:sldId id="2740"/>
            <p14:sldId id="8140"/>
            <p14:sldId id="1233"/>
            <p14:sldId id="8141"/>
            <p14:sldId id="1219"/>
            <p14:sldId id="1128"/>
            <p14:sldId id="8137"/>
            <p14:sldId id="1220"/>
            <p14:sldId id="1129"/>
            <p14:sldId id="1130"/>
          </p14:sldIdLst>
        </p14:section>
      </p14:sectionLst>
    </p:ext>
    <p:ext uri="{EFAFB233-063F-42B5-8137-9DF3F51BA10A}">
      <p15:sldGuideLst xmlns:p15="http://schemas.microsoft.com/office/powerpoint/2012/main">
        <p15:guide id="1" orient="horz" pos="1548" userDrawn="1">
          <p15:clr>
            <a:srgbClr val="A4A3A4"/>
          </p15:clr>
        </p15:guide>
        <p15:guide id="3" orient="horz" pos="1398" userDrawn="1">
          <p15:clr>
            <a:srgbClr val="A4A3A4"/>
          </p15:clr>
        </p15:guide>
        <p15:guide id="4" orient="horz" pos="1117" userDrawn="1">
          <p15:clr>
            <a:srgbClr val="A4A3A4"/>
          </p15:clr>
        </p15:guide>
        <p15:guide id="5" pos="3840" userDrawn="1">
          <p15:clr>
            <a:srgbClr val="A4A3A4"/>
          </p15:clr>
        </p15:guide>
        <p15:guide id="6" orient="horz" pos="1409" userDrawn="1">
          <p15:clr>
            <a:srgbClr val="A4A3A4"/>
          </p15:clr>
        </p15:guide>
        <p15:guide id="7" orient="horz" pos="54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AMPO GUERRAS INMACULADA" initials="CGI" lastIdx="1" clrIdx="0">
    <p:extLst>
      <p:ext uri="{19B8F6BF-5375-455C-9EA6-DF929625EA0E}">
        <p15:presenceInfo xmlns:p15="http://schemas.microsoft.com/office/powerpoint/2012/main" userId="S::n64244@gruposantander.es::904141f8-09e8-46d8-ab83-c2c3a7603b4a" providerId="AD"/>
      </p:ext>
    </p:extLst>
  </p:cmAuthor>
  <p:cmAuthor id="2" name="PLAZA LORENTE JUAN ANGEL" initials="PLJA" lastIdx="5" clrIdx="1">
    <p:extLst>
      <p:ext uri="{19B8F6BF-5375-455C-9EA6-DF929625EA0E}">
        <p15:presenceInfo xmlns:p15="http://schemas.microsoft.com/office/powerpoint/2012/main" userId="S::x262145@gruposantander.es::5f16d80d-a059-4ad5-946e-598919db82c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33CCCC"/>
    <a:srgbClr val="EB0000"/>
    <a:srgbClr val="FF0000"/>
    <a:srgbClr val="B5B5B5"/>
    <a:srgbClr val="ABC111"/>
    <a:srgbClr val="9E3667"/>
    <a:srgbClr val="E59D27"/>
    <a:srgbClr val="1BB3BC"/>
    <a:srgbClr val="70AD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9C1652-1168-48CA-B59E-866B0BA1AE91}" v="83" dt="2022-06-24T09:41:33.662"/>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84E427A-3D55-4303-BF80-6455036E1DE7}" styleName="Estilo temático 1 - Énfasis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44" autoAdjust="0"/>
    <p:restoredTop sz="92338" autoAdjust="0"/>
  </p:normalViewPr>
  <p:slideViewPr>
    <p:cSldViewPr snapToGrid="0" showGuides="1">
      <p:cViewPr varScale="1">
        <p:scale>
          <a:sx n="62" d="100"/>
          <a:sy n="62" d="100"/>
        </p:scale>
        <p:origin x="1086" y="72"/>
      </p:cViewPr>
      <p:guideLst>
        <p:guide orient="horz" pos="1548"/>
        <p:guide orient="horz" pos="1398"/>
        <p:guide orient="horz" pos="1117"/>
        <p:guide pos="3840"/>
        <p:guide orient="horz" pos="1409"/>
        <p:guide orient="horz" pos="541"/>
      </p:guideLst>
    </p:cSldViewPr>
  </p:slideViewPr>
  <p:outlineViewPr>
    <p:cViewPr>
      <p:scale>
        <a:sx n="33" d="100"/>
        <a:sy n="33" d="100"/>
      </p:scale>
      <p:origin x="0" y="-8682"/>
    </p:cViewPr>
  </p:outlineViewPr>
  <p:notesTextViewPr>
    <p:cViewPr>
      <p:scale>
        <a:sx n="150" d="100"/>
        <a:sy n="150" d="100"/>
      </p:scale>
      <p:origin x="0" y="0"/>
    </p:cViewPr>
  </p:notesTextViewPr>
  <p:sorterViewPr>
    <p:cViewPr>
      <p:scale>
        <a:sx n="100" d="100"/>
        <a:sy n="100" d="100"/>
      </p:scale>
      <p:origin x="0" y="-19440"/>
    </p:cViewPr>
  </p:sorterViewPr>
  <p:notesViewPr>
    <p:cSldViewPr snapToGrid="0" showGuides="1">
      <p:cViewPr varScale="1">
        <p:scale>
          <a:sx n="66" d="100"/>
          <a:sy n="66" d="100"/>
        </p:scale>
        <p:origin x="3264" y="6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16" Type="http://schemas.openxmlformats.org/officeDocument/2006/relationships/slide" Target="slides/slide1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presProps" Target="presProps.xml"/><Relationship Id="rId79" Type="http://schemas.microsoft.com/office/2015/10/relationships/revisionInfo" Target="revisionInfo.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commentAuthors" Target="commentAuthors.xml"/><Relationship Id="rId78"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theme" Target="theme/theme1.xml"/><Relationship Id="rId7" Type="http://schemas.openxmlformats.org/officeDocument/2006/relationships/slide" Target="slides/slide2.xml"/><Relationship Id="rId71" Type="http://schemas.openxmlformats.org/officeDocument/2006/relationships/notesMaster" Target="notesMasters/notesMaster1.xml"/><Relationship Id="rId2" Type="http://schemas.openxmlformats.org/officeDocument/2006/relationships/customXml" Target="../customXml/item2.xml"/><Relationship Id="rId29" Type="http://schemas.openxmlformats.org/officeDocument/2006/relationships/slide" Target="slides/slide2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ANCISCO JAVIER" userId="d6f02ee0-9295-4cb9-a5c5-fea8e4183f0c" providerId="ADAL" clId="{8B9C1652-1168-48CA-B59E-866B0BA1AE91}"/>
    <pc:docChg chg="undo custSel modSld">
      <pc:chgData name="FRANCISCO JAVIER" userId="d6f02ee0-9295-4cb9-a5c5-fea8e4183f0c" providerId="ADAL" clId="{8B9C1652-1168-48CA-B59E-866B0BA1AE91}" dt="2022-06-24T09:41:27.033" v="1162" actId="20577"/>
      <pc:docMkLst>
        <pc:docMk/>
      </pc:docMkLst>
      <pc:sldChg chg="modSp mod">
        <pc:chgData name="FRANCISCO JAVIER" userId="d6f02ee0-9295-4cb9-a5c5-fea8e4183f0c" providerId="ADAL" clId="{8B9C1652-1168-48CA-B59E-866B0BA1AE91}" dt="2022-06-24T09:25:17.045" v="234" actId="20577"/>
        <pc:sldMkLst>
          <pc:docMk/>
          <pc:sldMk cId="2486106449" sldId="1096"/>
        </pc:sldMkLst>
        <pc:graphicFrameChg chg="mod modGraphic">
          <ac:chgData name="FRANCISCO JAVIER" userId="d6f02ee0-9295-4cb9-a5c5-fea8e4183f0c" providerId="ADAL" clId="{8B9C1652-1168-48CA-B59E-866B0BA1AE91}" dt="2022-06-24T09:25:17.045" v="234" actId="20577"/>
          <ac:graphicFrameMkLst>
            <pc:docMk/>
            <pc:sldMk cId="2486106449" sldId="1096"/>
            <ac:graphicFrameMk id="8" creationId="{B5EDAD54-E7F6-4603-95FB-40A4C25DE9B9}"/>
          </ac:graphicFrameMkLst>
        </pc:graphicFrameChg>
      </pc:sldChg>
      <pc:sldChg chg="modSp mod">
        <pc:chgData name="FRANCISCO JAVIER" userId="d6f02ee0-9295-4cb9-a5c5-fea8e4183f0c" providerId="ADAL" clId="{8B9C1652-1168-48CA-B59E-866B0BA1AE91}" dt="2022-06-24T09:15:23.712" v="16" actId="20577"/>
        <pc:sldMkLst>
          <pc:docMk/>
          <pc:sldMk cId="2052189968" sldId="1137"/>
        </pc:sldMkLst>
        <pc:spChg chg="mod">
          <ac:chgData name="FRANCISCO JAVIER" userId="d6f02ee0-9295-4cb9-a5c5-fea8e4183f0c" providerId="ADAL" clId="{8B9C1652-1168-48CA-B59E-866B0BA1AE91}" dt="2022-06-24T09:15:23.712" v="16" actId="20577"/>
          <ac:spMkLst>
            <pc:docMk/>
            <pc:sldMk cId="2052189968" sldId="1137"/>
            <ac:spMk id="4" creationId="{D7D02CB2-5D46-4A6C-B679-821C32FBC299}"/>
          </ac:spMkLst>
        </pc:spChg>
      </pc:sldChg>
      <pc:sldChg chg="addSp delSp modSp">
        <pc:chgData name="FRANCISCO JAVIER" userId="d6f02ee0-9295-4cb9-a5c5-fea8e4183f0c" providerId="ADAL" clId="{8B9C1652-1168-48CA-B59E-866B0BA1AE91}" dt="2022-06-24T09:19:38.356" v="161" actId="1076"/>
        <pc:sldMkLst>
          <pc:docMk/>
          <pc:sldMk cId="4186144750" sldId="1152"/>
        </pc:sldMkLst>
        <pc:picChg chg="add del">
          <ac:chgData name="FRANCISCO JAVIER" userId="d6f02ee0-9295-4cb9-a5c5-fea8e4183f0c" providerId="ADAL" clId="{8B9C1652-1168-48CA-B59E-866B0BA1AE91}" dt="2022-06-24T09:19:35.580" v="160" actId="478"/>
          <ac:picMkLst>
            <pc:docMk/>
            <pc:sldMk cId="4186144750" sldId="1152"/>
            <ac:picMk id="4" creationId="{9E3D3BE8-3C71-4701-A890-EF811A8BD4D2}"/>
          </ac:picMkLst>
        </pc:picChg>
        <pc:picChg chg="add del mod">
          <ac:chgData name="FRANCISCO JAVIER" userId="d6f02ee0-9295-4cb9-a5c5-fea8e4183f0c" providerId="ADAL" clId="{8B9C1652-1168-48CA-B59E-866B0BA1AE91}" dt="2022-06-24T09:19:38.356" v="161" actId="1076"/>
          <ac:picMkLst>
            <pc:docMk/>
            <pc:sldMk cId="4186144750" sldId="1152"/>
            <ac:picMk id="6" creationId="{B2E0DD0C-399C-4760-9908-95A0B91396A7}"/>
          </ac:picMkLst>
        </pc:picChg>
      </pc:sldChg>
      <pc:sldChg chg="delSp">
        <pc:chgData name="FRANCISCO JAVIER" userId="d6f02ee0-9295-4cb9-a5c5-fea8e4183f0c" providerId="ADAL" clId="{8B9C1652-1168-48CA-B59E-866B0BA1AE91}" dt="2022-06-24T09:19:49.887" v="163" actId="478"/>
        <pc:sldMkLst>
          <pc:docMk/>
          <pc:sldMk cId="1017382606" sldId="1217"/>
        </pc:sldMkLst>
        <pc:picChg chg="del">
          <ac:chgData name="FRANCISCO JAVIER" userId="d6f02ee0-9295-4cb9-a5c5-fea8e4183f0c" providerId="ADAL" clId="{8B9C1652-1168-48CA-B59E-866B0BA1AE91}" dt="2022-06-24T09:19:49.887" v="163" actId="478"/>
          <ac:picMkLst>
            <pc:docMk/>
            <pc:sldMk cId="1017382606" sldId="1217"/>
            <ac:picMk id="4" creationId="{5C98092C-4F6F-47A4-88C1-51DC1404B347}"/>
          </ac:picMkLst>
        </pc:picChg>
        <pc:picChg chg="del">
          <ac:chgData name="FRANCISCO JAVIER" userId="d6f02ee0-9295-4cb9-a5c5-fea8e4183f0c" providerId="ADAL" clId="{8B9C1652-1168-48CA-B59E-866B0BA1AE91}" dt="2022-06-24T09:19:48.565" v="162" actId="478"/>
          <ac:picMkLst>
            <pc:docMk/>
            <pc:sldMk cId="1017382606" sldId="1217"/>
            <ac:picMk id="7" creationId="{956382A0-A570-4461-9076-3F062013BE52}"/>
          </ac:picMkLst>
        </pc:picChg>
      </pc:sldChg>
      <pc:sldChg chg="addSp delSp modSp mod">
        <pc:chgData name="FRANCISCO JAVIER" userId="d6f02ee0-9295-4cb9-a5c5-fea8e4183f0c" providerId="ADAL" clId="{8B9C1652-1168-48CA-B59E-866B0BA1AE91}" dt="2022-06-24T09:32:59.435" v="449" actId="108"/>
        <pc:sldMkLst>
          <pc:docMk/>
          <pc:sldMk cId="2209227595" sldId="1233"/>
        </pc:sldMkLst>
        <pc:spChg chg="del">
          <ac:chgData name="FRANCISCO JAVIER" userId="d6f02ee0-9295-4cb9-a5c5-fea8e4183f0c" providerId="ADAL" clId="{8B9C1652-1168-48CA-B59E-866B0BA1AE91}" dt="2022-06-24T09:30:07.763" v="361" actId="478"/>
          <ac:spMkLst>
            <pc:docMk/>
            <pc:sldMk cId="2209227595" sldId="1233"/>
            <ac:spMk id="7" creationId="{E7C0BB73-0F4B-42A5-B3CA-33E3642ED138}"/>
          </ac:spMkLst>
        </pc:spChg>
        <pc:spChg chg="del">
          <ac:chgData name="FRANCISCO JAVIER" userId="d6f02ee0-9295-4cb9-a5c5-fea8e4183f0c" providerId="ADAL" clId="{8B9C1652-1168-48CA-B59E-866B0BA1AE91}" dt="2022-06-24T09:29:50.939" v="359" actId="478"/>
          <ac:spMkLst>
            <pc:docMk/>
            <pc:sldMk cId="2209227595" sldId="1233"/>
            <ac:spMk id="13" creationId="{962D5515-08F8-4369-AE0A-17F2F5E85B12}"/>
          </ac:spMkLst>
        </pc:spChg>
        <pc:spChg chg="add del mod">
          <ac:chgData name="FRANCISCO JAVIER" userId="d6f02ee0-9295-4cb9-a5c5-fea8e4183f0c" providerId="ADAL" clId="{8B9C1652-1168-48CA-B59E-866B0BA1AE91}" dt="2022-06-24T09:30:44.708" v="365"/>
          <ac:spMkLst>
            <pc:docMk/>
            <pc:sldMk cId="2209227595" sldId="1233"/>
            <ac:spMk id="14" creationId="{0013B5CE-4A52-48EB-8BCA-CA6FFAED1A7D}"/>
          </ac:spMkLst>
        </pc:spChg>
        <pc:spChg chg="add mod">
          <ac:chgData name="FRANCISCO JAVIER" userId="d6f02ee0-9295-4cb9-a5c5-fea8e4183f0c" providerId="ADAL" clId="{8B9C1652-1168-48CA-B59E-866B0BA1AE91}" dt="2022-06-24T09:31:11.388" v="414" actId="1035"/>
          <ac:spMkLst>
            <pc:docMk/>
            <pc:sldMk cId="2209227595" sldId="1233"/>
            <ac:spMk id="18" creationId="{378B6557-8CF3-49CA-938F-F775BA1D2579}"/>
          </ac:spMkLst>
        </pc:spChg>
        <pc:graphicFrameChg chg="del mod modGraphic">
          <ac:chgData name="FRANCISCO JAVIER" userId="d6f02ee0-9295-4cb9-a5c5-fea8e4183f0c" providerId="ADAL" clId="{8B9C1652-1168-48CA-B59E-866B0BA1AE91}" dt="2022-06-24T09:30:05.634" v="360" actId="478"/>
          <ac:graphicFrameMkLst>
            <pc:docMk/>
            <pc:sldMk cId="2209227595" sldId="1233"/>
            <ac:graphicFrameMk id="5" creationId="{85C22D14-29A8-45C3-9220-6E1473FA46C3}"/>
          </ac:graphicFrameMkLst>
        </pc:graphicFrameChg>
        <pc:graphicFrameChg chg="del modGraphic">
          <ac:chgData name="FRANCISCO JAVIER" userId="d6f02ee0-9295-4cb9-a5c5-fea8e4183f0c" providerId="ADAL" clId="{8B9C1652-1168-48CA-B59E-866B0BA1AE91}" dt="2022-06-24T09:30:05.634" v="360" actId="478"/>
          <ac:graphicFrameMkLst>
            <pc:docMk/>
            <pc:sldMk cId="2209227595" sldId="1233"/>
            <ac:graphicFrameMk id="9" creationId="{83B19289-9A26-4540-81EB-44EC99F7AD08}"/>
          </ac:graphicFrameMkLst>
        </pc:graphicFrameChg>
        <pc:graphicFrameChg chg="del">
          <ac:chgData name="FRANCISCO JAVIER" userId="d6f02ee0-9295-4cb9-a5c5-fea8e4183f0c" providerId="ADAL" clId="{8B9C1652-1168-48CA-B59E-866B0BA1AE91}" dt="2022-06-24T09:30:05.634" v="360" actId="478"/>
          <ac:graphicFrameMkLst>
            <pc:docMk/>
            <pc:sldMk cId="2209227595" sldId="1233"/>
            <ac:graphicFrameMk id="11" creationId="{34D1860B-4200-4426-A3F5-B4855BD5B6F0}"/>
          </ac:graphicFrameMkLst>
        </pc:graphicFrameChg>
        <pc:graphicFrameChg chg="add del mod">
          <ac:chgData name="FRANCISCO JAVIER" userId="d6f02ee0-9295-4cb9-a5c5-fea8e4183f0c" providerId="ADAL" clId="{8B9C1652-1168-48CA-B59E-866B0BA1AE91}" dt="2022-06-24T09:30:44.708" v="365"/>
          <ac:graphicFrameMkLst>
            <pc:docMk/>
            <pc:sldMk cId="2209227595" sldId="1233"/>
            <ac:graphicFrameMk id="15" creationId="{D9AF67D2-1EA5-41E9-B8B2-E165F39E33A7}"/>
          </ac:graphicFrameMkLst>
        </pc:graphicFrameChg>
        <pc:graphicFrameChg chg="add del mod">
          <ac:chgData name="FRANCISCO JAVIER" userId="d6f02ee0-9295-4cb9-a5c5-fea8e4183f0c" providerId="ADAL" clId="{8B9C1652-1168-48CA-B59E-866B0BA1AE91}" dt="2022-06-24T09:30:44.708" v="365"/>
          <ac:graphicFrameMkLst>
            <pc:docMk/>
            <pc:sldMk cId="2209227595" sldId="1233"/>
            <ac:graphicFrameMk id="16" creationId="{7AD4364E-E705-4658-8DB8-AD2FF0FC850C}"/>
          </ac:graphicFrameMkLst>
        </pc:graphicFrameChg>
        <pc:graphicFrameChg chg="add mod modGraphic">
          <ac:chgData name="FRANCISCO JAVIER" userId="d6f02ee0-9295-4cb9-a5c5-fea8e4183f0c" providerId="ADAL" clId="{8B9C1652-1168-48CA-B59E-866B0BA1AE91}" dt="2022-06-24T09:32:59.435" v="449" actId="108"/>
          <ac:graphicFrameMkLst>
            <pc:docMk/>
            <pc:sldMk cId="2209227595" sldId="1233"/>
            <ac:graphicFrameMk id="19" creationId="{19A3F55A-6090-46F1-AC66-EDB066DEEAC1}"/>
          </ac:graphicFrameMkLst>
        </pc:graphicFrameChg>
        <pc:graphicFrameChg chg="add mod modGraphic">
          <ac:chgData name="FRANCISCO JAVIER" userId="d6f02ee0-9295-4cb9-a5c5-fea8e4183f0c" providerId="ADAL" clId="{8B9C1652-1168-48CA-B59E-866B0BA1AE91}" dt="2022-06-24T09:32:25.976" v="443" actId="20577"/>
          <ac:graphicFrameMkLst>
            <pc:docMk/>
            <pc:sldMk cId="2209227595" sldId="1233"/>
            <ac:graphicFrameMk id="20" creationId="{2346E2C1-D5BA-456C-A923-4E6F04A99F9E}"/>
          </ac:graphicFrameMkLst>
        </pc:graphicFrameChg>
        <pc:graphicFrameChg chg="add mod modGraphic">
          <ac:chgData name="FRANCISCO JAVIER" userId="d6f02ee0-9295-4cb9-a5c5-fea8e4183f0c" providerId="ADAL" clId="{8B9C1652-1168-48CA-B59E-866B0BA1AE91}" dt="2022-06-24T09:32:55.636" v="448" actId="108"/>
          <ac:graphicFrameMkLst>
            <pc:docMk/>
            <pc:sldMk cId="2209227595" sldId="1233"/>
            <ac:graphicFrameMk id="21" creationId="{B6CE0F2B-FD47-4262-AECA-8CB003F78F91}"/>
          </ac:graphicFrameMkLst>
        </pc:graphicFrameChg>
        <pc:picChg chg="del">
          <ac:chgData name="FRANCISCO JAVIER" userId="d6f02ee0-9295-4cb9-a5c5-fea8e4183f0c" providerId="ADAL" clId="{8B9C1652-1168-48CA-B59E-866B0BA1AE91}" dt="2022-06-24T09:20:19.955" v="164" actId="478"/>
          <ac:picMkLst>
            <pc:docMk/>
            <pc:sldMk cId="2209227595" sldId="1233"/>
            <ac:picMk id="8" creationId="{963C9D3E-0687-4378-BFC4-80B854D34CF7}"/>
          </ac:picMkLst>
        </pc:picChg>
        <pc:picChg chg="add del mod">
          <ac:chgData name="FRANCISCO JAVIER" userId="d6f02ee0-9295-4cb9-a5c5-fea8e4183f0c" providerId="ADAL" clId="{8B9C1652-1168-48CA-B59E-866B0BA1AE91}" dt="2022-06-24T09:30:44.708" v="365"/>
          <ac:picMkLst>
            <pc:docMk/>
            <pc:sldMk cId="2209227595" sldId="1233"/>
            <ac:picMk id="17" creationId="{6413A4B9-73FC-45D1-9167-8E77E46DA361}"/>
          </ac:picMkLst>
        </pc:picChg>
        <pc:picChg chg="add mod">
          <ac:chgData name="FRANCISCO JAVIER" userId="d6f02ee0-9295-4cb9-a5c5-fea8e4183f0c" providerId="ADAL" clId="{8B9C1652-1168-48CA-B59E-866B0BA1AE91}" dt="2022-06-24T09:31:11.388" v="414" actId="1035"/>
          <ac:picMkLst>
            <pc:docMk/>
            <pc:sldMk cId="2209227595" sldId="1233"/>
            <ac:picMk id="22" creationId="{FDA42919-6B94-459F-8CB5-7C8918410983}"/>
          </ac:picMkLst>
        </pc:picChg>
      </pc:sldChg>
      <pc:sldChg chg="addSp delSp modSp mod">
        <pc:chgData name="FRANCISCO JAVIER" userId="d6f02ee0-9295-4cb9-a5c5-fea8e4183f0c" providerId="ADAL" clId="{8B9C1652-1168-48CA-B59E-866B0BA1AE91}" dt="2022-06-24T09:41:27.033" v="1162" actId="20577"/>
        <pc:sldMkLst>
          <pc:docMk/>
          <pc:sldMk cId="214772085" sldId="8135"/>
        </pc:sldMkLst>
        <pc:spChg chg="mod">
          <ac:chgData name="FRANCISCO JAVIER" userId="d6f02ee0-9295-4cb9-a5c5-fea8e4183f0c" providerId="ADAL" clId="{8B9C1652-1168-48CA-B59E-866B0BA1AE91}" dt="2022-06-24T09:41:27.033" v="1162" actId="20577"/>
          <ac:spMkLst>
            <pc:docMk/>
            <pc:sldMk cId="214772085" sldId="8135"/>
            <ac:spMk id="7" creationId="{BBE1EE0D-4E5A-44DF-BAB8-10165D5E4AF6}"/>
          </ac:spMkLst>
        </pc:spChg>
        <pc:picChg chg="del">
          <ac:chgData name="FRANCISCO JAVIER" userId="d6f02ee0-9295-4cb9-a5c5-fea8e4183f0c" providerId="ADAL" clId="{8B9C1652-1168-48CA-B59E-866B0BA1AE91}" dt="2022-06-24T09:18:17.525" v="156" actId="478"/>
          <ac:picMkLst>
            <pc:docMk/>
            <pc:sldMk cId="214772085" sldId="8135"/>
            <ac:picMk id="4" creationId="{3F6E288E-FA3F-46FB-98BC-CDB54B20F694}"/>
          </ac:picMkLst>
        </pc:picChg>
        <pc:picChg chg="del">
          <ac:chgData name="FRANCISCO JAVIER" userId="d6f02ee0-9295-4cb9-a5c5-fea8e4183f0c" providerId="ADAL" clId="{8B9C1652-1168-48CA-B59E-866B0BA1AE91}" dt="2022-06-24T09:18:07.904" v="139" actId="478"/>
          <ac:picMkLst>
            <pc:docMk/>
            <pc:sldMk cId="214772085" sldId="8135"/>
            <ac:picMk id="6" creationId="{B9787365-72F1-4A15-A3C8-6ECBCA1F0706}"/>
          </ac:picMkLst>
        </pc:picChg>
        <pc:picChg chg="add del mod">
          <ac:chgData name="FRANCISCO JAVIER" userId="d6f02ee0-9295-4cb9-a5c5-fea8e4183f0c" providerId="ADAL" clId="{8B9C1652-1168-48CA-B59E-866B0BA1AE91}" dt="2022-06-24T09:37:13.696" v="1040" actId="478"/>
          <ac:picMkLst>
            <pc:docMk/>
            <pc:sldMk cId="214772085" sldId="8135"/>
            <ac:picMk id="8" creationId="{E380D581-493F-455D-9B29-E5BFF11B20E3}"/>
          </ac:picMkLst>
        </pc:picChg>
        <pc:picChg chg="add mod">
          <ac:chgData name="FRANCISCO JAVIER" userId="d6f02ee0-9295-4cb9-a5c5-fea8e4183f0c" providerId="ADAL" clId="{8B9C1652-1168-48CA-B59E-866B0BA1AE91}" dt="2022-06-24T09:37:08.433" v="1039" actId="1076"/>
          <ac:picMkLst>
            <pc:docMk/>
            <pc:sldMk cId="214772085" sldId="8135"/>
            <ac:picMk id="9" creationId="{25121150-33AC-430E-BC4B-75E954D6C837}"/>
          </ac:picMkLst>
        </pc:picChg>
        <pc:picChg chg="add mod">
          <ac:chgData name="FRANCISCO JAVIER" userId="d6f02ee0-9295-4cb9-a5c5-fea8e4183f0c" providerId="ADAL" clId="{8B9C1652-1168-48CA-B59E-866B0BA1AE91}" dt="2022-06-24T09:37:20.016" v="1042" actId="1076"/>
          <ac:picMkLst>
            <pc:docMk/>
            <pc:sldMk cId="214772085" sldId="8135"/>
            <ac:picMk id="10" creationId="{9E2C6E00-4791-4F2A-8C99-14F010D2FCB9}"/>
          </ac:picMkLst>
        </pc:picChg>
      </pc:sldChg>
      <pc:sldChg chg="addSp delSp modSp mod">
        <pc:chgData name="FRANCISCO JAVIER" userId="d6f02ee0-9295-4cb9-a5c5-fea8e4183f0c" providerId="ADAL" clId="{8B9C1652-1168-48CA-B59E-866B0BA1AE91}" dt="2022-06-24T09:40:57.863" v="1149" actId="6549"/>
        <pc:sldMkLst>
          <pc:docMk/>
          <pc:sldMk cId="944241066" sldId="8137"/>
        </pc:sldMkLst>
        <pc:graphicFrameChg chg="add mod">
          <ac:chgData name="FRANCISCO JAVIER" userId="d6f02ee0-9295-4cb9-a5c5-fea8e4183f0c" providerId="ADAL" clId="{8B9C1652-1168-48CA-B59E-866B0BA1AE91}" dt="2022-06-24T09:40:44.885" v="1147" actId="1036"/>
          <ac:graphicFrameMkLst>
            <pc:docMk/>
            <pc:sldMk cId="944241066" sldId="8137"/>
            <ac:graphicFrameMk id="2" creationId="{C81F682D-47D0-49FD-BCAD-D1768ECE0E4C}"/>
          </ac:graphicFrameMkLst>
        </pc:graphicFrameChg>
        <pc:graphicFrameChg chg="mod modGraphic">
          <ac:chgData name="FRANCISCO JAVIER" userId="d6f02ee0-9295-4cb9-a5c5-fea8e4183f0c" providerId="ADAL" clId="{8B9C1652-1168-48CA-B59E-866B0BA1AE91}" dt="2022-06-24T09:40:57.863" v="1149" actId="6549"/>
          <ac:graphicFrameMkLst>
            <pc:docMk/>
            <pc:sldMk cId="944241066" sldId="8137"/>
            <ac:graphicFrameMk id="6" creationId="{00000000-0000-0000-0000-000000000000}"/>
          </ac:graphicFrameMkLst>
        </pc:graphicFrameChg>
        <pc:picChg chg="del">
          <ac:chgData name="FRANCISCO JAVIER" userId="d6f02ee0-9295-4cb9-a5c5-fea8e4183f0c" providerId="ADAL" clId="{8B9C1652-1168-48CA-B59E-866B0BA1AE91}" dt="2022-06-24T09:26:46.863" v="319" actId="478"/>
          <ac:picMkLst>
            <pc:docMk/>
            <pc:sldMk cId="944241066" sldId="8137"/>
            <ac:picMk id="9" creationId="{83C0DF30-8FCC-43C8-8725-83A48B82F28D}"/>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5A803C9-2B90-49F2-BFE2-63DD151E2004}"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s-ES"/>
        </a:p>
      </dgm:t>
    </dgm:pt>
    <dgm:pt modelId="{B947BA75-9104-45D7-B289-2D09902F93AA}">
      <dgm:prSet phldrT="[Texto]" custT="1"/>
      <dgm:spPr>
        <a:solidFill>
          <a:srgbClr val="EB0000"/>
        </a:solidFill>
      </dgm:spPr>
      <dgm:t>
        <a:bodyPr/>
        <a:lstStyle/>
        <a:p>
          <a:r>
            <a:rPr lang="es-ES" sz="1800" b="0">
              <a:latin typeface="Arial" panose="020B0604020202020204" pitchFamily="34" charset="0"/>
              <a:cs typeface="Arial" panose="020B0604020202020204" pitchFamily="34" charset="0"/>
            </a:rPr>
            <a:t>Autenticación</a:t>
          </a:r>
          <a:endParaRPr lang="es-ES" sz="1800" b="0" dirty="0">
            <a:latin typeface="Arial" panose="020B0604020202020204" pitchFamily="34" charset="0"/>
            <a:cs typeface="Arial" panose="020B0604020202020204" pitchFamily="34" charset="0"/>
          </a:endParaRPr>
        </a:p>
      </dgm:t>
    </dgm:pt>
    <dgm:pt modelId="{173396AE-6074-491B-85B8-B267BDB74685}" type="parTrans" cxnId="{001A38AB-3880-4ECC-BA61-EF56197397CB}">
      <dgm:prSet/>
      <dgm:spPr/>
      <dgm:t>
        <a:bodyPr/>
        <a:lstStyle/>
        <a:p>
          <a:endParaRPr lang="es-ES" sz="1600">
            <a:latin typeface="Arial" panose="020B0604020202020204" pitchFamily="34" charset="0"/>
            <a:cs typeface="Arial" panose="020B0604020202020204" pitchFamily="34" charset="0"/>
          </a:endParaRPr>
        </a:p>
      </dgm:t>
    </dgm:pt>
    <dgm:pt modelId="{FC27FD87-B744-4825-A3BD-1A3A02AC8620}" type="sibTrans" cxnId="{001A38AB-3880-4ECC-BA61-EF56197397CB}">
      <dgm:prSet/>
      <dgm:spPr/>
      <dgm:t>
        <a:bodyPr/>
        <a:lstStyle/>
        <a:p>
          <a:endParaRPr lang="es-ES" sz="1600">
            <a:latin typeface="Arial" panose="020B0604020202020204" pitchFamily="34" charset="0"/>
            <a:cs typeface="Arial" panose="020B0604020202020204" pitchFamily="34" charset="0"/>
          </a:endParaRPr>
        </a:p>
      </dgm:t>
    </dgm:pt>
    <dgm:pt modelId="{698CF322-7B46-446F-888E-CA9D1EA872CC}">
      <dgm:prSet phldrT="[Texto]" custT="1"/>
      <dgm:spPr>
        <a:solidFill>
          <a:srgbClr val="EB0000"/>
        </a:solidFill>
      </dgm:spPr>
      <dgm:t>
        <a:bodyPr/>
        <a:lstStyle/>
        <a:p>
          <a:r>
            <a:rPr lang="es-ES" sz="1800" b="0">
              <a:latin typeface="Arial" panose="020B0604020202020204" pitchFamily="34" charset="0"/>
              <a:cs typeface="Arial" panose="020B0604020202020204" pitchFamily="34" charset="0"/>
            </a:rPr>
            <a:t>Autorización, Personalización</a:t>
          </a:r>
          <a:endParaRPr lang="es-ES" sz="1800" b="0" dirty="0">
            <a:latin typeface="Arial" panose="020B0604020202020204" pitchFamily="34" charset="0"/>
            <a:cs typeface="Arial" panose="020B0604020202020204" pitchFamily="34" charset="0"/>
          </a:endParaRPr>
        </a:p>
      </dgm:t>
    </dgm:pt>
    <dgm:pt modelId="{37C273ED-CD83-426D-9510-3297AB35007F}" type="parTrans" cxnId="{BB34D893-E580-4B63-8BAF-ADEBFB65D36C}">
      <dgm:prSet/>
      <dgm:spPr/>
      <dgm:t>
        <a:bodyPr/>
        <a:lstStyle/>
        <a:p>
          <a:endParaRPr lang="es-ES" sz="1600">
            <a:latin typeface="Arial" panose="020B0604020202020204" pitchFamily="34" charset="0"/>
            <a:cs typeface="Arial" panose="020B0604020202020204" pitchFamily="34" charset="0"/>
          </a:endParaRPr>
        </a:p>
      </dgm:t>
    </dgm:pt>
    <dgm:pt modelId="{B0BF20EC-B9A2-4FA9-89F7-067894C44CCC}" type="sibTrans" cxnId="{BB34D893-E580-4B63-8BAF-ADEBFB65D36C}">
      <dgm:prSet/>
      <dgm:spPr/>
      <dgm:t>
        <a:bodyPr/>
        <a:lstStyle/>
        <a:p>
          <a:endParaRPr lang="es-ES" sz="1600">
            <a:latin typeface="Arial" panose="020B0604020202020204" pitchFamily="34" charset="0"/>
            <a:cs typeface="Arial" panose="020B0604020202020204" pitchFamily="34" charset="0"/>
          </a:endParaRPr>
        </a:p>
      </dgm:t>
    </dgm:pt>
    <dgm:pt modelId="{D8684972-E148-41A9-9221-B6F0B496403F}">
      <dgm:prSet phldrT="[Texto]" custT="1"/>
      <dgm:spPr>
        <a:solidFill>
          <a:schemeClr val="bg1">
            <a:lumMod val="95000"/>
            <a:alpha val="90000"/>
          </a:schemeClr>
        </a:solidFill>
        <a:ln>
          <a:solidFill>
            <a:schemeClr val="bg2">
              <a:lumMod val="90000"/>
              <a:alpha val="90000"/>
            </a:schemeClr>
          </a:solidFill>
        </a:ln>
      </dgm:spPr>
      <dgm:t>
        <a:bodyPr/>
        <a:lstStyle/>
        <a:p>
          <a:endParaRPr lang="es-ES" sz="1400" kern="1200" dirty="0">
            <a:solidFill>
              <a:srgbClr val="808080"/>
            </a:solidFill>
            <a:latin typeface="Arial" panose="020B0604020202020204" pitchFamily="34" charset="0"/>
            <a:cs typeface="Arial" panose="020B0604020202020204" pitchFamily="34" charset="0"/>
          </a:endParaRPr>
        </a:p>
      </dgm:t>
    </dgm:pt>
    <dgm:pt modelId="{D5188DA5-B6C6-4821-9D99-AC5445639CB9}" type="parTrans" cxnId="{744C1610-D1D7-4A26-828B-B2467998C705}">
      <dgm:prSet/>
      <dgm:spPr/>
      <dgm:t>
        <a:bodyPr/>
        <a:lstStyle/>
        <a:p>
          <a:endParaRPr lang="es-ES" sz="1600">
            <a:latin typeface="Arial" panose="020B0604020202020204" pitchFamily="34" charset="0"/>
            <a:cs typeface="Arial" panose="020B0604020202020204" pitchFamily="34" charset="0"/>
          </a:endParaRPr>
        </a:p>
      </dgm:t>
    </dgm:pt>
    <dgm:pt modelId="{02402CB5-2003-4F0B-8861-5BBBD7F1BA98}" type="sibTrans" cxnId="{744C1610-D1D7-4A26-828B-B2467998C705}">
      <dgm:prSet/>
      <dgm:spPr/>
      <dgm:t>
        <a:bodyPr/>
        <a:lstStyle/>
        <a:p>
          <a:endParaRPr lang="es-ES" sz="1600">
            <a:latin typeface="Arial" panose="020B0604020202020204" pitchFamily="34" charset="0"/>
            <a:cs typeface="Arial" panose="020B0604020202020204" pitchFamily="34" charset="0"/>
          </a:endParaRPr>
        </a:p>
      </dgm:t>
    </dgm:pt>
    <dgm:pt modelId="{61169C77-D706-4F7D-9014-F1383FB4F1F8}">
      <dgm:prSet custT="1"/>
      <dgm:spPr>
        <a:solidFill>
          <a:schemeClr val="bg1">
            <a:lumMod val="95000"/>
            <a:alpha val="90000"/>
          </a:schemeClr>
        </a:solidFill>
        <a:ln>
          <a:solidFill>
            <a:schemeClr val="bg2">
              <a:lumMod val="90000"/>
              <a:alpha val="90000"/>
            </a:schemeClr>
          </a:solidFill>
        </a:ln>
      </dgm:spPr>
      <dgm:t>
        <a:bodyPr/>
        <a:lstStyle/>
        <a:p>
          <a:endParaRPr lang="es-ES" sz="1400" kern="1200" dirty="0">
            <a:latin typeface="Arial" panose="020B0604020202020204" pitchFamily="34" charset="0"/>
            <a:cs typeface="Arial" panose="020B0604020202020204" pitchFamily="34" charset="0"/>
          </a:endParaRPr>
        </a:p>
      </dgm:t>
    </dgm:pt>
    <dgm:pt modelId="{07C17E52-057D-455F-BC10-46E33A3BFCE7}" type="parTrans" cxnId="{1E65C4DE-3C7B-4FE9-BE4F-2195A4532495}">
      <dgm:prSet/>
      <dgm:spPr/>
      <dgm:t>
        <a:bodyPr/>
        <a:lstStyle/>
        <a:p>
          <a:endParaRPr lang="es-ES" sz="1600">
            <a:latin typeface="Arial" panose="020B0604020202020204" pitchFamily="34" charset="0"/>
            <a:cs typeface="Arial" panose="020B0604020202020204" pitchFamily="34" charset="0"/>
          </a:endParaRPr>
        </a:p>
      </dgm:t>
    </dgm:pt>
    <dgm:pt modelId="{73194C9B-0057-49DB-906A-2CD8B247735F}" type="sibTrans" cxnId="{1E65C4DE-3C7B-4FE9-BE4F-2195A4532495}">
      <dgm:prSet/>
      <dgm:spPr/>
      <dgm:t>
        <a:bodyPr/>
        <a:lstStyle/>
        <a:p>
          <a:endParaRPr lang="es-ES" sz="1600">
            <a:latin typeface="Arial" panose="020B0604020202020204" pitchFamily="34" charset="0"/>
            <a:cs typeface="Arial" panose="020B0604020202020204" pitchFamily="34" charset="0"/>
          </a:endParaRPr>
        </a:p>
      </dgm:t>
    </dgm:pt>
    <dgm:pt modelId="{B29B7783-5D45-4241-BE6C-8EB76E65A8D5}">
      <dgm:prSet phldrT="[Texto]" custT="1"/>
      <dgm:spPr>
        <a:solidFill>
          <a:schemeClr val="bg1">
            <a:lumMod val="95000"/>
            <a:alpha val="90000"/>
          </a:schemeClr>
        </a:solidFill>
        <a:ln>
          <a:solidFill>
            <a:schemeClr val="bg2">
              <a:lumMod val="90000"/>
              <a:alpha val="90000"/>
            </a:schemeClr>
          </a:solidFill>
        </a:ln>
      </dgm:spPr>
      <dgm:t>
        <a:bodyPr/>
        <a:lstStyle/>
        <a:p>
          <a:pPr>
            <a:buClr>
              <a:srgbClr val="FF0000"/>
            </a:buClr>
            <a:buNone/>
          </a:pPr>
          <a:r>
            <a:rPr lang="es-ES" sz="1400" kern="1200" dirty="0"/>
            <a:t> </a:t>
          </a:r>
          <a:r>
            <a:rPr lang="es-ES" sz="1400" kern="1200" dirty="0" err="1">
              <a:solidFill>
                <a:srgbClr val="808080"/>
              </a:solidFill>
              <a:latin typeface="Arial" panose="020B0604020202020204" pitchFamily="34" charset="0"/>
              <a:ea typeface="+mn-ea"/>
              <a:cs typeface="Arial" panose="020B0604020202020204" pitchFamily="34" charset="0"/>
            </a:rPr>
            <a:t>Inbenta</a:t>
          </a:r>
          <a:r>
            <a:rPr lang="es-ES" sz="1400" kern="1200" dirty="0">
              <a:solidFill>
                <a:srgbClr val="808080"/>
              </a:solidFill>
              <a:latin typeface="Arial" panose="020B0604020202020204" pitchFamily="34" charset="0"/>
              <a:ea typeface="+mn-ea"/>
              <a:cs typeface="Arial" panose="020B0604020202020204" pitchFamily="34" charset="0"/>
            </a:rPr>
            <a:t> controla la autorización a través de los filtros de dominio entrante que viajan en dicha clave.  </a:t>
          </a:r>
        </a:p>
      </dgm:t>
    </dgm:pt>
    <dgm:pt modelId="{4E807684-E05C-4C71-B487-B5FBFD4B7592}" type="parTrans" cxnId="{AFDFD117-5625-4796-945B-29F0A6453A03}">
      <dgm:prSet/>
      <dgm:spPr/>
      <dgm:t>
        <a:bodyPr/>
        <a:lstStyle/>
        <a:p>
          <a:endParaRPr lang="es-ES"/>
        </a:p>
      </dgm:t>
    </dgm:pt>
    <dgm:pt modelId="{372B8405-358B-44DC-9C68-9ED231406FE2}" type="sibTrans" cxnId="{AFDFD117-5625-4796-945B-29F0A6453A03}">
      <dgm:prSet/>
      <dgm:spPr/>
      <dgm:t>
        <a:bodyPr/>
        <a:lstStyle/>
        <a:p>
          <a:endParaRPr lang="es-ES"/>
        </a:p>
      </dgm:t>
    </dgm:pt>
    <dgm:pt modelId="{FBEC685E-BE2A-4444-AF8B-D31C02637162}">
      <dgm:prSet phldrT="[Texto]" custT="1"/>
      <dgm:spPr>
        <a:solidFill>
          <a:schemeClr val="bg1">
            <a:lumMod val="95000"/>
            <a:alpha val="90000"/>
          </a:schemeClr>
        </a:solidFill>
        <a:ln>
          <a:solidFill>
            <a:schemeClr val="bg2">
              <a:lumMod val="90000"/>
              <a:alpha val="90000"/>
            </a:schemeClr>
          </a:solidFill>
        </a:ln>
      </dgm:spPr>
      <dgm:t>
        <a:bodyPr/>
        <a:lstStyle/>
        <a:p>
          <a:pPr marL="114300" lvl="1" indent="-114300" algn="l" defTabSz="622300">
            <a:lnSpc>
              <a:spcPct val="90000"/>
            </a:lnSpc>
            <a:spcBef>
              <a:spcPct val="0"/>
            </a:spcBef>
            <a:spcAft>
              <a:spcPct val="15000"/>
            </a:spcAft>
            <a:buClr>
              <a:srgbClr val="FF0000"/>
            </a:buClr>
            <a:buNone/>
          </a:pPr>
          <a:r>
            <a:rPr lang="es-ES" sz="1400" kern="1200">
              <a:solidFill>
                <a:srgbClr val="808080"/>
              </a:solidFill>
              <a:latin typeface="Arial" panose="020B0604020202020204" pitchFamily="34" charset="0"/>
              <a:ea typeface="+mn-ea"/>
              <a:cs typeface="Arial" panose="020B0604020202020204" pitchFamily="34" charset="0"/>
            </a:rPr>
            <a:t>En el flujo de Onboarding de personas físicas se usará usuario de proceso.</a:t>
          </a:r>
          <a:endParaRPr lang="es-ES" sz="1400" kern="1200" dirty="0">
            <a:solidFill>
              <a:srgbClr val="808080"/>
            </a:solidFill>
            <a:latin typeface="Arial" panose="020B0604020202020204" pitchFamily="34" charset="0"/>
            <a:ea typeface="+mn-ea"/>
            <a:cs typeface="Arial" panose="020B0604020202020204" pitchFamily="34" charset="0"/>
          </a:endParaRPr>
        </a:p>
      </dgm:t>
    </dgm:pt>
    <dgm:pt modelId="{C0A6C8F4-B35E-4FEF-9B03-2759ECD1BFA4}" type="parTrans" cxnId="{00D5782D-2089-4005-BCA8-0772CF4E83C8}">
      <dgm:prSet/>
      <dgm:spPr/>
      <dgm:t>
        <a:bodyPr/>
        <a:lstStyle/>
        <a:p>
          <a:endParaRPr lang="es-ES"/>
        </a:p>
      </dgm:t>
    </dgm:pt>
    <dgm:pt modelId="{4CC4C241-E9D5-4BED-98B4-4A69B1C0624B}" type="sibTrans" cxnId="{00D5782D-2089-4005-BCA8-0772CF4E83C8}">
      <dgm:prSet/>
      <dgm:spPr/>
      <dgm:t>
        <a:bodyPr/>
        <a:lstStyle/>
        <a:p>
          <a:endParaRPr lang="es-ES"/>
        </a:p>
      </dgm:t>
    </dgm:pt>
    <dgm:pt modelId="{6985A4C8-7D3B-45AF-91A7-EF677C5478C4}">
      <dgm:prSet phldrT="[Texto]" custT="1"/>
      <dgm:spPr>
        <a:solidFill>
          <a:schemeClr val="bg1">
            <a:lumMod val="95000"/>
            <a:alpha val="90000"/>
          </a:schemeClr>
        </a:solidFill>
        <a:ln>
          <a:solidFill>
            <a:schemeClr val="bg2">
              <a:lumMod val="90000"/>
              <a:alpha val="90000"/>
            </a:schemeClr>
          </a:solidFill>
        </a:ln>
      </dgm:spPr>
      <dgm:t>
        <a:bodyPr/>
        <a:lstStyle/>
        <a:p>
          <a:pPr marL="114300" lvl="1" indent="-114300" algn="l" defTabSz="622300">
            <a:lnSpc>
              <a:spcPct val="90000"/>
            </a:lnSpc>
            <a:spcBef>
              <a:spcPct val="0"/>
            </a:spcBef>
            <a:spcAft>
              <a:spcPct val="15000"/>
            </a:spcAft>
            <a:buClr>
              <a:srgbClr val="FF0000"/>
            </a:buClr>
            <a:buNone/>
          </a:pPr>
          <a:endParaRPr lang="es-ES" sz="1400" kern="1200" dirty="0">
            <a:solidFill>
              <a:srgbClr val="808080"/>
            </a:solidFill>
            <a:latin typeface="Arial" panose="020B0604020202020204" pitchFamily="34" charset="0"/>
            <a:ea typeface="+mn-ea"/>
            <a:cs typeface="Arial" panose="020B0604020202020204" pitchFamily="34" charset="0"/>
          </a:endParaRPr>
        </a:p>
      </dgm:t>
    </dgm:pt>
    <dgm:pt modelId="{02274822-9287-432E-820D-45B1637CF473}" type="parTrans" cxnId="{6B06ABEA-D2AE-4B54-B43B-FFF48768E3A3}">
      <dgm:prSet/>
      <dgm:spPr/>
      <dgm:t>
        <a:bodyPr/>
        <a:lstStyle/>
        <a:p>
          <a:endParaRPr lang="es-ES"/>
        </a:p>
      </dgm:t>
    </dgm:pt>
    <dgm:pt modelId="{3AECD6EE-CB1F-476B-B54F-6D0E90FD8DB3}" type="sibTrans" cxnId="{6B06ABEA-D2AE-4B54-B43B-FFF48768E3A3}">
      <dgm:prSet/>
      <dgm:spPr/>
      <dgm:t>
        <a:bodyPr/>
        <a:lstStyle/>
        <a:p>
          <a:endParaRPr lang="es-ES"/>
        </a:p>
      </dgm:t>
    </dgm:pt>
    <dgm:pt modelId="{2324012F-C0AF-4483-AA66-394C5198B7A7}">
      <dgm:prSet phldrT="[Texto]" custT="1"/>
      <dgm:spPr>
        <a:solidFill>
          <a:schemeClr val="bg1">
            <a:lumMod val="95000"/>
            <a:alpha val="90000"/>
          </a:schemeClr>
        </a:solidFill>
        <a:ln>
          <a:solidFill>
            <a:schemeClr val="bg2">
              <a:lumMod val="90000"/>
              <a:alpha val="90000"/>
            </a:schemeClr>
          </a:solidFill>
        </a:ln>
      </dgm:spPr>
      <dgm:t>
        <a:bodyPr/>
        <a:lstStyle/>
        <a:p>
          <a:pPr marL="114300" lvl="1" indent="-114300" algn="l" defTabSz="622300">
            <a:lnSpc>
              <a:spcPct val="90000"/>
            </a:lnSpc>
            <a:spcBef>
              <a:spcPct val="0"/>
            </a:spcBef>
            <a:spcAft>
              <a:spcPct val="15000"/>
            </a:spcAft>
            <a:buClr>
              <a:srgbClr val="FF0000"/>
            </a:buClr>
            <a:buNone/>
          </a:pPr>
          <a:r>
            <a:rPr lang="es-ES" sz="1400" kern="1200">
              <a:solidFill>
                <a:srgbClr val="808080"/>
              </a:solidFill>
              <a:latin typeface="Arial" panose="020B0604020202020204" pitchFamily="34" charset="0"/>
              <a:ea typeface="+mn-ea"/>
              <a:cs typeface="Arial" panose="020B0604020202020204" pitchFamily="34" charset="0"/>
            </a:rPr>
            <a:t>En el flujo de  Tramitación de expedientes u procesos planificados se usará usuario nominal de BCE.</a:t>
          </a:r>
          <a:endParaRPr lang="es-ES" sz="1400" kern="1200" dirty="0">
            <a:solidFill>
              <a:srgbClr val="808080"/>
            </a:solidFill>
            <a:latin typeface="Arial" panose="020B0604020202020204" pitchFamily="34" charset="0"/>
            <a:ea typeface="+mn-ea"/>
            <a:cs typeface="Arial" panose="020B0604020202020204" pitchFamily="34" charset="0"/>
          </a:endParaRPr>
        </a:p>
      </dgm:t>
    </dgm:pt>
    <dgm:pt modelId="{E167BCA0-A5FF-44CC-8EFC-ED956818E854}" type="parTrans" cxnId="{66657A30-F757-4629-B072-9249112B7BD0}">
      <dgm:prSet/>
      <dgm:spPr/>
      <dgm:t>
        <a:bodyPr/>
        <a:lstStyle/>
        <a:p>
          <a:endParaRPr lang="es-ES"/>
        </a:p>
      </dgm:t>
    </dgm:pt>
    <dgm:pt modelId="{0B63C261-D6E0-4859-B93F-F771EBCE41D3}" type="sibTrans" cxnId="{66657A30-F757-4629-B072-9249112B7BD0}">
      <dgm:prSet/>
      <dgm:spPr/>
      <dgm:t>
        <a:bodyPr/>
        <a:lstStyle/>
        <a:p>
          <a:endParaRPr lang="es-ES"/>
        </a:p>
      </dgm:t>
    </dgm:pt>
    <dgm:pt modelId="{35185F69-EA95-46D1-9246-EA85D3054723}">
      <dgm:prSet phldrT="[Texto]" custT="1"/>
      <dgm:spPr>
        <a:solidFill>
          <a:schemeClr val="bg1">
            <a:lumMod val="95000"/>
            <a:alpha val="90000"/>
          </a:schemeClr>
        </a:solidFill>
        <a:ln>
          <a:solidFill>
            <a:schemeClr val="bg2">
              <a:lumMod val="90000"/>
              <a:alpha val="90000"/>
            </a:schemeClr>
          </a:solidFill>
        </a:ln>
      </dgm:spPr>
      <dgm:t>
        <a:bodyPr/>
        <a:lstStyle/>
        <a:p>
          <a:pPr marL="114300" lvl="1" indent="-114300" algn="l" defTabSz="622300">
            <a:lnSpc>
              <a:spcPct val="90000"/>
            </a:lnSpc>
            <a:spcBef>
              <a:spcPct val="0"/>
            </a:spcBef>
            <a:spcAft>
              <a:spcPct val="15000"/>
            </a:spcAft>
            <a:buClr>
              <a:srgbClr val="FF0000"/>
            </a:buClr>
            <a:buNone/>
          </a:pPr>
          <a:r>
            <a:rPr lang="es-ES" sz="1400" kern="1200">
              <a:solidFill>
                <a:srgbClr val="808080"/>
              </a:solidFill>
              <a:latin typeface="Arial" panose="020B0604020202020204" pitchFamily="34" charset="0"/>
              <a:ea typeface="+mn-ea"/>
              <a:cs typeface="Arial" panose="020B0604020202020204" pitchFamily="34" charset="0"/>
            </a:rPr>
            <a:t>Se controlará el flujo de navegación generando un token COS (que contendrá el uuid de pantalla y timespam).</a:t>
          </a:r>
          <a:endParaRPr lang="es-ES" sz="1400" kern="1200" dirty="0">
            <a:solidFill>
              <a:srgbClr val="808080"/>
            </a:solidFill>
            <a:latin typeface="Arial" panose="020B0604020202020204" pitchFamily="34" charset="0"/>
            <a:ea typeface="+mn-ea"/>
            <a:cs typeface="Arial" panose="020B0604020202020204" pitchFamily="34" charset="0"/>
          </a:endParaRPr>
        </a:p>
      </dgm:t>
    </dgm:pt>
    <dgm:pt modelId="{3980BE52-26D7-4F5B-980D-82DE04D820E8}" type="parTrans" cxnId="{2692DDBB-C172-4BE5-AD20-D177727DE982}">
      <dgm:prSet/>
      <dgm:spPr/>
      <dgm:t>
        <a:bodyPr/>
        <a:lstStyle/>
        <a:p>
          <a:endParaRPr lang="es-ES"/>
        </a:p>
      </dgm:t>
    </dgm:pt>
    <dgm:pt modelId="{0FAD9A16-E3FB-4A4D-9212-9D0F529D0E66}" type="sibTrans" cxnId="{2692DDBB-C172-4BE5-AD20-D177727DE982}">
      <dgm:prSet/>
      <dgm:spPr/>
      <dgm:t>
        <a:bodyPr/>
        <a:lstStyle/>
        <a:p>
          <a:endParaRPr lang="es-ES"/>
        </a:p>
      </dgm:t>
    </dgm:pt>
    <dgm:pt modelId="{4244653D-C1B6-42A3-8C85-53B1BD9760A1}">
      <dgm:prSet phldrT="[Texto]" custT="1"/>
      <dgm:spPr>
        <a:solidFill>
          <a:schemeClr val="bg1">
            <a:lumMod val="95000"/>
            <a:alpha val="90000"/>
          </a:schemeClr>
        </a:solidFill>
        <a:ln>
          <a:solidFill>
            <a:schemeClr val="bg2">
              <a:lumMod val="90000"/>
              <a:alpha val="90000"/>
            </a:schemeClr>
          </a:solidFill>
        </a:ln>
      </dgm:spPr>
      <dgm:t>
        <a:bodyPr/>
        <a:lstStyle/>
        <a:p>
          <a:pPr marL="114300" lvl="1" indent="-114300" algn="l" defTabSz="622300">
            <a:lnSpc>
              <a:spcPct val="90000"/>
            </a:lnSpc>
            <a:spcBef>
              <a:spcPct val="0"/>
            </a:spcBef>
            <a:spcAft>
              <a:spcPct val="15000"/>
            </a:spcAft>
            <a:buClr>
              <a:srgbClr val="FF0000"/>
            </a:buClr>
            <a:buNone/>
          </a:pPr>
          <a:r>
            <a:rPr lang="es-ES" sz="1400" kern="1200">
              <a:solidFill>
                <a:srgbClr val="808080"/>
              </a:solidFill>
              <a:latin typeface="Arial" panose="020B0604020202020204" pitchFamily="34" charset="0"/>
              <a:ea typeface="+mn-ea"/>
              <a:cs typeface="Arial" panose="020B0604020202020204" pitchFamily="34" charset="0"/>
            </a:rPr>
            <a:t>Desde SPA se entrará sin seguridad en el Gateway.</a:t>
          </a:r>
          <a:endParaRPr lang="es-ES" sz="1400" kern="1200" dirty="0">
            <a:solidFill>
              <a:srgbClr val="808080"/>
            </a:solidFill>
            <a:latin typeface="Arial" panose="020B0604020202020204" pitchFamily="34" charset="0"/>
            <a:ea typeface="+mn-ea"/>
            <a:cs typeface="Arial" panose="020B0604020202020204" pitchFamily="34" charset="0"/>
          </a:endParaRPr>
        </a:p>
      </dgm:t>
    </dgm:pt>
    <dgm:pt modelId="{8A898388-7015-4229-9C17-B02EEA184DB2}" type="parTrans" cxnId="{50BD9043-595E-4A49-81D9-A01CD25A0AC6}">
      <dgm:prSet/>
      <dgm:spPr/>
      <dgm:t>
        <a:bodyPr/>
        <a:lstStyle/>
        <a:p>
          <a:endParaRPr lang="es-ES"/>
        </a:p>
      </dgm:t>
    </dgm:pt>
    <dgm:pt modelId="{A841820C-8DA4-4898-A8FF-5402BE968939}" type="sibTrans" cxnId="{50BD9043-595E-4A49-81D9-A01CD25A0AC6}">
      <dgm:prSet/>
      <dgm:spPr/>
      <dgm:t>
        <a:bodyPr/>
        <a:lstStyle/>
        <a:p>
          <a:endParaRPr lang="es-ES"/>
        </a:p>
      </dgm:t>
    </dgm:pt>
    <dgm:pt modelId="{F932A01A-627C-4DB3-903F-2FB1A3D9935A}">
      <dgm:prSet phldrT="[Texto]" custT="1"/>
      <dgm:spPr>
        <a:solidFill>
          <a:schemeClr val="bg1">
            <a:lumMod val="95000"/>
            <a:alpha val="90000"/>
          </a:schemeClr>
        </a:solidFill>
        <a:ln>
          <a:solidFill>
            <a:schemeClr val="bg2">
              <a:lumMod val="90000"/>
              <a:alpha val="90000"/>
            </a:schemeClr>
          </a:solidFill>
        </a:ln>
      </dgm:spPr>
      <dgm:t>
        <a:bodyPr/>
        <a:lstStyle/>
        <a:p>
          <a:pPr marL="114300" lvl="1" indent="-114300" algn="l" defTabSz="622300">
            <a:lnSpc>
              <a:spcPct val="90000"/>
            </a:lnSpc>
            <a:spcBef>
              <a:spcPct val="0"/>
            </a:spcBef>
            <a:spcAft>
              <a:spcPct val="15000"/>
            </a:spcAft>
            <a:buClr>
              <a:srgbClr val="FF0000"/>
            </a:buClr>
            <a:buNone/>
          </a:pPr>
          <a:r>
            <a:rPr lang="es-ES" sz="1400" kern="1200" dirty="0">
              <a:solidFill>
                <a:srgbClr val="808080"/>
              </a:solidFill>
              <a:latin typeface="Arial" panose="020B0604020202020204" pitchFamily="34" charset="0"/>
              <a:ea typeface="+mn-ea"/>
              <a:cs typeface="Arial" panose="020B0604020202020204" pitchFamily="34" charset="0"/>
            </a:rPr>
            <a:t>La integración con el </a:t>
          </a:r>
          <a:r>
            <a:rPr lang="es-ES" sz="1400" kern="1200" dirty="0" err="1">
              <a:solidFill>
                <a:srgbClr val="808080"/>
              </a:solidFill>
              <a:latin typeface="Arial" panose="020B0604020202020204" pitchFamily="34" charset="0"/>
              <a:ea typeface="+mn-ea"/>
              <a:cs typeface="Arial" panose="020B0604020202020204" pitchFamily="34" charset="0"/>
            </a:rPr>
            <a:t>ChatBot</a:t>
          </a:r>
          <a:r>
            <a:rPr lang="es-ES" sz="1400" kern="1200" dirty="0">
              <a:solidFill>
                <a:srgbClr val="808080"/>
              </a:solidFill>
              <a:latin typeface="Arial" panose="020B0604020202020204" pitchFamily="34" charset="0"/>
              <a:ea typeface="+mn-ea"/>
              <a:cs typeface="Arial" panose="020B0604020202020204" pitchFamily="34" charset="0"/>
            </a:rPr>
            <a:t> </a:t>
          </a:r>
          <a:r>
            <a:rPr lang="es-ES" sz="1400" kern="1200" dirty="0" err="1">
              <a:solidFill>
                <a:srgbClr val="808080"/>
              </a:solidFill>
              <a:latin typeface="Arial" panose="020B0604020202020204" pitchFamily="34" charset="0"/>
              <a:ea typeface="+mn-ea"/>
              <a:cs typeface="Arial" panose="020B0604020202020204" pitchFamily="34" charset="0"/>
            </a:rPr>
            <a:t>inbenta</a:t>
          </a:r>
          <a:r>
            <a:rPr lang="es-ES" sz="1400" kern="1200" dirty="0">
              <a:solidFill>
                <a:srgbClr val="808080"/>
              </a:solidFill>
              <a:latin typeface="Arial" panose="020B0604020202020204" pitchFamily="34" charset="0"/>
              <a:ea typeface="+mn-ea"/>
              <a:cs typeface="Arial" panose="020B0604020202020204" pitchFamily="34" charset="0"/>
            </a:rPr>
            <a:t> se hará a través de un </a:t>
          </a:r>
          <a:r>
            <a:rPr lang="es-ES" sz="1400" kern="1200" dirty="0" err="1">
              <a:solidFill>
                <a:srgbClr val="808080"/>
              </a:solidFill>
              <a:latin typeface="Arial" panose="020B0604020202020204" pitchFamily="34" charset="0"/>
              <a:ea typeface="+mn-ea"/>
              <a:cs typeface="Arial" panose="020B0604020202020204" pitchFamily="34" charset="0"/>
            </a:rPr>
            <a:t>KeyID</a:t>
          </a:r>
          <a:r>
            <a:rPr lang="es-ES" sz="1400" kern="1200" dirty="0">
              <a:solidFill>
                <a:srgbClr val="808080"/>
              </a:solidFill>
              <a:latin typeface="Arial" panose="020B0604020202020204" pitchFamily="34" charset="0"/>
              <a:ea typeface="+mn-ea"/>
              <a:cs typeface="Arial" panose="020B0604020202020204" pitchFamily="34" charset="0"/>
            </a:rPr>
            <a:t>(llave de Dominio).</a:t>
          </a:r>
        </a:p>
      </dgm:t>
    </dgm:pt>
    <dgm:pt modelId="{D562099E-F03B-4C01-A0BA-D3E82E87FD4D}" type="parTrans" cxnId="{27DB2A98-34AC-4B4B-BA86-607437690D2D}">
      <dgm:prSet/>
      <dgm:spPr/>
      <dgm:t>
        <a:bodyPr/>
        <a:lstStyle/>
        <a:p>
          <a:endParaRPr lang="es-ES"/>
        </a:p>
      </dgm:t>
    </dgm:pt>
    <dgm:pt modelId="{09B6AA77-D2E4-4CF9-96B7-CBCC7A9480C4}" type="sibTrans" cxnId="{27DB2A98-34AC-4B4B-BA86-607437690D2D}">
      <dgm:prSet/>
      <dgm:spPr/>
      <dgm:t>
        <a:bodyPr/>
        <a:lstStyle/>
        <a:p>
          <a:endParaRPr lang="es-ES"/>
        </a:p>
      </dgm:t>
    </dgm:pt>
    <dgm:pt modelId="{1C986D0D-7544-4F5B-999F-0072E7679219}">
      <dgm:prSet phldrT="[Texto]" custT="1"/>
      <dgm:spPr>
        <a:solidFill>
          <a:schemeClr val="bg1">
            <a:lumMod val="95000"/>
            <a:alpha val="90000"/>
          </a:schemeClr>
        </a:solidFill>
        <a:ln>
          <a:solidFill>
            <a:schemeClr val="bg2">
              <a:lumMod val="90000"/>
              <a:alpha val="90000"/>
            </a:schemeClr>
          </a:solidFill>
        </a:ln>
      </dgm:spPr>
      <dgm:t>
        <a:bodyPr/>
        <a:lstStyle/>
        <a:p>
          <a:pPr marL="114300" lvl="1" indent="-114300" algn="l" defTabSz="622300">
            <a:lnSpc>
              <a:spcPct val="90000"/>
            </a:lnSpc>
            <a:spcBef>
              <a:spcPct val="0"/>
            </a:spcBef>
            <a:spcAft>
              <a:spcPct val="15000"/>
            </a:spcAft>
            <a:buClr>
              <a:srgbClr val="FF0000"/>
            </a:buClr>
            <a:buNone/>
          </a:pPr>
          <a:r>
            <a:rPr lang="es-ES" sz="1400" kern="1200" dirty="0">
              <a:solidFill>
                <a:srgbClr val="808080"/>
              </a:solidFill>
              <a:latin typeface="Arial" panose="020B0604020202020204" pitchFamily="34" charset="0"/>
              <a:ea typeface="+mn-ea"/>
              <a:cs typeface="Arial" panose="020B0604020202020204" pitchFamily="34" charset="0"/>
            </a:rPr>
            <a:t>El acceso al S3 OHE se hará vía </a:t>
          </a:r>
          <a:r>
            <a:rPr lang="es-ES" sz="1400" kern="1200" dirty="0" err="1">
              <a:solidFill>
                <a:srgbClr val="808080"/>
              </a:solidFill>
              <a:latin typeface="Arial" panose="020B0604020202020204" pitchFamily="34" charset="0"/>
              <a:ea typeface="+mn-ea"/>
              <a:cs typeface="Arial" panose="020B0604020202020204" pitchFamily="34" charset="0"/>
            </a:rPr>
            <a:t>keyID</a:t>
          </a:r>
          <a:r>
            <a:rPr lang="es-ES" sz="1400" kern="1200" dirty="0">
              <a:solidFill>
                <a:srgbClr val="808080"/>
              </a:solidFill>
              <a:latin typeface="Arial" panose="020B0604020202020204" pitchFamily="34" charset="0"/>
              <a:ea typeface="+mn-ea"/>
              <a:cs typeface="Arial" panose="020B0604020202020204" pitchFamily="34" charset="0"/>
            </a:rPr>
            <a:t> y </a:t>
          </a:r>
          <a:r>
            <a:rPr lang="es-ES" sz="1400" kern="1200" dirty="0" err="1">
              <a:solidFill>
                <a:srgbClr val="808080"/>
              </a:solidFill>
              <a:latin typeface="Arial" panose="020B0604020202020204" pitchFamily="34" charset="0"/>
              <a:ea typeface="+mn-ea"/>
              <a:cs typeface="Arial" panose="020B0604020202020204" pitchFamily="34" charset="0"/>
            </a:rPr>
            <a:t>Secret</a:t>
          </a:r>
          <a:r>
            <a:rPr lang="es-ES" sz="1400" kern="1200" dirty="0">
              <a:solidFill>
                <a:srgbClr val="808080"/>
              </a:solidFill>
              <a:latin typeface="Arial" panose="020B0604020202020204" pitchFamily="34" charset="0"/>
              <a:ea typeface="+mn-ea"/>
              <a:cs typeface="Arial" panose="020B0604020202020204" pitchFamily="34" charset="0"/>
            </a:rPr>
            <a:t> configurado en el proceso creado en Sistemas medios (configuración). </a:t>
          </a:r>
        </a:p>
      </dgm:t>
    </dgm:pt>
    <dgm:pt modelId="{4C202CB2-AF86-43AE-9D1C-FE38CD1BFD55}" type="parTrans" cxnId="{BE99CE55-817F-4D46-982E-D5B638123CD1}">
      <dgm:prSet/>
      <dgm:spPr/>
      <dgm:t>
        <a:bodyPr/>
        <a:lstStyle/>
        <a:p>
          <a:endParaRPr lang="es-ES"/>
        </a:p>
      </dgm:t>
    </dgm:pt>
    <dgm:pt modelId="{29434CC9-78D2-47D7-A119-CD54F9A08590}" type="sibTrans" cxnId="{BE99CE55-817F-4D46-982E-D5B638123CD1}">
      <dgm:prSet/>
      <dgm:spPr/>
      <dgm:t>
        <a:bodyPr/>
        <a:lstStyle/>
        <a:p>
          <a:endParaRPr lang="es-ES"/>
        </a:p>
      </dgm:t>
    </dgm:pt>
    <dgm:pt modelId="{30EEBD66-2446-4B9E-9A98-ABE86ABEB569}" type="pres">
      <dgm:prSet presAssocID="{65A803C9-2B90-49F2-BFE2-63DD151E2004}" presName="Name0" presStyleCnt="0">
        <dgm:presLayoutVars>
          <dgm:dir/>
          <dgm:animLvl val="lvl"/>
          <dgm:resizeHandles val="exact"/>
        </dgm:presLayoutVars>
      </dgm:prSet>
      <dgm:spPr/>
    </dgm:pt>
    <dgm:pt modelId="{8797EDF3-8A49-427C-B6BB-4967E136DB0B}" type="pres">
      <dgm:prSet presAssocID="{B947BA75-9104-45D7-B289-2D09902F93AA}" presName="linNode" presStyleCnt="0"/>
      <dgm:spPr/>
    </dgm:pt>
    <dgm:pt modelId="{1C578EC4-B958-489D-8921-FE9B3D64799A}" type="pres">
      <dgm:prSet presAssocID="{B947BA75-9104-45D7-B289-2D09902F93AA}" presName="parentText" presStyleLbl="node1" presStyleIdx="0" presStyleCnt="2" custScaleX="66870">
        <dgm:presLayoutVars>
          <dgm:chMax val="1"/>
          <dgm:bulletEnabled val="1"/>
        </dgm:presLayoutVars>
      </dgm:prSet>
      <dgm:spPr/>
    </dgm:pt>
    <dgm:pt modelId="{9E2546A7-3AF7-47A1-A580-C8AC2D643050}" type="pres">
      <dgm:prSet presAssocID="{B947BA75-9104-45D7-B289-2D09902F93AA}" presName="descendantText" presStyleLbl="alignAccFollowNode1" presStyleIdx="0" presStyleCnt="2" custScaleX="118063" custScaleY="112987">
        <dgm:presLayoutVars>
          <dgm:bulletEnabled val="1"/>
        </dgm:presLayoutVars>
      </dgm:prSet>
      <dgm:spPr/>
    </dgm:pt>
    <dgm:pt modelId="{B06E37E7-97B2-4AC1-AE05-A5F0E661E935}" type="pres">
      <dgm:prSet presAssocID="{FC27FD87-B744-4825-A3BD-1A3A02AC8620}" presName="sp" presStyleCnt="0"/>
      <dgm:spPr/>
    </dgm:pt>
    <dgm:pt modelId="{87BBF5DA-61C7-4ABB-8DB6-A0CA5660EDB7}" type="pres">
      <dgm:prSet presAssocID="{698CF322-7B46-446F-888E-CA9D1EA872CC}" presName="linNode" presStyleCnt="0"/>
      <dgm:spPr/>
    </dgm:pt>
    <dgm:pt modelId="{668B995B-BD61-4CDA-8436-D36E8E88F4B1}" type="pres">
      <dgm:prSet presAssocID="{698CF322-7B46-446F-888E-CA9D1EA872CC}" presName="parentText" presStyleLbl="node1" presStyleIdx="1" presStyleCnt="2" custScaleX="66870" custScaleY="42332">
        <dgm:presLayoutVars>
          <dgm:chMax val="1"/>
          <dgm:bulletEnabled val="1"/>
        </dgm:presLayoutVars>
      </dgm:prSet>
      <dgm:spPr/>
    </dgm:pt>
    <dgm:pt modelId="{88CD91F5-364A-4848-A4E4-15E14C8B70C1}" type="pres">
      <dgm:prSet presAssocID="{698CF322-7B46-446F-888E-CA9D1EA872CC}" presName="descendantText" presStyleLbl="alignAccFollowNode1" presStyleIdx="1" presStyleCnt="2" custScaleX="118063" custScaleY="42332" custLinFactNeighborY="0">
        <dgm:presLayoutVars>
          <dgm:bulletEnabled val="1"/>
        </dgm:presLayoutVars>
      </dgm:prSet>
      <dgm:spPr/>
    </dgm:pt>
  </dgm:ptLst>
  <dgm:cxnLst>
    <dgm:cxn modelId="{744C1610-D1D7-4A26-828B-B2467998C705}" srcId="{698CF322-7B46-446F-888E-CA9D1EA872CC}" destId="{D8684972-E148-41A9-9221-B6F0B496403F}" srcOrd="0" destOrd="0" parTransId="{D5188DA5-B6C6-4821-9D99-AC5445639CB9}" sibTransId="{02402CB5-2003-4F0B-8861-5BBBD7F1BA98}"/>
    <dgm:cxn modelId="{AFDFD117-5625-4796-945B-29F0A6453A03}" srcId="{698CF322-7B46-446F-888E-CA9D1EA872CC}" destId="{B29B7783-5D45-4241-BE6C-8EB76E65A8D5}" srcOrd="1" destOrd="0" parTransId="{4E807684-E05C-4C71-B487-B5FBFD4B7592}" sibTransId="{372B8405-358B-44DC-9C68-9ED231406FE2}"/>
    <dgm:cxn modelId="{92CF6F20-3BC6-4554-BC78-89F6D23FB5EF}" type="presOf" srcId="{FBEC685E-BE2A-4444-AF8B-D31C02637162}" destId="{9E2546A7-3AF7-47A1-A580-C8AC2D643050}" srcOrd="0" destOrd="0" presId="urn:microsoft.com/office/officeart/2005/8/layout/vList5"/>
    <dgm:cxn modelId="{00D5782D-2089-4005-BCA8-0772CF4E83C8}" srcId="{B947BA75-9104-45D7-B289-2D09902F93AA}" destId="{FBEC685E-BE2A-4444-AF8B-D31C02637162}" srcOrd="0" destOrd="0" parTransId="{C0A6C8F4-B35E-4FEF-9B03-2759ECD1BFA4}" sibTransId="{4CC4C241-E9D5-4BED-98B4-4A69B1C0624B}"/>
    <dgm:cxn modelId="{66657A30-F757-4629-B072-9249112B7BD0}" srcId="{B947BA75-9104-45D7-B289-2D09902F93AA}" destId="{2324012F-C0AF-4483-AA66-394C5198B7A7}" srcOrd="2" destOrd="0" parTransId="{E167BCA0-A5FF-44CC-8EFC-ED956818E854}" sibTransId="{0B63C261-D6E0-4859-B93F-F771EBCE41D3}"/>
    <dgm:cxn modelId="{50BD9043-595E-4A49-81D9-A01CD25A0AC6}" srcId="{B947BA75-9104-45D7-B289-2D09902F93AA}" destId="{4244653D-C1B6-42A3-8C85-53B1BD9760A1}" srcOrd="1" destOrd="0" parTransId="{8A898388-7015-4229-9C17-B02EEA184DB2}" sibTransId="{A841820C-8DA4-4898-A8FF-5402BE968939}"/>
    <dgm:cxn modelId="{ACC3F74D-ED5A-4F7D-BA4E-DC2420152FFB}" type="presOf" srcId="{B947BA75-9104-45D7-B289-2D09902F93AA}" destId="{1C578EC4-B958-489D-8921-FE9B3D64799A}" srcOrd="0" destOrd="0" presId="urn:microsoft.com/office/officeart/2005/8/layout/vList5"/>
    <dgm:cxn modelId="{C9A5184F-E7C1-49D2-B3E9-ED915A5AEC2D}" type="presOf" srcId="{4244653D-C1B6-42A3-8C85-53B1BD9760A1}" destId="{9E2546A7-3AF7-47A1-A580-C8AC2D643050}" srcOrd="0" destOrd="1" presId="urn:microsoft.com/office/officeart/2005/8/layout/vList5"/>
    <dgm:cxn modelId="{BE99CE55-817F-4D46-982E-D5B638123CD1}" srcId="{B947BA75-9104-45D7-B289-2D09902F93AA}" destId="{1C986D0D-7544-4F5B-999F-0072E7679219}" srcOrd="5" destOrd="0" parTransId="{4C202CB2-AF86-43AE-9D1C-FE38CD1BFD55}" sibTransId="{29434CC9-78D2-47D7-A119-CD54F9A08590}"/>
    <dgm:cxn modelId="{12F4AA8A-54F0-4C56-8EE2-80ABD1CCC416}" type="presOf" srcId="{1C986D0D-7544-4F5B-999F-0072E7679219}" destId="{9E2546A7-3AF7-47A1-A580-C8AC2D643050}" srcOrd="0" destOrd="5" presId="urn:microsoft.com/office/officeart/2005/8/layout/vList5"/>
    <dgm:cxn modelId="{5FAECE8B-C496-43EB-BEAF-568675986AD6}" type="presOf" srcId="{D8684972-E148-41A9-9221-B6F0B496403F}" destId="{88CD91F5-364A-4848-A4E4-15E14C8B70C1}" srcOrd="0" destOrd="0" presId="urn:microsoft.com/office/officeart/2005/8/layout/vList5"/>
    <dgm:cxn modelId="{BB34D893-E580-4B63-8BAF-ADEBFB65D36C}" srcId="{65A803C9-2B90-49F2-BFE2-63DD151E2004}" destId="{698CF322-7B46-446F-888E-CA9D1EA872CC}" srcOrd="1" destOrd="0" parTransId="{37C273ED-CD83-426D-9510-3297AB35007F}" sibTransId="{B0BF20EC-B9A2-4FA9-89F7-067894C44CCC}"/>
    <dgm:cxn modelId="{27DB2A98-34AC-4B4B-BA86-607437690D2D}" srcId="{B947BA75-9104-45D7-B289-2D09902F93AA}" destId="{F932A01A-627C-4DB3-903F-2FB1A3D9935A}" srcOrd="4" destOrd="0" parTransId="{D562099E-F03B-4C01-A0BA-D3E82E87FD4D}" sibTransId="{09B6AA77-D2E4-4CF9-96B7-CBCC7A9480C4}"/>
    <dgm:cxn modelId="{FC87FC9A-A0A0-4579-96A4-366C191B305C}" type="presOf" srcId="{B29B7783-5D45-4241-BE6C-8EB76E65A8D5}" destId="{88CD91F5-364A-4848-A4E4-15E14C8B70C1}" srcOrd="0" destOrd="1" presId="urn:microsoft.com/office/officeart/2005/8/layout/vList5"/>
    <dgm:cxn modelId="{C7BCC4A2-1531-4E6B-B0BB-F3A058E318E5}" type="presOf" srcId="{61169C77-D706-4F7D-9014-F1383FB4F1F8}" destId="{88CD91F5-364A-4848-A4E4-15E14C8B70C1}" srcOrd="0" destOrd="2" presId="urn:microsoft.com/office/officeart/2005/8/layout/vList5"/>
    <dgm:cxn modelId="{001A38AB-3880-4ECC-BA61-EF56197397CB}" srcId="{65A803C9-2B90-49F2-BFE2-63DD151E2004}" destId="{B947BA75-9104-45D7-B289-2D09902F93AA}" srcOrd="0" destOrd="0" parTransId="{173396AE-6074-491B-85B8-B267BDB74685}" sibTransId="{FC27FD87-B744-4825-A3BD-1A3A02AC8620}"/>
    <dgm:cxn modelId="{2692DDBB-C172-4BE5-AD20-D177727DE982}" srcId="{B947BA75-9104-45D7-B289-2D09902F93AA}" destId="{35185F69-EA95-46D1-9246-EA85D3054723}" srcOrd="3" destOrd="0" parTransId="{3980BE52-26D7-4F5B-980D-82DE04D820E8}" sibTransId="{0FAD9A16-E3FB-4A4D-9212-9D0F529D0E66}"/>
    <dgm:cxn modelId="{365F46BC-DFC1-4B5C-9E67-89703F2FB766}" type="presOf" srcId="{698CF322-7B46-446F-888E-CA9D1EA872CC}" destId="{668B995B-BD61-4CDA-8436-D36E8E88F4B1}" srcOrd="0" destOrd="0" presId="urn:microsoft.com/office/officeart/2005/8/layout/vList5"/>
    <dgm:cxn modelId="{218DFCC1-8DDA-42B7-B222-193A48FC040D}" type="presOf" srcId="{2324012F-C0AF-4483-AA66-394C5198B7A7}" destId="{9E2546A7-3AF7-47A1-A580-C8AC2D643050}" srcOrd="0" destOrd="2" presId="urn:microsoft.com/office/officeart/2005/8/layout/vList5"/>
    <dgm:cxn modelId="{1E65C4DE-3C7B-4FE9-BE4F-2195A4532495}" srcId="{698CF322-7B46-446F-888E-CA9D1EA872CC}" destId="{61169C77-D706-4F7D-9014-F1383FB4F1F8}" srcOrd="2" destOrd="0" parTransId="{07C17E52-057D-455F-BC10-46E33A3BFCE7}" sibTransId="{73194C9B-0057-49DB-906A-2CD8B247735F}"/>
    <dgm:cxn modelId="{5BD5E9E3-5D10-4FEE-94CF-1E37A037F9D8}" type="presOf" srcId="{F932A01A-627C-4DB3-903F-2FB1A3D9935A}" destId="{9E2546A7-3AF7-47A1-A580-C8AC2D643050}" srcOrd="0" destOrd="4" presId="urn:microsoft.com/office/officeart/2005/8/layout/vList5"/>
    <dgm:cxn modelId="{496589E8-0012-460D-92D5-CF96B0D1E84F}" type="presOf" srcId="{6985A4C8-7D3B-45AF-91A7-EF677C5478C4}" destId="{9E2546A7-3AF7-47A1-A580-C8AC2D643050}" srcOrd="0" destOrd="6" presId="urn:microsoft.com/office/officeart/2005/8/layout/vList5"/>
    <dgm:cxn modelId="{6B06ABEA-D2AE-4B54-B43B-FFF48768E3A3}" srcId="{B947BA75-9104-45D7-B289-2D09902F93AA}" destId="{6985A4C8-7D3B-45AF-91A7-EF677C5478C4}" srcOrd="6" destOrd="0" parTransId="{02274822-9287-432E-820D-45B1637CF473}" sibTransId="{3AECD6EE-CB1F-476B-B54F-6D0E90FD8DB3}"/>
    <dgm:cxn modelId="{980C3FED-4CAD-469F-A1F3-AA65BF7D71CB}" type="presOf" srcId="{65A803C9-2B90-49F2-BFE2-63DD151E2004}" destId="{30EEBD66-2446-4B9E-9A98-ABE86ABEB569}" srcOrd="0" destOrd="0" presId="urn:microsoft.com/office/officeart/2005/8/layout/vList5"/>
    <dgm:cxn modelId="{51695BF3-8FF7-430D-B688-8976EACDAAAA}" type="presOf" srcId="{35185F69-EA95-46D1-9246-EA85D3054723}" destId="{9E2546A7-3AF7-47A1-A580-C8AC2D643050}" srcOrd="0" destOrd="3" presId="urn:microsoft.com/office/officeart/2005/8/layout/vList5"/>
    <dgm:cxn modelId="{BCE0CD6A-B943-412D-B570-023A604BC3C8}" type="presParOf" srcId="{30EEBD66-2446-4B9E-9A98-ABE86ABEB569}" destId="{8797EDF3-8A49-427C-B6BB-4967E136DB0B}" srcOrd="0" destOrd="0" presId="urn:microsoft.com/office/officeart/2005/8/layout/vList5"/>
    <dgm:cxn modelId="{E19728E7-CEE3-40FF-A84C-81918549E66D}" type="presParOf" srcId="{8797EDF3-8A49-427C-B6BB-4967E136DB0B}" destId="{1C578EC4-B958-489D-8921-FE9B3D64799A}" srcOrd="0" destOrd="0" presId="urn:microsoft.com/office/officeart/2005/8/layout/vList5"/>
    <dgm:cxn modelId="{FA6DB20D-462E-437F-8449-49CACAB26123}" type="presParOf" srcId="{8797EDF3-8A49-427C-B6BB-4967E136DB0B}" destId="{9E2546A7-3AF7-47A1-A580-C8AC2D643050}" srcOrd="1" destOrd="0" presId="urn:microsoft.com/office/officeart/2005/8/layout/vList5"/>
    <dgm:cxn modelId="{BD01142E-0C44-4868-A405-FCF45E72DC68}" type="presParOf" srcId="{30EEBD66-2446-4B9E-9A98-ABE86ABEB569}" destId="{B06E37E7-97B2-4AC1-AE05-A5F0E661E935}" srcOrd="1" destOrd="0" presId="urn:microsoft.com/office/officeart/2005/8/layout/vList5"/>
    <dgm:cxn modelId="{0EE55485-314F-4D5B-908F-2573EB873FF9}" type="presParOf" srcId="{30EEBD66-2446-4B9E-9A98-ABE86ABEB569}" destId="{87BBF5DA-61C7-4ABB-8DB6-A0CA5660EDB7}" srcOrd="2" destOrd="0" presId="urn:microsoft.com/office/officeart/2005/8/layout/vList5"/>
    <dgm:cxn modelId="{84ABFE31-F210-4EE4-B622-4A369BE1576A}" type="presParOf" srcId="{87BBF5DA-61C7-4ABB-8DB6-A0CA5660EDB7}" destId="{668B995B-BD61-4CDA-8436-D36E8E88F4B1}" srcOrd="0" destOrd="0" presId="urn:microsoft.com/office/officeart/2005/8/layout/vList5"/>
    <dgm:cxn modelId="{54E427FD-D522-4717-9C9B-4CC10DA2BC14}" type="presParOf" srcId="{87BBF5DA-61C7-4ABB-8DB6-A0CA5660EDB7}" destId="{88CD91F5-364A-4848-A4E4-15E14C8B70C1}"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5A803C9-2B90-49F2-BFE2-63DD151E2004}"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s-ES"/>
        </a:p>
      </dgm:t>
    </dgm:pt>
    <dgm:pt modelId="{B947BA75-9104-45D7-B289-2D09902F93AA}">
      <dgm:prSet phldrT="[Texto]" custT="1"/>
      <dgm:spPr>
        <a:solidFill>
          <a:srgbClr val="EB0000"/>
        </a:solidFill>
      </dgm:spPr>
      <dgm:t>
        <a:bodyPr/>
        <a:lstStyle/>
        <a:p>
          <a:r>
            <a:rPr lang="es-ES" sz="1800" b="0">
              <a:latin typeface="Arial" panose="020B0604020202020204" pitchFamily="34" charset="0"/>
              <a:cs typeface="Arial" panose="020B0604020202020204" pitchFamily="34" charset="0"/>
            </a:rPr>
            <a:t>Seguridad Operativa</a:t>
          </a:r>
          <a:endParaRPr lang="es-ES" sz="1800" b="0" dirty="0">
            <a:latin typeface="Arial" panose="020B0604020202020204" pitchFamily="34" charset="0"/>
            <a:cs typeface="Arial" panose="020B0604020202020204" pitchFamily="34" charset="0"/>
          </a:endParaRPr>
        </a:p>
      </dgm:t>
    </dgm:pt>
    <dgm:pt modelId="{173396AE-6074-491B-85B8-B267BDB74685}" type="parTrans" cxnId="{001A38AB-3880-4ECC-BA61-EF56197397CB}">
      <dgm:prSet/>
      <dgm:spPr/>
      <dgm:t>
        <a:bodyPr/>
        <a:lstStyle/>
        <a:p>
          <a:endParaRPr lang="es-ES" sz="1600">
            <a:latin typeface="Arial" panose="020B0604020202020204" pitchFamily="34" charset="0"/>
            <a:cs typeface="Arial" panose="020B0604020202020204" pitchFamily="34" charset="0"/>
          </a:endParaRPr>
        </a:p>
      </dgm:t>
    </dgm:pt>
    <dgm:pt modelId="{FC27FD87-B744-4825-A3BD-1A3A02AC8620}" type="sibTrans" cxnId="{001A38AB-3880-4ECC-BA61-EF56197397CB}">
      <dgm:prSet/>
      <dgm:spPr/>
      <dgm:t>
        <a:bodyPr/>
        <a:lstStyle/>
        <a:p>
          <a:endParaRPr lang="es-ES" sz="1600">
            <a:latin typeface="Arial" panose="020B0604020202020204" pitchFamily="34" charset="0"/>
            <a:cs typeface="Arial" panose="020B0604020202020204" pitchFamily="34" charset="0"/>
          </a:endParaRPr>
        </a:p>
      </dgm:t>
    </dgm:pt>
    <dgm:pt modelId="{698CF322-7B46-446F-888E-CA9D1EA872CC}">
      <dgm:prSet phldrT="[Texto]" custT="1"/>
      <dgm:spPr>
        <a:solidFill>
          <a:srgbClr val="EB0000"/>
        </a:solidFill>
      </dgm:spPr>
      <dgm:t>
        <a:bodyPr/>
        <a:lstStyle/>
        <a:p>
          <a:r>
            <a:rPr lang="es-ES" sz="1800" b="0">
              <a:latin typeface="Arial" panose="020B0604020202020204" pitchFamily="34" charset="0"/>
              <a:cs typeface="Arial" panose="020B0604020202020204" pitchFamily="34" charset="0"/>
            </a:rPr>
            <a:t>Usuarios</a:t>
          </a:r>
          <a:endParaRPr lang="es-ES" sz="1800" b="0" dirty="0">
            <a:latin typeface="Arial" panose="020B0604020202020204" pitchFamily="34" charset="0"/>
            <a:cs typeface="Arial" panose="020B0604020202020204" pitchFamily="34" charset="0"/>
          </a:endParaRPr>
        </a:p>
      </dgm:t>
    </dgm:pt>
    <dgm:pt modelId="{37C273ED-CD83-426D-9510-3297AB35007F}" type="parTrans" cxnId="{BB34D893-E580-4B63-8BAF-ADEBFB65D36C}">
      <dgm:prSet/>
      <dgm:spPr/>
      <dgm:t>
        <a:bodyPr/>
        <a:lstStyle/>
        <a:p>
          <a:endParaRPr lang="es-ES" sz="1600">
            <a:latin typeface="Arial" panose="020B0604020202020204" pitchFamily="34" charset="0"/>
            <a:cs typeface="Arial" panose="020B0604020202020204" pitchFamily="34" charset="0"/>
          </a:endParaRPr>
        </a:p>
      </dgm:t>
    </dgm:pt>
    <dgm:pt modelId="{B0BF20EC-B9A2-4FA9-89F7-067894C44CCC}" type="sibTrans" cxnId="{BB34D893-E580-4B63-8BAF-ADEBFB65D36C}">
      <dgm:prSet/>
      <dgm:spPr/>
      <dgm:t>
        <a:bodyPr/>
        <a:lstStyle/>
        <a:p>
          <a:endParaRPr lang="es-ES" sz="1600">
            <a:latin typeface="Arial" panose="020B0604020202020204" pitchFamily="34" charset="0"/>
            <a:cs typeface="Arial" panose="020B0604020202020204" pitchFamily="34" charset="0"/>
          </a:endParaRPr>
        </a:p>
      </dgm:t>
    </dgm:pt>
    <dgm:pt modelId="{E185387F-95E2-4D83-A899-79E8F0B6B8EB}">
      <dgm:prSet custT="1"/>
      <dgm:spPr>
        <a:solidFill>
          <a:schemeClr val="bg1">
            <a:lumMod val="95000"/>
            <a:alpha val="90000"/>
          </a:schemeClr>
        </a:solidFill>
        <a:ln>
          <a:solidFill>
            <a:schemeClr val="bg2">
              <a:lumMod val="90000"/>
              <a:alpha val="90000"/>
            </a:schemeClr>
          </a:solidFill>
        </a:ln>
      </dgm:spPr>
      <dgm:t>
        <a:bodyPr/>
        <a:lstStyle/>
        <a:p>
          <a:r>
            <a:rPr lang="es-ES" altLang="es-ES" sz="1200" kern="1200">
              <a:solidFill>
                <a:srgbClr val="808080"/>
              </a:solidFill>
              <a:latin typeface="Arial" panose="020B0604020202020204" pitchFamily="34" charset="0"/>
              <a:ea typeface="+mn-ea"/>
              <a:cs typeface="Arial" panose="020B0604020202020204" pitchFamily="34" charset="0"/>
            </a:rPr>
            <a:t>Funcionalmente no se ha requerido seguridad operativa especifica para esta aplicación pero, todos los servicios consumidos tendrán que tener implementada la seguridad operativa, la existente en Darwin y BKS.</a:t>
          </a:r>
          <a:endParaRPr lang="es-ES" sz="1200" kern="1200" dirty="0">
            <a:solidFill>
              <a:srgbClr val="808080"/>
            </a:solidFill>
            <a:latin typeface="Arial" panose="020B0604020202020204" pitchFamily="34" charset="0"/>
            <a:ea typeface="+mn-ea"/>
            <a:cs typeface="Arial" panose="020B0604020202020204" pitchFamily="34" charset="0"/>
          </a:endParaRPr>
        </a:p>
      </dgm:t>
    </dgm:pt>
    <dgm:pt modelId="{3CC55558-0CD4-4881-BF8E-262B98269DAA}" type="parTrans" cxnId="{4E64D973-5A88-479E-85FA-829259532C72}">
      <dgm:prSet/>
      <dgm:spPr/>
      <dgm:t>
        <a:bodyPr/>
        <a:lstStyle/>
        <a:p>
          <a:endParaRPr lang="es-ES" sz="1600">
            <a:latin typeface="Arial" panose="020B0604020202020204" pitchFamily="34" charset="0"/>
            <a:cs typeface="Arial" panose="020B0604020202020204" pitchFamily="34" charset="0"/>
          </a:endParaRPr>
        </a:p>
      </dgm:t>
    </dgm:pt>
    <dgm:pt modelId="{3E7F7FEF-A380-4D08-BFF1-B1CF9CF0573C}" type="sibTrans" cxnId="{4E64D973-5A88-479E-85FA-829259532C72}">
      <dgm:prSet/>
      <dgm:spPr/>
      <dgm:t>
        <a:bodyPr/>
        <a:lstStyle/>
        <a:p>
          <a:endParaRPr lang="es-ES" sz="1600">
            <a:latin typeface="Arial" panose="020B0604020202020204" pitchFamily="34" charset="0"/>
            <a:cs typeface="Arial" panose="020B0604020202020204" pitchFamily="34" charset="0"/>
          </a:endParaRPr>
        </a:p>
      </dgm:t>
    </dgm:pt>
    <dgm:pt modelId="{D8684972-E148-41A9-9221-B6F0B496403F}">
      <dgm:prSet phldrT="[Texto]" custT="1"/>
      <dgm:spPr>
        <a:solidFill>
          <a:schemeClr val="bg1">
            <a:lumMod val="95000"/>
            <a:alpha val="90000"/>
          </a:schemeClr>
        </a:solidFill>
        <a:ln>
          <a:solidFill>
            <a:schemeClr val="bg2">
              <a:lumMod val="90000"/>
              <a:alpha val="90000"/>
            </a:schemeClr>
          </a:solidFill>
        </a:ln>
      </dgm:spPr>
      <dgm:t>
        <a:bodyPr/>
        <a:lstStyle/>
        <a:p>
          <a:r>
            <a:rPr lang="es-ES" sz="1400" kern="1200">
              <a:solidFill>
                <a:srgbClr val="808080"/>
              </a:solidFill>
              <a:latin typeface="Arial" panose="020B0604020202020204" pitchFamily="34" charset="0"/>
              <a:cs typeface="Arial" panose="020B0604020202020204" pitchFamily="34" charset="0"/>
            </a:rPr>
            <a:t>Futuros Clientes y Personal de Backoffice.</a:t>
          </a:r>
          <a:endParaRPr lang="es-ES" sz="1400" kern="1200" dirty="0">
            <a:solidFill>
              <a:srgbClr val="808080"/>
            </a:solidFill>
            <a:latin typeface="Arial" panose="020B0604020202020204" pitchFamily="34" charset="0"/>
            <a:ea typeface="+mn-ea"/>
            <a:cs typeface="Arial" panose="020B0604020202020204" pitchFamily="34" charset="0"/>
          </a:endParaRPr>
        </a:p>
      </dgm:t>
    </dgm:pt>
    <dgm:pt modelId="{02402CB5-2003-4F0B-8861-5BBBD7F1BA98}" type="sibTrans" cxnId="{744C1610-D1D7-4A26-828B-B2467998C705}">
      <dgm:prSet/>
      <dgm:spPr/>
      <dgm:t>
        <a:bodyPr/>
        <a:lstStyle/>
        <a:p>
          <a:endParaRPr lang="es-ES" sz="1600">
            <a:latin typeface="Arial" panose="020B0604020202020204" pitchFamily="34" charset="0"/>
            <a:cs typeface="Arial" panose="020B0604020202020204" pitchFamily="34" charset="0"/>
          </a:endParaRPr>
        </a:p>
      </dgm:t>
    </dgm:pt>
    <dgm:pt modelId="{D5188DA5-B6C6-4821-9D99-AC5445639CB9}" type="parTrans" cxnId="{744C1610-D1D7-4A26-828B-B2467998C705}">
      <dgm:prSet/>
      <dgm:spPr/>
      <dgm:t>
        <a:bodyPr/>
        <a:lstStyle/>
        <a:p>
          <a:endParaRPr lang="es-ES" sz="1600">
            <a:latin typeface="Arial" panose="020B0604020202020204" pitchFamily="34" charset="0"/>
            <a:cs typeface="Arial" panose="020B0604020202020204" pitchFamily="34" charset="0"/>
          </a:endParaRPr>
        </a:p>
      </dgm:t>
    </dgm:pt>
    <dgm:pt modelId="{F333573B-C986-4C9B-8993-6E641E571BE0}">
      <dgm:prSet custT="1"/>
      <dgm:spPr>
        <a:solidFill>
          <a:schemeClr val="bg1">
            <a:lumMod val="95000"/>
            <a:alpha val="90000"/>
          </a:schemeClr>
        </a:solidFill>
        <a:ln>
          <a:solidFill>
            <a:schemeClr val="bg2">
              <a:lumMod val="90000"/>
              <a:alpha val="90000"/>
            </a:schemeClr>
          </a:solidFill>
        </a:ln>
      </dgm:spPr>
      <dgm:t>
        <a:bodyPr/>
        <a:lstStyle/>
        <a:p>
          <a:endParaRPr lang="es-ES" sz="1400" kern="1200" dirty="0">
            <a:solidFill>
              <a:srgbClr val="808080"/>
            </a:solidFill>
            <a:latin typeface="Arial" panose="020B0604020202020204" pitchFamily="34" charset="0"/>
            <a:ea typeface="+mn-ea"/>
            <a:cs typeface="Arial" panose="020B0604020202020204" pitchFamily="34" charset="0"/>
          </a:endParaRPr>
        </a:p>
      </dgm:t>
    </dgm:pt>
    <dgm:pt modelId="{95A41F44-8857-418D-89AC-22606209655A}" type="parTrans" cxnId="{8465F196-1D33-4F8A-BCEC-E5759D5ED9D4}">
      <dgm:prSet/>
      <dgm:spPr/>
      <dgm:t>
        <a:bodyPr/>
        <a:lstStyle/>
        <a:p>
          <a:endParaRPr lang="es-ES"/>
        </a:p>
      </dgm:t>
    </dgm:pt>
    <dgm:pt modelId="{17F2E68C-A4D4-4367-AE3F-16C0362D5FE2}" type="sibTrans" cxnId="{8465F196-1D33-4F8A-BCEC-E5759D5ED9D4}">
      <dgm:prSet/>
      <dgm:spPr/>
      <dgm:t>
        <a:bodyPr/>
        <a:lstStyle/>
        <a:p>
          <a:endParaRPr lang="es-ES"/>
        </a:p>
      </dgm:t>
    </dgm:pt>
    <dgm:pt modelId="{CC19FB2C-E798-4F24-9716-AFBB20F8C020}">
      <dgm:prSet custT="1"/>
      <dgm:spPr/>
      <dgm:t>
        <a:bodyPr/>
        <a:lstStyle/>
        <a:p>
          <a:r>
            <a:rPr lang="es-ES" sz="1200" kern="1200">
              <a:solidFill>
                <a:srgbClr val="808080"/>
              </a:solidFill>
              <a:latin typeface="Arial" panose="020B0604020202020204" pitchFamily="34" charset="0"/>
              <a:ea typeface="+mn-ea"/>
              <a:cs typeface="Arial" panose="020B0604020202020204" pitchFamily="34" charset="0"/>
            </a:rPr>
            <a:t>Se invoca el micro de seguridad operativa CMC para comprobar que el usuario tiene el rol de firma del PaaS de Banca Electrónica.</a:t>
          </a:r>
          <a:endParaRPr lang="es-ES" sz="1200" kern="1200" dirty="0">
            <a:solidFill>
              <a:srgbClr val="808080"/>
            </a:solidFill>
            <a:latin typeface="Arial" panose="020B0604020202020204" pitchFamily="34" charset="0"/>
            <a:ea typeface="+mn-ea"/>
            <a:cs typeface="Arial" panose="020B0604020202020204" pitchFamily="34" charset="0"/>
          </a:endParaRPr>
        </a:p>
      </dgm:t>
    </dgm:pt>
    <dgm:pt modelId="{CB1FBDAA-2F93-4E2D-9519-31D634C8CA55}" type="parTrans" cxnId="{1896FF68-6F6D-439C-BC66-391F0DBEE2F7}">
      <dgm:prSet/>
      <dgm:spPr/>
      <dgm:t>
        <a:bodyPr/>
        <a:lstStyle/>
        <a:p>
          <a:endParaRPr lang="es-ES"/>
        </a:p>
      </dgm:t>
    </dgm:pt>
    <dgm:pt modelId="{258FD1B6-85D5-4D74-A42F-5956B40A3CFB}" type="sibTrans" cxnId="{1896FF68-6F6D-439C-BC66-391F0DBEE2F7}">
      <dgm:prSet/>
      <dgm:spPr/>
      <dgm:t>
        <a:bodyPr/>
        <a:lstStyle/>
        <a:p>
          <a:endParaRPr lang="es-ES"/>
        </a:p>
      </dgm:t>
    </dgm:pt>
    <dgm:pt modelId="{649AB81D-6209-402B-8707-D6B05C1C6401}">
      <dgm:prSet custT="1"/>
      <dgm:spPr>
        <a:solidFill>
          <a:schemeClr val="bg1">
            <a:lumMod val="95000"/>
            <a:alpha val="90000"/>
          </a:schemeClr>
        </a:solidFill>
        <a:ln>
          <a:solidFill>
            <a:schemeClr val="bg2">
              <a:lumMod val="90000"/>
              <a:alpha val="90000"/>
            </a:schemeClr>
          </a:solidFill>
        </a:ln>
      </dgm:spPr>
      <dgm:t>
        <a:bodyPr/>
        <a:lstStyle/>
        <a:p>
          <a:r>
            <a:rPr lang="es-ES" sz="1200" kern="1200">
              <a:solidFill>
                <a:srgbClr val="808080"/>
              </a:solidFill>
              <a:latin typeface="Arial" panose="020B0604020202020204" pitchFamily="34" charset="0"/>
              <a:ea typeface="+mn-ea"/>
              <a:cs typeface="Arial" panose="020B0604020202020204" pitchFamily="34" charset="0"/>
            </a:rPr>
            <a:t>Se incluye el token de firma cuando se llama al patrón de firma (OSS de servicios comunes), el servicio core que reciba la petición desde el canal debe comprobar dicho token volviendo a llamar al servicio OSS.</a:t>
          </a:r>
          <a:endParaRPr lang="es-ES" sz="1200" kern="1200" dirty="0">
            <a:solidFill>
              <a:srgbClr val="808080"/>
            </a:solidFill>
            <a:latin typeface="Arial" panose="020B0604020202020204" pitchFamily="34" charset="0"/>
            <a:ea typeface="+mn-ea"/>
            <a:cs typeface="Arial" panose="020B0604020202020204" pitchFamily="34" charset="0"/>
          </a:endParaRPr>
        </a:p>
      </dgm:t>
    </dgm:pt>
    <dgm:pt modelId="{5474CE64-DD05-4733-8491-23415EC5FF96}" type="parTrans" cxnId="{F72ABB24-B160-4A32-A7D7-DA6B7771E5DB}">
      <dgm:prSet/>
      <dgm:spPr/>
      <dgm:t>
        <a:bodyPr/>
        <a:lstStyle/>
        <a:p>
          <a:endParaRPr lang="es-ES"/>
        </a:p>
      </dgm:t>
    </dgm:pt>
    <dgm:pt modelId="{02FCDB0F-FBC4-4BDA-A2D5-8E7788F91582}" type="sibTrans" cxnId="{F72ABB24-B160-4A32-A7D7-DA6B7771E5DB}">
      <dgm:prSet/>
      <dgm:spPr/>
      <dgm:t>
        <a:bodyPr/>
        <a:lstStyle/>
        <a:p>
          <a:endParaRPr lang="es-ES"/>
        </a:p>
      </dgm:t>
    </dgm:pt>
    <dgm:pt modelId="{7490A645-7BAF-444C-93A1-01203704A41E}">
      <dgm:prSet custT="1"/>
      <dgm:spPr/>
      <dgm:t>
        <a:bodyPr/>
        <a:lstStyle/>
        <a:p>
          <a:endParaRPr lang="es-ES" sz="1200" kern="1200" dirty="0">
            <a:solidFill>
              <a:srgbClr val="808080"/>
            </a:solidFill>
            <a:latin typeface="Arial" panose="020B0604020202020204" pitchFamily="34" charset="0"/>
            <a:ea typeface="+mn-ea"/>
            <a:cs typeface="Arial" panose="020B0604020202020204" pitchFamily="34" charset="0"/>
          </a:endParaRPr>
        </a:p>
      </dgm:t>
    </dgm:pt>
    <dgm:pt modelId="{A18B8A2D-1601-452E-A6FE-4798B2562E4B}" type="parTrans" cxnId="{84196604-36AE-487F-A3D4-8DA02E776F6E}">
      <dgm:prSet/>
      <dgm:spPr/>
      <dgm:t>
        <a:bodyPr/>
        <a:lstStyle/>
        <a:p>
          <a:endParaRPr lang="es-ES"/>
        </a:p>
      </dgm:t>
    </dgm:pt>
    <dgm:pt modelId="{0FD12415-DDAA-4C16-BA7A-CD121409E459}" type="sibTrans" cxnId="{84196604-36AE-487F-A3D4-8DA02E776F6E}">
      <dgm:prSet/>
      <dgm:spPr/>
      <dgm:t>
        <a:bodyPr/>
        <a:lstStyle/>
        <a:p>
          <a:endParaRPr lang="es-ES"/>
        </a:p>
      </dgm:t>
    </dgm:pt>
    <dgm:pt modelId="{C72BF0EB-3839-43D4-A631-34BE9EE2A5C7}">
      <dgm:prSet custT="1"/>
      <dgm:spPr>
        <a:solidFill>
          <a:schemeClr val="bg1">
            <a:lumMod val="95000"/>
            <a:alpha val="90000"/>
          </a:schemeClr>
        </a:solidFill>
        <a:ln>
          <a:solidFill>
            <a:schemeClr val="bg2">
              <a:lumMod val="90000"/>
              <a:alpha val="90000"/>
            </a:schemeClr>
          </a:solidFill>
        </a:ln>
      </dgm:spPr>
      <dgm:t>
        <a:bodyPr/>
        <a:lstStyle/>
        <a:p>
          <a:endParaRPr lang="es-ES" sz="1200" kern="1200" dirty="0">
            <a:solidFill>
              <a:srgbClr val="808080"/>
            </a:solidFill>
            <a:latin typeface="Arial" panose="020B0604020202020204" pitchFamily="34" charset="0"/>
            <a:ea typeface="+mn-ea"/>
            <a:cs typeface="Arial" panose="020B0604020202020204" pitchFamily="34" charset="0"/>
          </a:endParaRPr>
        </a:p>
      </dgm:t>
    </dgm:pt>
    <dgm:pt modelId="{D30E45A6-66D1-43D3-A98C-905C253A2E6F}" type="parTrans" cxnId="{D9FAC2B9-9234-407C-8FCB-DEE39CC24AA6}">
      <dgm:prSet/>
      <dgm:spPr/>
      <dgm:t>
        <a:bodyPr/>
        <a:lstStyle/>
        <a:p>
          <a:endParaRPr lang="es-ES"/>
        </a:p>
      </dgm:t>
    </dgm:pt>
    <dgm:pt modelId="{49943DFF-4010-4F92-9ECF-9C78FC685CDA}" type="sibTrans" cxnId="{D9FAC2B9-9234-407C-8FCB-DEE39CC24AA6}">
      <dgm:prSet/>
      <dgm:spPr/>
      <dgm:t>
        <a:bodyPr/>
        <a:lstStyle/>
        <a:p>
          <a:endParaRPr lang="es-ES"/>
        </a:p>
      </dgm:t>
    </dgm:pt>
    <dgm:pt modelId="{55D73D69-6077-42EF-9C94-11CF7F7EF3B3}">
      <dgm:prSet custT="1"/>
      <dgm:spPr/>
      <dgm:t>
        <a:bodyPr/>
        <a:lstStyle/>
        <a:p>
          <a:r>
            <a:rPr lang="es-ES" sz="1200" kern="1200">
              <a:solidFill>
                <a:srgbClr val="808080"/>
              </a:solidFill>
              <a:latin typeface="Arial" panose="020B0604020202020204" pitchFamily="34" charset="0"/>
              <a:ea typeface="+mn-ea"/>
              <a:cs typeface="Arial" panose="020B0604020202020204" pitchFamily="34" charset="0"/>
            </a:rPr>
            <a:t>Relativo al chatbot se debe incluir:</a:t>
          </a:r>
          <a:endParaRPr lang="es-ES" sz="1200" kern="1200" dirty="0">
            <a:solidFill>
              <a:srgbClr val="808080"/>
            </a:solidFill>
            <a:latin typeface="Arial" panose="020B0604020202020204" pitchFamily="34" charset="0"/>
            <a:ea typeface="+mn-ea"/>
            <a:cs typeface="Arial" panose="020B0604020202020204" pitchFamily="34" charset="0"/>
          </a:endParaRPr>
        </a:p>
      </dgm:t>
    </dgm:pt>
    <dgm:pt modelId="{8571F438-FA3D-4737-BEFE-3B4D0AFA0677}" type="parTrans" cxnId="{BAAED435-B625-4699-9711-F3DDC327157F}">
      <dgm:prSet/>
      <dgm:spPr/>
      <dgm:t>
        <a:bodyPr/>
        <a:lstStyle/>
        <a:p>
          <a:endParaRPr lang="es-ES"/>
        </a:p>
      </dgm:t>
    </dgm:pt>
    <dgm:pt modelId="{E3667D4A-9313-4F6B-9631-DF084EC88996}" type="sibTrans" cxnId="{BAAED435-B625-4699-9711-F3DDC327157F}">
      <dgm:prSet/>
      <dgm:spPr/>
      <dgm:t>
        <a:bodyPr/>
        <a:lstStyle/>
        <a:p>
          <a:endParaRPr lang="es-ES"/>
        </a:p>
      </dgm:t>
    </dgm:pt>
    <dgm:pt modelId="{A89E4A67-2D13-4D30-948F-AEFA67568B1A}">
      <dgm:prSet custT="1"/>
      <dgm:spPr/>
      <dgm:t>
        <a:bodyPr/>
        <a:lstStyle/>
        <a:p>
          <a:endParaRPr lang="es-ES" sz="1200" kern="1200" dirty="0">
            <a:solidFill>
              <a:srgbClr val="808080"/>
            </a:solidFill>
            <a:latin typeface="Arial" panose="020B0604020202020204" pitchFamily="34" charset="0"/>
            <a:ea typeface="+mn-ea"/>
            <a:cs typeface="Arial" panose="020B0604020202020204" pitchFamily="34" charset="0"/>
          </a:endParaRPr>
        </a:p>
      </dgm:t>
    </dgm:pt>
    <dgm:pt modelId="{15310393-B9BC-470D-B46E-02E7503AF521}" type="parTrans" cxnId="{CC81B257-8A60-4E7D-A4A9-4BDA55801868}">
      <dgm:prSet/>
      <dgm:spPr/>
      <dgm:t>
        <a:bodyPr/>
        <a:lstStyle/>
        <a:p>
          <a:endParaRPr lang="es-ES"/>
        </a:p>
      </dgm:t>
    </dgm:pt>
    <dgm:pt modelId="{52441D1D-217E-4C8B-AC71-F7BB1377D525}" type="sibTrans" cxnId="{CC81B257-8A60-4E7D-A4A9-4BDA55801868}">
      <dgm:prSet/>
      <dgm:spPr/>
      <dgm:t>
        <a:bodyPr/>
        <a:lstStyle/>
        <a:p>
          <a:endParaRPr lang="es-ES"/>
        </a:p>
      </dgm:t>
    </dgm:pt>
    <dgm:pt modelId="{166FBF01-17E8-4268-AF4C-79CE91110A8E}">
      <dgm:prSet custT="1"/>
      <dgm:spPr/>
      <dgm:t>
        <a:bodyPr/>
        <a:lstStyle/>
        <a:p>
          <a:pPr>
            <a:buSzPts val="1000"/>
            <a:buFont typeface="Symbol" panose="05050102010706020507" pitchFamily="18" charset="2"/>
            <a:buChar char=""/>
          </a:pPr>
          <a:r>
            <a:rPr lang="es-ES" sz="1200" kern="1200">
              <a:solidFill>
                <a:srgbClr val="808080"/>
              </a:solidFill>
              <a:latin typeface="Arial" panose="020B0604020202020204" pitchFamily="34" charset="0"/>
              <a:ea typeface="+mn-ea"/>
              <a:cs typeface="Arial" panose="020B0604020202020204" pitchFamily="34" charset="0"/>
            </a:rPr>
            <a:t>Al iniciar el chat, informar al no cliente que no comparta información sensible.</a:t>
          </a:r>
          <a:endParaRPr lang="es-ES" sz="1200" kern="1200" dirty="0">
            <a:solidFill>
              <a:srgbClr val="808080"/>
            </a:solidFill>
            <a:latin typeface="Arial" panose="020B0604020202020204" pitchFamily="34" charset="0"/>
            <a:ea typeface="+mn-ea"/>
            <a:cs typeface="Arial" panose="020B0604020202020204" pitchFamily="34" charset="0"/>
          </a:endParaRPr>
        </a:p>
      </dgm:t>
    </dgm:pt>
    <dgm:pt modelId="{D50BF2A4-7CE4-467F-98B9-8B1E462E94B1}" type="parTrans" cxnId="{1234BEF6-154A-481A-9755-84164E097250}">
      <dgm:prSet/>
      <dgm:spPr/>
      <dgm:t>
        <a:bodyPr/>
        <a:lstStyle/>
        <a:p>
          <a:endParaRPr lang="es-ES"/>
        </a:p>
      </dgm:t>
    </dgm:pt>
    <dgm:pt modelId="{893B8F69-FBF8-4F8F-A991-7F65CC0E432E}" type="sibTrans" cxnId="{1234BEF6-154A-481A-9755-84164E097250}">
      <dgm:prSet/>
      <dgm:spPr/>
      <dgm:t>
        <a:bodyPr/>
        <a:lstStyle/>
        <a:p>
          <a:endParaRPr lang="es-ES"/>
        </a:p>
      </dgm:t>
    </dgm:pt>
    <dgm:pt modelId="{D121C3D0-DEC6-4A3E-AF3E-D050E4BE3020}">
      <dgm:prSet custT="1"/>
      <dgm:spPr/>
      <dgm:t>
        <a:bodyPr/>
        <a:lstStyle/>
        <a:p>
          <a:pPr>
            <a:buSzPts val="1000"/>
            <a:buFont typeface="Symbol" panose="05050102010706020507" pitchFamily="18" charset="2"/>
            <a:buChar char=""/>
          </a:pPr>
          <a:r>
            <a:rPr lang="es-ES" sz="1200" kern="1200">
              <a:solidFill>
                <a:srgbClr val="808080"/>
              </a:solidFill>
              <a:latin typeface="Arial" panose="020B0604020202020204" pitchFamily="34" charset="0"/>
              <a:ea typeface="+mn-ea"/>
              <a:cs typeface="Arial" panose="020B0604020202020204" pitchFamily="34" charset="0"/>
            </a:rPr>
            <a:t>Como medida adicional, incluir reglas para ofuscar información sensible. </a:t>
          </a:r>
          <a:endParaRPr lang="es-ES" sz="1200" kern="1200" dirty="0">
            <a:solidFill>
              <a:srgbClr val="808080"/>
            </a:solidFill>
            <a:latin typeface="Arial" panose="020B0604020202020204" pitchFamily="34" charset="0"/>
            <a:ea typeface="+mn-ea"/>
            <a:cs typeface="Arial" panose="020B0604020202020204" pitchFamily="34" charset="0"/>
          </a:endParaRPr>
        </a:p>
      </dgm:t>
    </dgm:pt>
    <dgm:pt modelId="{52E899CB-12AE-498D-8119-5BABBAAB92A7}" type="parTrans" cxnId="{1D336CBD-1CBA-4414-8192-3EFA0191A4DD}">
      <dgm:prSet/>
      <dgm:spPr/>
      <dgm:t>
        <a:bodyPr/>
        <a:lstStyle/>
        <a:p>
          <a:endParaRPr lang="es-ES"/>
        </a:p>
      </dgm:t>
    </dgm:pt>
    <dgm:pt modelId="{42E6E99D-B347-4863-8EE0-DF1A90A6B911}" type="sibTrans" cxnId="{1D336CBD-1CBA-4414-8192-3EFA0191A4DD}">
      <dgm:prSet/>
      <dgm:spPr/>
      <dgm:t>
        <a:bodyPr/>
        <a:lstStyle/>
        <a:p>
          <a:endParaRPr lang="es-ES"/>
        </a:p>
      </dgm:t>
    </dgm:pt>
    <dgm:pt modelId="{E5E37BCD-82D3-4AFF-82B9-941CAD065BBF}">
      <dgm:prSet custT="1"/>
      <dgm:spPr/>
      <dgm:t>
        <a:bodyPr/>
        <a:lstStyle/>
        <a:p>
          <a:pPr>
            <a:buSzPts val="1000"/>
            <a:buFont typeface="Symbol" panose="05050102010706020507" pitchFamily="18" charset="2"/>
            <a:buChar char=""/>
          </a:pPr>
          <a:r>
            <a:rPr lang="es-ES" sz="1200" kern="1200">
              <a:solidFill>
                <a:srgbClr val="808080"/>
              </a:solidFill>
              <a:latin typeface="Arial" panose="020B0604020202020204" pitchFamily="34" charset="0"/>
              <a:ea typeface="+mn-ea"/>
              <a:cs typeface="Arial" panose="020B0604020202020204" pitchFamily="34" charset="0"/>
            </a:rPr>
            <a:t>Con respecto al asunto del acceso al backstage, para la creación de los chats y contenidos, los usuarios de Santander deberían conectarse con dicha plataforma a través de una integración con SSO. No obstante, tal y como indicáis en la reunión, no es posible debido a que actualmente se está utilizando una integración con usuarios propios de Inbenta para los chat privados existentes. Lo indico como punto de atención.</a:t>
          </a:r>
          <a:endParaRPr lang="es-ES" sz="1200" kern="1200" dirty="0">
            <a:solidFill>
              <a:srgbClr val="808080"/>
            </a:solidFill>
            <a:latin typeface="Arial" panose="020B0604020202020204" pitchFamily="34" charset="0"/>
            <a:ea typeface="+mn-ea"/>
            <a:cs typeface="Arial" panose="020B0604020202020204" pitchFamily="34" charset="0"/>
          </a:endParaRPr>
        </a:p>
      </dgm:t>
    </dgm:pt>
    <dgm:pt modelId="{09253011-0207-4418-B896-1A1A6CA9519F}" type="parTrans" cxnId="{A0497E08-0474-4F32-BFB5-84A4D3B10A3A}">
      <dgm:prSet/>
      <dgm:spPr/>
      <dgm:t>
        <a:bodyPr/>
        <a:lstStyle/>
        <a:p>
          <a:endParaRPr lang="es-ES"/>
        </a:p>
      </dgm:t>
    </dgm:pt>
    <dgm:pt modelId="{A98682AC-063F-452C-9439-6FC6ADED6484}" type="sibTrans" cxnId="{A0497E08-0474-4F32-BFB5-84A4D3B10A3A}">
      <dgm:prSet/>
      <dgm:spPr/>
      <dgm:t>
        <a:bodyPr/>
        <a:lstStyle/>
        <a:p>
          <a:endParaRPr lang="es-ES"/>
        </a:p>
      </dgm:t>
    </dgm:pt>
    <dgm:pt modelId="{31892256-FD9E-4CE0-8279-DF9C23A4E7A9}">
      <dgm:prSet custT="1"/>
      <dgm:spPr/>
      <dgm:t>
        <a:bodyPr/>
        <a:lstStyle/>
        <a:p>
          <a:endParaRPr lang="es-ES" sz="1200" kern="1200" dirty="0">
            <a:solidFill>
              <a:srgbClr val="808080"/>
            </a:solidFill>
            <a:latin typeface="Arial" panose="020B0604020202020204" pitchFamily="34" charset="0"/>
            <a:ea typeface="+mn-ea"/>
            <a:cs typeface="Arial" panose="020B0604020202020204" pitchFamily="34" charset="0"/>
          </a:endParaRPr>
        </a:p>
      </dgm:t>
    </dgm:pt>
    <dgm:pt modelId="{739AFA12-0B8A-4AEA-B2DC-73CBA6B5CF78}" type="sibTrans" cxnId="{54F75C1B-3F24-40E6-93CF-802D6F1F3CD9}">
      <dgm:prSet/>
      <dgm:spPr/>
      <dgm:t>
        <a:bodyPr/>
        <a:lstStyle/>
        <a:p>
          <a:endParaRPr lang="es-ES"/>
        </a:p>
      </dgm:t>
    </dgm:pt>
    <dgm:pt modelId="{E15E29DA-6B5E-4EE9-9F7C-BB4292C26640}" type="parTrans" cxnId="{54F75C1B-3F24-40E6-93CF-802D6F1F3CD9}">
      <dgm:prSet/>
      <dgm:spPr/>
      <dgm:t>
        <a:bodyPr/>
        <a:lstStyle/>
        <a:p>
          <a:endParaRPr lang="es-ES"/>
        </a:p>
      </dgm:t>
    </dgm:pt>
    <dgm:pt modelId="{1162169F-8A7A-446B-9951-4E9EFCA9C666}">
      <dgm:prSet custT="1"/>
      <dgm:spPr/>
      <dgm:t>
        <a:bodyPr/>
        <a:lstStyle/>
        <a:p>
          <a:pPr>
            <a:buSzPts val="1000"/>
            <a:buFont typeface="Symbol" panose="05050102010706020507" pitchFamily="18" charset="2"/>
            <a:buChar char=""/>
          </a:pPr>
          <a:endParaRPr lang="es-ES" sz="1200" kern="1200" dirty="0">
            <a:solidFill>
              <a:srgbClr val="808080"/>
            </a:solidFill>
            <a:latin typeface="Arial" panose="020B0604020202020204" pitchFamily="34" charset="0"/>
            <a:ea typeface="+mn-ea"/>
            <a:cs typeface="Arial" panose="020B0604020202020204" pitchFamily="34" charset="0"/>
          </a:endParaRPr>
        </a:p>
      </dgm:t>
    </dgm:pt>
    <dgm:pt modelId="{288CD5DE-1BB9-4EBC-9498-CD346C6A3DF2}" type="parTrans" cxnId="{D2094917-9D3F-4CE3-8918-C9AB87A5E728}">
      <dgm:prSet/>
      <dgm:spPr/>
      <dgm:t>
        <a:bodyPr/>
        <a:lstStyle/>
        <a:p>
          <a:endParaRPr lang="es-ES"/>
        </a:p>
      </dgm:t>
    </dgm:pt>
    <dgm:pt modelId="{3FBAC081-EC57-4CBD-86CD-BABBC9D54B41}" type="sibTrans" cxnId="{D2094917-9D3F-4CE3-8918-C9AB87A5E728}">
      <dgm:prSet/>
      <dgm:spPr/>
      <dgm:t>
        <a:bodyPr/>
        <a:lstStyle/>
        <a:p>
          <a:endParaRPr lang="es-ES"/>
        </a:p>
      </dgm:t>
    </dgm:pt>
    <dgm:pt modelId="{8AA9D3C5-B620-43BE-B9E5-36E1164C5E02}">
      <dgm:prSet custT="1"/>
      <dgm:spPr/>
      <dgm:t>
        <a:bodyPr/>
        <a:lstStyle/>
        <a:p>
          <a:endParaRPr lang="es-ES" sz="1200" kern="1200" dirty="0">
            <a:solidFill>
              <a:srgbClr val="808080"/>
            </a:solidFill>
            <a:latin typeface="Arial" panose="020B0604020202020204" pitchFamily="34" charset="0"/>
            <a:ea typeface="+mn-ea"/>
            <a:cs typeface="Arial" panose="020B0604020202020204" pitchFamily="34" charset="0"/>
          </a:endParaRPr>
        </a:p>
      </dgm:t>
    </dgm:pt>
    <dgm:pt modelId="{AE64F39E-3B6A-4BD2-AC0F-68D0F33AFA51}" type="parTrans" cxnId="{327024A3-B33F-42C2-9713-ADA77BC52ADB}">
      <dgm:prSet/>
      <dgm:spPr/>
      <dgm:t>
        <a:bodyPr/>
        <a:lstStyle/>
        <a:p>
          <a:endParaRPr lang="es-ES"/>
        </a:p>
      </dgm:t>
    </dgm:pt>
    <dgm:pt modelId="{2C1174E4-BAB9-477D-AB83-8B77932396A7}" type="sibTrans" cxnId="{327024A3-B33F-42C2-9713-ADA77BC52ADB}">
      <dgm:prSet/>
      <dgm:spPr/>
      <dgm:t>
        <a:bodyPr/>
        <a:lstStyle/>
        <a:p>
          <a:endParaRPr lang="es-ES"/>
        </a:p>
      </dgm:t>
    </dgm:pt>
    <dgm:pt modelId="{EA89F890-4161-4603-8D91-64A85C9C3AD5}">
      <dgm:prSet custT="1"/>
      <dgm:spPr/>
      <dgm:t>
        <a:bodyPr/>
        <a:lstStyle/>
        <a:p>
          <a:pPr>
            <a:buSzPts val="1000"/>
            <a:buFont typeface="Symbol" panose="05050102010706020507" pitchFamily="18" charset="2"/>
            <a:buChar char=""/>
          </a:pPr>
          <a:r>
            <a:rPr lang="es-ES" sz="1200" kern="1200">
              <a:solidFill>
                <a:srgbClr val="808080"/>
              </a:solidFill>
              <a:latin typeface="Arial" panose="020B0604020202020204" pitchFamily="34" charset="0"/>
              <a:ea typeface="+mn-ea"/>
              <a:cs typeface="Arial" panose="020B0604020202020204" pitchFamily="34" charset="0"/>
            </a:rPr>
            <a:t>El modelo de seguridad de el componente de Chatbot queda fuera de este diseño y se define en Ref3</a:t>
          </a:r>
          <a:endParaRPr lang="es-ES" sz="1200" kern="1200" dirty="0">
            <a:solidFill>
              <a:srgbClr val="808080"/>
            </a:solidFill>
            <a:latin typeface="Arial" panose="020B0604020202020204" pitchFamily="34" charset="0"/>
            <a:ea typeface="+mn-ea"/>
            <a:cs typeface="Arial" panose="020B0604020202020204" pitchFamily="34" charset="0"/>
          </a:endParaRPr>
        </a:p>
      </dgm:t>
    </dgm:pt>
    <dgm:pt modelId="{77BDECA9-005C-4FF8-AB78-9BEC8B944321}" type="parTrans" cxnId="{37731B0E-1257-40AC-90B0-D2061AC31091}">
      <dgm:prSet/>
      <dgm:spPr/>
      <dgm:t>
        <a:bodyPr/>
        <a:lstStyle/>
        <a:p>
          <a:endParaRPr lang="es-ES"/>
        </a:p>
      </dgm:t>
    </dgm:pt>
    <dgm:pt modelId="{874DBA46-6F0A-4419-A905-B87D133B7766}" type="sibTrans" cxnId="{37731B0E-1257-40AC-90B0-D2061AC31091}">
      <dgm:prSet/>
      <dgm:spPr/>
      <dgm:t>
        <a:bodyPr/>
        <a:lstStyle/>
        <a:p>
          <a:endParaRPr lang="es-ES"/>
        </a:p>
      </dgm:t>
    </dgm:pt>
    <dgm:pt modelId="{9DCF1348-1819-4095-AA9C-1518DFFA1587}">
      <dgm:prSet custT="1"/>
      <dgm:spPr/>
      <dgm:t>
        <a:bodyPr/>
        <a:lstStyle/>
        <a:p>
          <a:pPr>
            <a:buSzPts val="1000"/>
            <a:buFont typeface="Symbol" panose="05050102010706020507" pitchFamily="18" charset="2"/>
            <a:buChar char=""/>
          </a:pPr>
          <a:endParaRPr lang="es-ES" sz="1200" kern="1200" dirty="0">
            <a:solidFill>
              <a:srgbClr val="808080"/>
            </a:solidFill>
            <a:latin typeface="Arial" panose="020B0604020202020204" pitchFamily="34" charset="0"/>
            <a:ea typeface="+mn-ea"/>
            <a:cs typeface="Arial" panose="020B0604020202020204" pitchFamily="34" charset="0"/>
          </a:endParaRPr>
        </a:p>
      </dgm:t>
    </dgm:pt>
    <dgm:pt modelId="{9C467065-115D-4CD5-A34C-1751419E6309}" type="parTrans" cxnId="{1B804C7D-6962-4285-9A53-4B028FC88634}">
      <dgm:prSet/>
      <dgm:spPr/>
      <dgm:t>
        <a:bodyPr/>
        <a:lstStyle/>
        <a:p>
          <a:endParaRPr lang="es-ES"/>
        </a:p>
      </dgm:t>
    </dgm:pt>
    <dgm:pt modelId="{08974244-BE32-404D-AA43-3724C7114A43}" type="sibTrans" cxnId="{1B804C7D-6962-4285-9A53-4B028FC88634}">
      <dgm:prSet/>
      <dgm:spPr/>
      <dgm:t>
        <a:bodyPr/>
        <a:lstStyle/>
        <a:p>
          <a:endParaRPr lang="es-ES"/>
        </a:p>
      </dgm:t>
    </dgm:pt>
    <dgm:pt modelId="{298EC1F6-5D6C-4930-A7F7-5E8F043B451E}">
      <dgm:prSet custT="1"/>
      <dgm:spPr/>
      <dgm:t>
        <a:bodyPr/>
        <a:lstStyle/>
        <a:p>
          <a:pPr>
            <a:buClr>
              <a:schemeClr val="accent2"/>
            </a:buClr>
            <a:buSzPct val="100000"/>
            <a:buChar char="•"/>
          </a:pPr>
          <a:r>
            <a:rPr lang="es-ES" sz="1200" kern="1200">
              <a:solidFill>
                <a:srgbClr val="808080"/>
              </a:solidFill>
              <a:latin typeface="Arial" panose="020B0604020202020204" pitchFamily="34" charset="0"/>
              <a:ea typeface="+mn-ea"/>
              <a:cs typeface="Arial" panose="020B0604020202020204" pitchFamily="34" charset="0"/>
            </a:rPr>
            <a:t>Basada en la seguridad de acceso a S3 de CCC.</a:t>
          </a:r>
          <a:endParaRPr lang="es-ES" sz="1200" kern="1200" dirty="0">
            <a:solidFill>
              <a:srgbClr val="808080"/>
            </a:solidFill>
            <a:latin typeface="Arial" panose="020B0604020202020204" pitchFamily="34" charset="0"/>
            <a:ea typeface="+mn-ea"/>
            <a:cs typeface="Arial" panose="020B0604020202020204" pitchFamily="34" charset="0"/>
          </a:endParaRPr>
        </a:p>
      </dgm:t>
    </dgm:pt>
    <dgm:pt modelId="{B14D02BA-364F-4E65-B642-519DB4EB321D}" type="parTrans" cxnId="{7EC19459-4E2D-47FF-BAD3-5801E81EADAE}">
      <dgm:prSet/>
      <dgm:spPr/>
      <dgm:t>
        <a:bodyPr/>
        <a:lstStyle/>
        <a:p>
          <a:endParaRPr lang="es-ES"/>
        </a:p>
      </dgm:t>
    </dgm:pt>
    <dgm:pt modelId="{BFE5A376-5DA7-4A74-8F53-7A56DF418EC2}" type="sibTrans" cxnId="{7EC19459-4E2D-47FF-BAD3-5801E81EADAE}">
      <dgm:prSet/>
      <dgm:spPr/>
      <dgm:t>
        <a:bodyPr/>
        <a:lstStyle/>
        <a:p>
          <a:endParaRPr lang="es-ES"/>
        </a:p>
      </dgm:t>
    </dgm:pt>
    <dgm:pt modelId="{99800280-03F9-47AB-8E1F-71333C14F78B}">
      <dgm:prSet custT="1"/>
      <dgm:spPr/>
      <dgm:t>
        <a:bodyPr/>
        <a:lstStyle/>
        <a:p>
          <a:pPr>
            <a:buSzPts val="1000"/>
            <a:buFont typeface="Symbol" panose="05050102010706020507" pitchFamily="18" charset="2"/>
            <a:buNone/>
          </a:pPr>
          <a:endParaRPr lang="es-ES" sz="1200" kern="1200" dirty="0">
            <a:solidFill>
              <a:srgbClr val="808080"/>
            </a:solidFill>
            <a:latin typeface="Arial" panose="020B0604020202020204" pitchFamily="34" charset="0"/>
            <a:ea typeface="+mn-ea"/>
            <a:cs typeface="Arial" panose="020B0604020202020204" pitchFamily="34" charset="0"/>
          </a:endParaRPr>
        </a:p>
      </dgm:t>
    </dgm:pt>
    <dgm:pt modelId="{89F2108B-85D2-4ABC-8E43-B8D10227D416}" type="parTrans" cxnId="{685F50E7-CE87-49C4-AF46-41B9FC26FF77}">
      <dgm:prSet/>
      <dgm:spPr/>
      <dgm:t>
        <a:bodyPr/>
        <a:lstStyle/>
        <a:p>
          <a:endParaRPr lang="es-ES"/>
        </a:p>
      </dgm:t>
    </dgm:pt>
    <dgm:pt modelId="{63BD3F61-C853-42B0-921F-FC2DAA86538F}" type="sibTrans" cxnId="{685F50E7-CE87-49C4-AF46-41B9FC26FF77}">
      <dgm:prSet/>
      <dgm:spPr/>
      <dgm:t>
        <a:bodyPr/>
        <a:lstStyle/>
        <a:p>
          <a:endParaRPr lang="es-ES"/>
        </a:p>
      </dgm:t>
    </dgm:pt>
    <dgm:pt modelId="{B40A0AF1-97AF-4F90-9B90-611D0E0FADA6}">
      <dgm:prSet phldrT="[Texto]" custT="1"/>
      <dgm:spPr>
        <a:solidFill>
          <a:schemeClr val="bg1">
            <a:lumMod val="95000"/>
            <a:alpha val="90000"/>
          </a:schemeClr>
        </a:solidFill>
        <a:ln>
          <a:solidFill>
            <a:schemeClr val="bg2">
              <a:lumMod val="90000"/>
              <a:alpha val="90000"/>
            </a:schemeClr>
          </a:solidFill>
        </a:ln>
      </dgm:spPr>
      <dgm:t>
        <a:bodyPr/>
        <a:lstStyle/>
        <a:p>
          <a:pPr>
            <a:buClr>
              <a:schemeClr val="accent2"/>
            </a:buClr>
            <a:buSzPct val="100000"/>
            <a:buChar char="•"/>
          </a:pPr>
          <a:r>
            <a:rPr lang="es-ES" sz="1400" kern="1200">
              <a:solidFill>
                <a:srgbClr val="808080"/>
              </a:solidFill>
              <a:latin typeface="Arial" panose="020B0604020202020204" pitchFamily="34" charset="0"/>
              <a:ea typeface="+mn-ea"/>
              <a:cs typeface="Arial" panose="020B0604020202020204" pitchFamily="34" charset="0"/>
            </a:rPr>
            <a:t>Usuario asignado a S3 creado por CCC.</a:t>
          </a:r>
          <a:endParaRPr lang="es-ES" sz="1400" kern="1200" dirty="0">
            <a:solidFill>
              <a:srgbClr val="808080"/>
            </a:solidFill>
            <a:latin typeface="Arial" panose="020B0604020202020204" pitchFamily="34" charset="0"/>
            <a:ea typeface="+mn-ea"/>
            <a:cs typeface="Arial" panose="020B0604020202020204" pitchFamily="34" charset="0"/>
          </a:endParaRPr>
        </a:p>
      </dgm:t>
    </dgm:pt>
    <dgm:pt modelId="{3B8878FD-916F-4E85-AAF6-694C078DDB80}" type="parTrans" cxnId="{A72AB026-7134-4CE1-9ABB-8719E64D61BB}">
      <dgm:prSet/>
      <dgm:spPr/>
      <dgm:t>
        <a:bodyPr/>
        <a:lstStyle/>
        <a:p>
          <a:endParaRPr lang="es-ES"/>
        </a:p>
      </dgm:t>
    </dgm:pt>
    <dgm:pt modelId="{2A5560B2-5AB4-4101-9222-B607582EA74A}" type="sibTrans" cxnId="{A72AB026-7134-4CE1-9ABB-8719E64D61BB}">
      <dgm:prSet/>
      <dgm:spPr/>
      <dgm:t>
        <a:bodyPr/>
        <a:lstStyle/>
        <a:p>
          <a:endParaRPr lang="es-ES"/>
        </a:p>
      </dgm:t>
    </dgm:pt>
    <dgm:pt modelId="{30EEBD66-2446-4B9E-9A98-ABE86ABEB569}" type="pres">
      <dgm:prSet presAssocID="{65A803C9-2B90-49F2-BFE2-63DD151E2004}" presName="Name0" presStyleCnt="0">
        <dgm:presLayoutVars>
          <dgm:dir/>
          <dgm:animLvl val="lvl"/>
          <dgm:resizeHandles val="exact"/>
        </dgm:presLayoutVars>
      </dgm:prSet>
      <dgm:spPr/>
    </dgm:pt>
    <dgm:pt modelId="{8797EDF3-8A49-427C-B6BB-4967E136DB0B}" type="pres">
      <dgm:prSet presAssocID="{B947BA75-9104-45D7-B289-2D09902F93AA}" presName="linNode" presStyleCnt="0"/>
      <dgm:spPr/>
    </dgm:pt>
    <dgm:pt modelId="{1C578EC4-B958-489D-8921-FE9B3D64799A}" type="pres">
      <dgm:prSet presAssocID="{B947BA75-9104-45D7-B289-2D09902F93AA}" presName="parentText" presStyleLbl="node1" presStyleIdx="0" presStyleCnt="2" custScaleX="66870" custScaleY="31948">
        <dgm:presLayoutVars>
          <dgm:chMax val="1"/>
          <dgm:bulletEnabled val="1"/>
        </dgm:presLayoutVars>
      </dgm:prSet>
      <dgm:spPr/>
    </dgm:pt>
    <dgm:pt modelId="{9E2546A7-3AF7-47A1-A580-C8AC2D643050}" type="pres">
      <dgm:prSet presAssocID="{B947BA75-9104-45D7-B289-2D09902F93AA}" presName="descendantText" presStyleLbl="alignAccFollowNode1" presStyleIdx="0" presStyleCnt="2" custScaleX="118063" custScaleY="323357">
        <dgm:presLayoutVars>
          <dgm:bulletEnabled val="1"/>
        </dgm:presLayoutVars>
      </dgm:prSet>
      <dgm:spPr/>
    </dgm:pt>
    <dgm:pt modelId="{B06E37E7-97B2-4AC1-AE05-A5F0E661E935}" type="pres">
      <dgm:prSet presAssocID="{FC27FD87-B744-4825-A3BD-1A3A02AC8620}" presName="sp" presStyleCnt="0"/>
      <dgm:spPr/>
    </dgm:pt>
    <dgm:pt modelId="{87BBF5DA-61C7-4ABB-8DB6-A0CA5660EDB7}" type="pres">
      <dgm:prSet presAssocID="{698CF322-7B46-446F-888E-CA9D1EA872CC}" presName="linNode" presStyleCnt="0"/>
      <dgm:spPr/>
    </dgm:pt>
    <dgm:pt modelId="{668B995B-BD61-4CDA-8436-D36E8E88F4B1}" type="pres">
      <dgm:prSet presAssocID="{698CF322-7B46-446F-888E-CA9D1EA872CC}" presName="parentText" presStyleLbl="node1" presStyleIdx="1" presStyleCnt="2" custScaleX="66870" custScaleY="29683">
        <dgm:presLayoutVars>
          <dgm:chMax val="1"/>
          <dgm:bulletEnabled val="1"/>
        </dgm:presLayoutVars>
      </dgm:prSet>
      <dgm:spPr/>
    </dgm:pt>
    <dgm:pt modelId="{88CD91F5-364A-4848-A4E4-15E14C8B70C1}" type="pres">
      <dgm:prSet presAssocID="{698CF322-7B46-446F-888E-CA9D1EA872CC}" presName="descendantText" presStyleLbl="alignAccFollowNode1" presStyleIdx="1" presStyleCnt="2" custScaleX="118063" custScaleY="31553">
        <dgm:presLayoutVars>
          <dgm:bulletEnabled val="1"/>
        </dgm:presLayoutVars>
      </dgm:prSet>
      <dgm:spPr/>
    </dgm:pt>
  </dgm:ptLst>
  <dgm:cxnLst>
    <dgm:cxn modelId="{84196604-36AE-487F-A3D4-8DA02E776F6E}" srcId="{649AB81D-6209-402B-8707-D6B05C1C6401}" destId="{7490A645-7BAF-444C-93A1-01203704A41E}" srcOrd="0" destOrd="0" parTransId="{A18B8A2D-1601-452E-A6FE-4798B2562E4B}" sibTransId="{0FD12415-DDAA-4C16-BA7A-CD121409E459}"/>
    <dgm:cxn modelId="{A0497E08-0474-4F32-BFB5-84A4D3B10A3A}" srcId="{1162169F-8A7A-446B-9951-4E9EFCA9C666}" destId="{E5E37BCD-82D3-4AFF-82B9-941CAD065BBF}" srcOrd="0" destOrd="0" parTransId="{09253011-0207-4418-B896-1A1A6CA9519F}" sibTransId="{A98682AC-063F-452C-9439-6FC6ADED6484}"/>
    <dgm:cxn modelId="{5C76CC0B-52A2-4815-9A1F-5D457A19E7D0}" type="presOf" srcId="{A89E4A67-2D13-4D30-948F-AEFA67568B1A}" destId="{9E2546A7-3AF7-47A1-A580-C8AC2D643050}" srcOrd="0" destOrd="5" presId="urn:microsoft.com/office/officeart/2005/8/layout/vList5"/>
    <dgm:cxn modelId="{37731B0E-1257-40AC-90B0-D2061AC31091}" srcId="{B947BA75-9104-45D7-B289-2D09902F93AA}" destId="{EA89F890-4161-4603-8D91-64A85C9C3AD5}" srcOrd="10" destOrd="0" parTransId="{77BDECA9-005C-4FF8-AB78-9BEC8B944321}" sibTransId="{874DBA46-6F0A-4419-A905-B87D133B7766}"/>
    <dgm:cxn modelId="{744C1610-D1D7-4A26-828B-B2467998C705}" srcId="{698CF322-7B46-446F-888E-CA9D1EA872CC}" destId="{D8684972-E148-41A9-9221-B6F0B496403F}" srcOrd="0" destOrd="0" parTransId="{D5188DA5-B6C6-4821-9D99-AC5445639CB9}" sibTransId="{02402CB5-2003-4F0B-8861-5BBBD7F1BA98}"/>
    <dgm:cxn modelId="{E4323B12-A43B-40F7-9C9D-43E076851C08}" type="presOf" srcId="{65A803C9-2B90-49F2-BFE2-63DD151E2004}" destId="{30EEBD66-2446-4B9E-9A98-ABE86ABEB569}" srcOrd="0" destOrd="0" presId="urn:microsoft.com/office/officeart/2005/8/layout/vList5"/>
    <dgm:cxn modelId="{81643D12-6A64-4ED2-A0E1-F0AB2ACE858D}" type="presOf" srcId="{E5E37BCD-82D3-4AFF-82B9-941CAD065BBF}" destId="{9E2546A7-3AF7-47A1-A580-C8AC2D643050}" srcOrd="0" destOrd="12" presId="urn:microsoft.com/office/officeart/2005/8/layout/vList5"/>
    <dgm:cxn modelId="{D2094917-9D3F-4CE3-8918-C9AB87A5E728}" srcId="{B947BA75-9104-45D7-B289-2D09902F93AA}" destId="{1162169F-8A7A-446B-9951-4E9EFCA9C666}" srcOrd="8" destOrd="0" parTransId="{288CD5DE-1BB9-4EBC-9498-CD346C6A3DF2}" sibTransId="{3FBAC081-EC57-4CBD-86CD-BABBC9D54B41}"/>
    <dgm:cxn modelId="{54F75C1B-3F24-40E6-93CF-802D6F1F3CD9}" srcId="{B947BA75-9104-45D7-B289-2D09902F93AA}" destId="{31892256-FD9E-4CE0-8279-DF9C23A4E7A9}" srcOrd="7" destOrd="0" parTransId="{E15E29DA-6B5E-4EE9-9F7C-BB4292C26640}" sibTransId="{739AFA12-0B8A-4AEA-B2DC-73CBA6B5CF78}"/>
    <dgm:cxn modelId="{5A5FF720-9FF7-4F81-9CD7-FF4C845217B7}" type="presOf" srcId="{166FBF01-17E8-4268-AF4C-79CE91110A8E}" destId="{9E2546A7-3AF7-47A1-A580-C8AC2D643050}" srcOrd="0" destOrd="8" presId="urn:microsoft.com/office/officeart/2005/8/layout/vList5"/>
    <dgm:cxn modelId="{C8A53124-E624-44DE-BC6A-CE974E59886C}" type="presOf" srcId="{B40A0AF1-97AF-4F90-9B90-611D0E0FADA6}" destId="{88CD91F5-364A-4848-A4E4-15E14C8B70C1}" srcOrd="0" destOrd="1" presId="urn:microsoft.com/office/officeart/2005/8/layout/vList5"/>
    <dgm:cxn modelId="{F72ABB24-B160-4A32-A7D7-DA6B7771E5DB}" srcId="{B947BA75-9104-45D7-B289-2D09902F93AA}" destId="{649AB81D-6209-402B-8707-D6B05C1C6401}" srcOrd="2" destOrd="0" parTransId="{5474CE64-DD05-4733-8491-23415EC5FF96}" sibTransId="{02FCDB0F-FBC4-4BDA-A2D5-8E7788F91582}"/>
    <dgm:cxn modelId="{A72AB026-7134-4CE1-9ABB-8719E64D61BB}" srcId="{698CF322-7B46-446F-888E-CA9D1EA872CC}" destId="{B40A0AF1-97AF-4F90-9B90-611D0E0FADA6}" srcOrd="1" destOrd="0" parTransId="{3B8878FD-916F-4E85-AAF6-694C078DDB80}" sibTransId="{2A5560B2-5AB4-4101-9222-B607582EA74A}"/>
    <dgm:cxn modelId="{BAAED435-B625-4699-9711-F3DDC327157F}" srcId="{B947BA75-9104-45D7-B289-2D09902F93AA}" destId="{55D73D69-6077-42EF-9C94-11CF7F7EF3B3}" srcOrd="5" destOrd="0" parTransId="{8571F438-FA3D-4737-BEFE-3B4D0AFA0677}" sibTransId="{E3667D4A-9313-4F6B-9631-DF084EC88996}"/>
    <dgm:cxn modelId="{8869E136-264B-4DCE-AEAC-721686B59091}" type="presOf" srcId="{CC19FB2C-E798-4F24-9716-AFBB20F8C020}" destId="{9E2546A7-3AF7-47A1-A580-C8AC2D643050}" srcOrd="0" destOrd="4" presId="urn:microsoft.com/office/officeart/2005/8/layout/vList5"/>
    <dgm:cxn modelId="{21BCCD38-104E-4563-B088-F71A393BE2EA}" type="presOf" srcId="{E185387F-95E2-4D83-A899-79E8F0B6B8EB}" destId="{9E2546A7-3AF7-47A1-A580-C8AC2D643050}" srcOrd="0" destOrd="0" presId="urn:microsoft.com/office/officeart/2005/8/layout/vList5"/>
    <dgm:cxn modelId="{0EDF363B-B931-489E-9BC0-43CE99432D98}" type="presOf" srcId="{D8684972-E148-41A9-9221-B6F0B496403F}" destId="{88CD91F5-364A-4848-A4E4-15E14C8B70C1}" srcOrd="0" destOrd="0" presId="urn:microsoft.com/office/officeart/2005/8/layout/vList5"/>
    <dgm:cxn modelId="{748EC462-2826-4354-929E-652FA615E9E5}" type="presOf" srcId="{31892256-FD9E-4CE0-8279-DF9C23A4E7A9}" destId="{9E2546A7-3AF7-47A1-A580-C8AC2D643050}" srcOrd="0" destOrd="9" presId="urn:microsoft.com/office/officeart/2005/8/layout/vList5"/>
    <dgm:cxn modelId="{4548E247-DBE7-4BF3-88C8-A07C4129F07F}" type="presOf" srcId="{698CF322-7B46-446F-888E-CA9D1EA872CC}" destId="{668B995B-BD61-4CDA-8436-D36E8E88F4B1}" srcOrd="0" destOrd="0" presId="urn:microsoft.com/office/officeart/2005/8/layout/vList5"/>
    <dgm:cxn modelId="{C252FA67-F5C1-4579-B9E7-743EE6D2BDF7}" type="presOf" srcId="{9DCF1348-1819-4095-AA9C-1518DFFA1587}" destId="{9E2546A7-3AF7-47A1-A580-C8AC2D643050}" srcOrd="0" destOrd="13" presId="urn:microsoft.com/office/officeart/2005/8/layout/vList5"/>
    <dgm:cxn modelId="{1896FF68-6F6D-439C-BC66-391F0DBEE2F7}" srcId="{B947BA75-9104-45D7-B289-2D09902F93AA}" destId="{CC19FB2C-E798-4F24-9716-AFBB20F8C020}" srcOrd="3" destOrd="0" parTransId="{CB1FBDAA-2F93-4E2D-9519-31D634C8CA55}" sibTransId="{258FD1B6-85D5-4D74-A42F-5956B40A3CFB}"/>
    <dgm:cxn modelId="{4E64D973-5A88-479E-85FA-829259532C72}" srcId="{B947BA75-9104-45D7-B289-2D09902F93AA}" destId="{E185387F-95E2-4D83-A899-79E8F0B6B8EB}" srcOrd="0" destOrd="0" parTransId="{3CC55558-0CD4-4881-BF8E-262B98269DAA}" sibTransId="{3E7F7FEF-A380-4D08-BFF1-B1CF9CF0573C}"/>
    <dgm:cxn modelId="{43C6D674-40FB-48EC-AC82-1360410C95FC}" type="presOf" srcId="{99800280-03F9-47AB-8E1F-71333C14F78B}" destId="{9E2546A7-3AF7-47A1-A580-C8AC2D643050}" srcOrd="0" destOrd="15" presId="urn:microsoft.com/office/officeart/2005/8/layout/vList5"/>
    <dgm:cxn modelId="{CC81B257-8A60-4E7D-A4A9-4BDA55801868}" srcId="{B947BA75-9104-45D7-B289-2D09902F93AA}" destId="{A89E4A67-2D13-4D30-948F-AEFA67568B1A}" srcOrd="4" destOrd="0" parTransId="{15310393-B9BC-470D-B46E-02E7503AF521}" sibTransId="{52441D1D-217E-4C8B-AC71-F7BB1377D525}"/>
    <dgm:cxn modelId="{7EC19459-4E2D-47FF-BAD3-5801E81EADAE}" srcId="{B947BA75-9104-45D7-B289-2D09902F93AA}" destId="{298EC1F6-5D6C-4930-A7F7-5E8F043B451E}" srcOrd="12" destOrd="0" parTransId="{B14D02BA-364F-4E65-B642-519DB4EB321D}" sibTransId="{BFE5A376-5DA7-4A74-8F53-7A56DF418EC2}"/>
    <dgm:cxn modelId="{1B804C7D-6962-4285-9A53-4B028FC88634}" srcId="{B947BA75-9104-45D7-B289-2D09902F93AA}" destId="{9DCF1348-1819-4095-AA9C-1518DFFA1587}" srcOrd="9" destOrd="0" parTransId="{9C467065-115D-4CD5-A34C-1751419E6309}" sibTransId="{08974244-BE32-404D-AA43-3724C7114A43}"/>
    <dgm:cxn modelId="{5545A882-041B-4C1C-AFF2-E43D36131B8A}" type="presOf" srcId="{EA89F890-4161-4603-8D91-64A85C9C3AD5}" destId="{9E2546A7-3AF7-47A1-A580-C8AC2D643050}" srcOrd="0" destOrd="14" presId="urn:microsoft.com/office/officeart/2005/8/layout/vList5"/>
    <dgm:cxn modelId="{15683D87-BEA8-492E-B836-A06D8F2F686A}" type="presOf" srcId="{B947BA75-9104-45D7-B289-2D09902F93AA}" destId="{1C578EC4-B958-489D-8921-FE9B3D64799A}" srcOrd="0" destOrd="0" presId="urn:microsoft.com/office/officeart/2005/8/layout/vList5"/>
    <dgm:cxn modelId="{BB34D893-E580-4B63-8BAF-ADEBFB65D36C}" srcId="{65A803C9-2B90-49F2-BFE2-63DD151E2004}" destId="{698CF322-7B46-446F-888E-CA9D1EA872CC}" srcOrd="1" destOrd="0" parTransId="{37C273ED-CD83-426D-9510-3297AB35007F}" sibTransId="{B0BF20EC-B9A2-4FA9-89F7-067894C44CCC}"/>
    <dgm:cxn modelId="{8465F196-1D33-4F8A-BCEC-E5759D5ED9D4}" srcId="{B947BA75-9104-45D7-B289-2D09902F93AA}" destId="{F333573B-C986-4C9B-8993-6E641E571BE0}" srcOrd="13" destOrd="0" parTransId="{95A41F44-8857-418D-89AC-22606209655A}" sibTransId="{17F2E68C-A4D4-4367-AE3F-16C0362D5FE2}"/>
    <dgm:cxn modelId="{FB82ADA1-3119-43AE-82FB-DFD2A4752372}" type="presOf" srcId="{298EC1F6-5D6C-4930-A7F7-5E8F043B451E}" destId="{9E2546A7-3AF7-47A1-A580-C8AC2D643050}" srcOrd="0" destOrd="16" presId="urn:microsoft.com/office/officeart/2005/8/layout/vList5"/>
    <dgm:cxn modelId="{327024A3-B33F-42C2-9713-ADA77BC52ADB}" srcId="{B947BA75-9104-45D7-B289-2D09902F93AA}" destId="{8AA9D3C5-B620-43BE-B9E5-36E1164C5E02}" srcOrd="6" destOrd="0" parTransId="{AE64F39E-3B6A-4BD2-AC0F-68D0F33AFA51}" sibTransId="{2C1174E4-BAB9-477D-AB83-8B77932396A7}"/>
    <dgm:cxn modelId="{0C07D5A4-BD18-4AB4-AC77-BCE3356CAE8E}" type="presOf" srcId="{8AA9D3C5-B620-43BE-B9E5-36E1164C5E02}" destId="{9E2546A7-3AF7-47A1-A580-C8AC2D643050}" srcOrd="0" destOrd="7" presId="urn:microsoft.com/office/officeart/2005/8/layout/vList5"/>
    <dgm:cxn modelId="{001A38AB-3880-4ECC-BA61-EF56197397CB}" srcId="{65A803C9-2B90-49F2-BFE2-63DD151E2004}" destId="{B947BA75-9104-45D7-B289-2D09902F93AA}" srcOrd="0" destOrd="0" parTransId="{173396AE-6074-491B-85B8-B267BDB74685}" sibTransId="{FC27FD87-B744-4825-A3BD-1A3A02AC8620}"/>
    <dgm:cxn modelId="{5E9C45B7-9E5B-4986-9446-AF50374FB9F9}" type="presOf" srcId="{649AB81D-6209-402B-8707-D6B05C1C6401}" destId="{9E2546A7-3AF7-47A1-A580-C8AC2D643050}" srcOrd="0" destOrd="2" presId="urn:microsoft.com/office/officeart/2005/8/layout/vList5"/>
    <dgm:cxn modelId="{CB29E8B7-F391-4394-B7C1-5B5259BBFF2E}" type="presOf" srcId="{D121C3D0-DEC6-4A3E-AF3E-D050E4BE3020}" destId="{9E2546A7-3AF7-47A1-A580-C8AC2D643050}" srcOrd="0" destOrd="10" presId="urn:microsoft.com/office/officeart/2005/8/layout/vList5"/>
    <dgm:cxn modelId="{D9FAC2B9-9234-407C-8FCB-DEE39CC24AA6}" srcId="{B947BA75-9104-45D7-B289-2D09902F93AA}" destId="{C72BF0EB-3839-43D4-A631-34BE9EE2A5C7}" srcOrd="1" destOrd="0" parTransId="{D30E45A6-66D1-43D3-A98C-905C253A2E6F}" sibTransId="{49943DFF-4010-4F92-9ECF-9C78FC685CDA}"/>
    <dgm:cxn modelId="{A7C0A0BA-CAC7-4003-9A3D-89CD11126F77}" type="presOf" srcId="{1162169F-8A7A-446B-9951-4E9EFCA9C666}" destId="{9E2546A7-3AF7-47A1-A580-C8AC2D643050}" srcOrd="0" destOrd="11" presId="urn:microsoft.com/office/officeart/2005/8/layout/vList5"/>
    <dgm:cxn modelId="{1D336CBD-1CBA-4414-8192-3EFA0191A4DD}" srcId="{31892256-FD9E-4CE0-8279-DF9C23A4E7A9}" destId="{D121C3D0-DEC6-4A3E-AF3E-D050E4BE3020}" srcOrd="0" destOrd="0" parTransId="{52E899CB-12AE-498D-8119-5BABBAAB92A7}" sibTransId="{42E6E99D-B347-4863-8EE0-DF1A90A6B911}"/>
    <dgm:cxn modelId="{35A6E7D0-7F3C-4265-8555-1A2CE796E325}" type="presOf" srcId="{C72BF0EB-3839-43D4-A631-34BE9EE2A5C7}" destId="{9E2546A7-3AF7-47A1-A580-C8AC2D643050}" srcOrd="0" destOrd="1" presId="urn:microsoft.com/office/officeart/2005/8/layout/vList5"/>
    <dgm:cxn modelId="{BB95ADDD-1BB5-4B95-9783-F0268E06665B}" type="presOf" srcId="{7490A645-7BAF-444C-93A1-01203704A41E}" destId="{9E2546A7-3AF7-47A1-A580-C8AC2D643050}" srcOrd="0" destOrd="3" presId="urn:microsoft.com/office/officeart/2005/8/layout/vList5"/>
    <dgm:cxn modelId="{685F50E7-CE87-49C4-AF46-41B9FC26FF77}" srcId="{B947BA75-9104-45D7-B289-2D09902F93AA}" destId="{99800280-03F9-47AB-8E1F-71333C14F78B}" srcOrd="11" destOrd="0" parTransId="{89F2108B-85D2-4ABC-8E43-B8D10227D416}" sibTransId="{63BD3F61-C853-42B0-921F-FC2DAA86538F}"/>
    <dgm:cxn modelId="{6D197FF0-CD26-4CD3-9885-43A1D5E41305}" type="presOf" srcId="{55D73D69-6077-42EF-9C94-11CF7F7EF3B3}" destId="{9E2546A7-3AF7-47A1-A580-C8AC2D643050}" srcOrd="0" destOrd="6" presId="urn:microsoft.com/office/officeart/2005/8/layout/vList5"/>
    <dgm:cxn modelId="{1234BEF6-154A-481A-9755-84164E097250}" srcId="{8AA9D3C5-B620-43BE-B9E5-36E1164C5E02}" destId="{166FBF01-17E8-4268-AF4C-79CE91110A8E}" srcOrd="0" destOrd="0" parTransId="{D50BF2A4-7CE4-467F-98B9-8B1E462E94B1}" sibTransId="{893B8F69-FBF8-4F8F-A991-7F65CC0E432E}"/>
    <dgm:cxn modelId="{457A51FE-61AF-4779-871D-AF7859C1E583}" type="presOf" srcId="{F333573B-C986-4C9B-8993-6E641E571BE0}" destId="{9E2546A7-3AF7-47A1-A580-C8AC2D643050}" srcOrd="0" destOrd="17" presId="urn:microsoft.com/office/officeart/2005/8/layout/vList5"/>
    <dgm:cxn modelId="{67D1220E-98D5-4379-BB48-EE913F50090B}" type="presParOf" srcId="{30EEBD66-2446-4B9E-9A98-ABE86ABEB569}" destId="{8797EDF3-8A49-427C-B6BB-4967E136DB0B}" srcOrd="0" destOrd="0" presId="urn:microsoft.com/office/officeart/2005/8/layout/vList5"/>
    <dgm:cxn modelId="{2EB68908-D68C-474E-B20F-EA58ED4457C1}" type="presParOf" srcId="{8797EDF3-8A49-427C-B6BB-4967E136DB0B}" destId="{1C578EC4-B958-489D-8921-FE9B3D64799A}" srcOrd="0" destOrd="0" presId="urn:microsoft.com/office/officeart/2005/8/layout/vList5"/>
    <dgm:cxn modelId="{E07799D9-433C-4162-BC32-A05B90CFE2DC}" type="presParOf" srcId="{8797EDF3-8A49-427C-B6BB-4967E136DB0B}" destId="{9E2546A7-3AF7-47A1-A580-C8AC2D643050}" srcOrd="1" destOrd="0" presId="urn:microsoft.com/office/officeart/2005/8/layout/vList5"/>
    <dgm:cxn modelId="{31CE49D1-31E6-41F9-A720-AD5F05C6C05E}" type="presParOf" srcId="{30EEBD66-2446-4B9E-9A98-ABE86ABEB569}" destId="{B06E37E7-97B2-4AC1-AE05-A5F0E661E935}" srcOrd="1" destOrd="0" presId="urn:microsoft.com/office/officeart/2005/8/layout/vList5"/>
    <dgm:cxn modelId="{5357C3C1-1705-4DA1-B997-55D4BC7049A3}" type="presParOf" srcId="{30EEBD66-2446-4B9E-9A98-ABE86ABEB569}" destId="{87BBF5DA-61C7-4ABB-8DB6-A0CA5660EDB7}" srcOrd="2" destOrd="0" presId="urn:microsoft.com/office/officeart/2005/8/layout/vList5"/>
    <dgm:cxn modelId="{ADBE7A27-E57D-4CB8-8C94-2ABCE8E2E9A4}" type="presParOf" srcId="{87BBF5DA-61C7-4ABB-8DB6-A0CA5660EDB7}" destId="{668B995B-BD61-4CDA-8436-D36E8E88F4B1}" srcOrd="0" destOrd="0" presId="urn:microsoft.com/office/officeart/2005/8/layout/vList5"/>
    <dgm:cxn modelId="{6257197B-D170-4207-AFC2-BFE393020961}" type="presParOf" srcId="{87BBF5DA-61C7-4ABB-8DB6-A0CA5660EDB7}" destId="{88CD91F5-364A-4848-A4E4-15E14C8B70C1}"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5A803C9-2B90-49F2-BFE2-63DD151E2004}"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s-ES"/>
        </a:p>
      </dgm:t>
    </dgm:pt>
    <dgm:pt modelId="{B947BA75-9104-45D7-B289-2D09902F93AA}">
      <dgm:prSet phldrT="[Texto]" custT="1"/>
      <dgm:spPr>
        <a:solidFill>
          <a:srgbClr val="EB0000"/>
        </a:solidFill>
        <a:ln w="12700" cap="flat" cmpd="sng" algn="ctr">
          <a:solidFill>
            <a:prstClr val="white">
              <a:hueOff val="0"/>
              <a:satOff val="0"/>
              <a:lumOff val="0"/>
              <a:alphaOff val="0"/>
            </a:prstClr>
          </a:solidFill>
          <a:prstDash val="solid"/>
          <a:miter lim="800000"/>
        </a:ln>
        <a:effectLst/>
      </dgm:spPr>
      <dgm:t>
        <a:bodyPr spcFirstLastPara="0" vert="horz" wrap="square" lIns="68580" tIns="34290" rIns="68580" bIns="34290" numCol="1" spcCol="1270" anchor="ctr" anchorCtr="0"/>
        <a:lstStyle/>
        <a:p>
          <a:pPr marL="0" lvl="0" indent="0" algn="ctr" defTabSz="800100">
            <a:lnSpc>
              <a:spcPct val="90000"/>
            </a:lnSpc>
            <a:spcBef>
              <a:spcPct val="0"/>
            </a:spcBef>
            <a:spcAft>
              <a:spcPct val="35000"/>
            </a:spcAft>
            <a:buNone/>
          </a:pPr>
          <a:r>
            <a:rPr lang="es-ES" sz="1800" b="0" kern="1200" dirty="0">
              <a:solidFill>
                <a:prstClr val="white"/>
              </a:solidFill>
              <a:latin typeface="Arial" panose="020B0604020202020204" pitchFamily="34" charset="0"/>
              <a:ea typeface="+mn-ea"/>
              <a:cs typeface="Arial" panose="020B0604020202020204" pitchFamily="34" charset="0"/>
            </a:rPr>
            <a:t>Procesos Batch</a:t>
          </a:r>
        </a:p>
      </dgm:t>
    </dgm:pt>
    <dgm:pt modelId="{173396AE-6074-491B-85B8-B267BDB74685}" type="parTrans" cxnId="{001A38AB-3880-4ECC-BA61-EF56197397CB}">
      <dgm:prSet/>
      <dgm:spPr/>
      <dgm:t>
        <a:bodyPr/>
        <a:lstStyle/>
        <a:p>
          <a:endParaRPr lang="es-ES"/>
        </a:p>
      </dgm:t>
    </dgm:pt>
    <dgm:pt modelId="{FC27FD87-B744-4825-A3BD-1A3A02AC8620}" type="sibTrans" cxnId="{001A38AB-3880-4ECC-BA61-EF56197397CB}">
      <dgm:prSet/>
      <dgm:spPr/>
      <dgm:t>
        <a:bodyPr/>
        <a:lstStyle/>
        <a:p>
          <a:endParaRPr lang="es-ES"/>
        </a:p>
      </dgm:t>
    </dgm:pt>
    <dgm:pt modelId="{A2C798F9-F45F-4097-9FB0-4F21314F478D}">
      <dgm:prSet custT="1"/>
      <dgm:spPr>
        <a:solidFill>
          <a:prstClr val="white">
            <a:lumMod val="95000"/>
            <a:alpha val="90000"/>
          </a:prstClr>
        </a:solidFill>
        <a:ln w="12700" cap="flat" cmpd="sng" algn="ctr">
          <a:solidFill>
            <a:srgbClr val="E7E6E6">
              <a:lumMod val="90000"/>
              <a:alpha val="90000"/>
            </a:srgbClr>
          </a:solidFill>
          <a:prstDash val="solid"/>
          <a:miter lim="800000"/>
        </a:ln>
        <a:effectLst/>
      </dgm:spPr>
      <dgm:t>
        <a:bodyPr spcFirstLastPara="0" vert="horz" wrap="square" lIns="247650" tIns="123825" rIns="247650" bIns="123825" numCol="1" spcCol="1270" anchor="ctr" anchorCtr="0"/>
        <a:lstStyle/>
        <a:p>
          <a:pPr marL="114300" lvl="1" indent="-114300" algn="l" defTabSz="622300">
            <a:lnSpc>
              <a:spcPct val="90000"/>
            </a:lnSpc>
            <a:spcBef>
              <a:spcPct val="0"/>
            </a:spcBef>
            <a:spcAft>
              <a:spcPct val="15000"/>
            </a:spcAft>
            <a:buChar char="•"/>
          </a:pPr>
          <a:r>
            <a:rPr lang="es-ES" sz="1400" kern="1200" dirty="0">
              <a:solidFill>
                <a:srgbClr val="808080"/>
              </a:solidFill>
              <a:latin typeface="Arial" panose="020B0604020202020204" pitchFamily="34" charset="0"/>
              <a:ea typeface="+mn-ea"/>
              <a:cs typeface="Arial" panose="020B0604020202020204" pitchFamily="34" charset="0"/>
            </a:rPr>
            <a:t>No existen procesos batch dentro del alcance del DTI</a:t>
          </a:r>
        </a:p>
      </dgm:t>
    </dgm:pt>
    <dgm:pt modelId="{47A6CB87-AD67-4183-BCFD-A00CD41F4688}" type="parTrans" cxnId="{7222A726-11C4-4CCA-9CF0-8D6A22073B2F}">
      <dgm:prSet/>
      <dgm:spPr/>
      <dgm:t>
        <a:bodyPr/>
        <a:lstStyle/>
        <a:p>
          <a:endParaRPr lang="es-ES"/>
        </a:p>
      </dgm:t>
    </dgm:pt>
    <dgm:pt modelId="{66D18476-07B5-4FED-89E1-D5BE2CB6543C}" type="sibTrans" cxnId="{7222A726-11C4-4CCA-9CF0-8D6A22073B2F}">
      <dgm:prSet/>
      <dgm:spPr/>
      <dgm:t>
        <a:bodyPr/>
        <a:lstStyle/>
        <a:p>
          <a:endParaRPr lang="es-ES"/>
        </a:p>
      </dgm:t>
    </dgm:pt>
    <dgm:pt modelId="{43A0365F-7452-4E5D-B5B9-BA0C4B075D4F}">
      <dgm:prSet phldrT="[Texto]" custT="1"/>
      <dgm:spPr>
        <a:solidFill>
          <a:srgbClr val="EB0000"/>
        </a:solidFill>
        <a:ln w="12700" cap="flat" cmpd="sng" algn="ctr">
          <a:solidFill>
            <a:prstClr val="white">
              <a:hueOff val="0"/>
              <a:satOff val="0"/>
              <a:lumOff val="0"/>
              <a:alphaOff val="0"/>
            </a:prstClr>
          </a:solidFill>
          <a:prstDash val="solid"/>
          <a:miter lim="800000"/>
        </a:ln>
        <a:effectLst/>
      </dgm:spPr>
      <dgm:t>
        <a:bodyPr spcFirstLastPara="0" vert="horz" wrap="square" lIns="68580" tIns="34290" rIns="68580" bIns="34290" numCol="1" spcCol="1270" anchor="ctr" anchorCtr="0"/>
        <a:lstStyle/>
        <a:p>
          <a:pPr marL="0" lvl="0" indent="0" algn="ctr" defTabSz="800100">
            <a:lnSpc>
              <a:spcPct val="90000"/>
            </a:lnSpc>
            <a:spcBef>
              <a:spcPct val="0"/>
            </a:spcBef>
            <a:spcAft>
              <a:spcPct val="35000"/>
            </a:spcAft>
            <a:buNone/>
          </a:pPr>
          <a:r>
            <a:rPr lang="es-ES" sz="1800" b="0" kern="1200" dirty="0">
              <a:solidFill>
                <a:prstClr val="white"/>
              </a:solidFill>
              <a:latin typeface="Arial" panose="020B0604020202020204" pitchFamily="34" charset="0"/>
              <a:ea typeface="+mn-ea"/>
              <a:cs typeface="Arial" panose="020B0604020202020204" pitchFamily="34" charset="0"/>
            </a:rPr>
            <a:t>Monitorización</a:t>
          </a:r>
        </a:p>
      </dgm:t>
    </dgm:pt>
    <dgm:pt modelId="{43A70B65-1346-4436-AAE4-FA6132F0BAC9}" type="parTrans" cxnId="{06C24988-DBA5-4715-8BF8-CE61A60669A9}">
      <dgm:prSet/>
      <dgm:spPr/>
      <dgm:t>
        <a:bodyPr/>
        <a:lstStyle/>
        <a:p>
          <a:endParaRPr lang="es-ES"/>
        </a:p>
      </dgm:t>
    </dgm:pt>
    <dgm:pt modelId="{2B2193B4-4FB3-49C6-85A7-6CC1EBC1475F}" type="sibTrans" cxnId="{06C24988-DBA5-4715-8BF8-CE61A60669A9}">
      <dgm:prSet/>
      <dgm:spPr/>
      <dgm:t>
        <a:bodyPr/>
        <a:lstStyle/>
        <a:p>
          <a:endParaRPr lang="es-ES"/>
        </a:p>
      </dgm:t>
    </dgm:pt>
    <dgm:pt modelId="{D91CD068-9C8C-4698-AA36-728F12F70081}">
      <dgm:prSet phldrT="[Texto]" custT="1"/>
      <dgm:spPr>
        <a:solidFill>
          <a:prstClr val="white">
            <a:lumMod val="95000"/>
            <a:alpha val="90000"/>
          </a:prstClr>
        </a:solidFill>
        <a:ln w="12700" cap="flat" cmpd="sng" algn="ctr">
          <a:solidFill>
            <a:srgbClr val="E7E6E6">
              <a:lumMod val="90000"/>
              <a:alpha val="90000"/>
            </a:srgbClr>
          </a:solidFill>
          <a:prstDash val="solid"/>
          <a:miter lim="800000"/>
        </a:ln>
        <a:effectLst/>
      </dgm:spPr>
      <dgm:t>
        <a:bodyPr spcFirstLastPara="0" vert="horz" wrap="square" lIns="247650" tIns="123825" rIns="247650" bIns="123825" numCol="1" spcCol="1270" anchor="ctr" anchorCtr="0"/>
        <a:lstStyle/>
        <a:p>
          <a:pPr algn="just"/>
          <a:r>
            <a:rPr lang="es-ES" sz="1600" kern="1200" dirty="0">
              <a:solidFill>
                <a:srgbClr val="808080"/>
              </a:solidFill>
            </a:rPr>
            <a:t>La </a:t>
          </a:r>
          <a:r>
            <a:rPr lang="es-ES" sz="1400" kern="1200" dirty="0">
              <a:solidFill>
                <a:srgbClr val="808080"/>
              </a:solidFill>
              <a:latin typeface="Arial" panose="020B0604020202020204" pitchFamily="34" charset="0"/>
              <a:ea typeface="+mn-ea"/>
              <a:cs typeface="Arial" panose="020B0604020202020204" pitchFamily="34" charset="0"/>
            </a:rPr>
            <a:t>monitorización</a:t>
          </a:r>
          <a:r>
            <a:rPr lang="es-ES" sz="1600" kern="1200" dirty="0">
              <a:solidFill>
                <a:srgbClr val="808080"/>
              </a:solidFill>
            </a:rPr>
            <a:t> de la plataforma estará integrada dentro de la ya existente para la plataforma, a saber:  PaaS</a:t>
          </a:r>
          <a:endParaRPr lang="es-ES" sz="1600" kern="1200" dirty="0">
            <a:solidFill>
              <a:srgbClr val="808080"/>
            </a:solidFill>
            <a:latin typeface="Arial"/>
            <a:ea typeface="+mn-ea"/>
            <a:cs typeface="+mn-cs"/>
          </a:endParaRPr>
        </a:p>
      </dgm:t>
    </dgm:pt>
    <dgm:pt modelId="{BF5DDB96-C272-4347-8FF6-AB6D3AFA0ECF}" type="parTrans" cxnId="{1DCFE691-4639-4778-9ECC-5FDF88A20761}">
      <dgm:prSet/>
      <dgm:spPr/>
      <dgm:t>
        <a:bodyPr/>
        <a:lstStyle/>
        <a:p>
          <a:endParaRPr lang="es-ES"/>
        </a:p>
      </dgm:t>
    </dgm:pt>
    <dgm:pt modelId="{19B7AC91-D992-420F-B7FB-B7545774C7AB}" type="sibTrans" cxnId="{1DCFE691-4639-4778-9ECC-5FDF88A20761}">
      <dgm:prSet/>
      <dgm:spPr/>
      <dgm:t>
        <a:bodyPr/>
        <a:lstStyle/>
        <a:p>
          <a:endParaRPr lang="es-ES"/>
        </a:p>
      </dgm:t>
    </dgm:pt>
    <dgm:pt modelId="{14BFA934-6BA3-4EA2-A3E6-A645A9861010}">
      <dgm:prSet phldrT="[Texto]" custT="1"/>
      <dgm:spPr>
        <a:solidFill>
          <a:prstClr val="white">
            <a:lumMod val="95000"/>
            <a:alpha val="90000"/>
          </a:prstClr>
        </a:solidFill>
        <a:ln w="12700" cap="flat" cmpd="sng" algn="ctr">
          <a:solidFill>
            <a:srgbClr val="E7E6E6">
              <a:lumMod val="90000"/>
              <a:alpha val="90000"/>
            </a:srgbClr>
          </a:solidFill>
          <a:prstDash val="solid"/>
          <a:miter lim="800000"/>
        </a:ln>
        <a:effectLst/>
      </dgm:spPr>
      <dgm:t>
        <a:bodyPr spcFirstLastPara="0" vert="horz" wrap="square" lIns="247650" tIns="123825" rIns="247650" bIns="123825" numCol="1" spcCol="1270" anchor="ctr" anchorCtr="0"/>
        <a:lstStyle/>
        <a:p>
          <a:pPr algn="just"/>
          <a:r>
            <a:rPr lang="es-ES" sz="1600" kern="1200" dirty="0">
              <a:solidFill>
                <a:srgbClr val="808080"/>
              </a:solidFill>
              <a:latin typeface="Calibri" panose="020F0502020204030204"/>
              <a:ea typeface="+mn-ea"/>
              <a:cs typeface="+mn-cs"/>
            </a:rPr>
            <a:t>Para obtener las métricas de uso de los links a las herramientas se utilizará la funcionalidad de log técnicos y funcionales de Darwin</a:t>
          </a:r>
          <a:r>
            <a:rPr lang="es-ES" sz="1600" kern="1200" dirty="0">
              <a:solidFill>
                <a:srgbClr val="808080"/>
              </a:solidFill>
              <a:latin typeface="Arial"/>
              <a:ea typeface="+mn-ea"/>
              <a:cs typeface="+mn-cs"/>
            </a:rPr>
            <a:t>.</a:t>
          </a:r>
        </a:p>
      </dgm:t>
    </dgm:pt>
    <dgm:pt modelId="{C2C3A463-125B-4EAB-B7F5-9A77A5327A56}" type="parTrans" cxnId="{D484BFB3-23AC-4CB6-AE00-45A98739C015}">
      <dgm:prSet/>
      <dgm:spPr/>
      <dgm:t>
        <a:bodyPr/>
        <a:lstStyle/>
        <a:p>
          <a:endParaRPr lang="es-ES"/>
        </a:p>
      </dgm:t>
    </dgm:pt>
    <dgm:pt modelId="{DC530D8B-A8DB-4EAE-A171-2191BB53F524}" type="sibTrans" cxnId="{D484BFB3-23AC-4CB6-AE00-45A98739C015}">
      <dgm:prSet/>
      <dgm:spPr/>
      <dgm:t>
        <a:bodyPr/>
        <a:lstStyle/>
        <a:p>
          <a:endParaRPr lang="es-ES"/>
        </a:p>
      </dgm:t>
    </dgm:pt>
    <dgm:pt modelId="{30EEBD66-2446-4B9E-9A98-ABE86ABEB569}" type="pres">
      <dgm:prSet presAssocID="{65A803C9-2B90-49F2-BFE2-63DD151E2004}" presName="Name0" presStyleCnt="0">
        <dgm:presLayoutVars>
          <dgm:dir/>
          <dgm:animLvl val="lvl"/>
          <dgm:resizeHandles val="exact"/>
        </dgm:presLayoutVars>
      </dgm:prSet>
      <dgm:spPr/>
    </dgm:pt>
    <dgm:pt modelId="{8797EDF3-8A49-427C-B6BB-4967E136DB0B}" type="pres">
      <dgm:prSet presAssocID="{B947BA75-9104-45D7-B289-2D09902F93AA}" presName="linNode" presStyleCnt="0"/>
      <dgm:spPr/>
    </dgm:pt>
    <dgm:pt modelId="{1C578EC4-B958-489D-8921-FE9B3D64799A}" type="pres">
      <dgm:prSet presAssocID="{B947BA75-9104-45D7-B289-2D09902F93AA}" presName="parentText" presStyleLbl="node1" presStyleIdx="0" presStyleCnt="2" custScaleX="66870" custScaleY="25587">
        <dgm:presLayoutVars>
          <dgm:chMax val="1"/>
          <dgm:bulletEnabled val="1"/>
        </dgm:presLayoutVars>
      </dgm:prSet>
      <dgm:spPr>
        <a:xfrm>
          <a:off x="18842" y="929630"/>
          <a:ext cx="2475377" cy="1175075"/>
        </a:xfrm>
        <a:prstGeom prst="roundRect">
          <a:avLst/>
        </a:prstGeom>
      </dgm:spPr>
    </dgm:pt>
    <dgm:pt modelId="{9E2546A7-3AF7-47A1-A580-C8AC2D643050}" type="pres">
      <dgm:prSet presAssocID="{B947BA75-9104-45D7-B289-2D09902F93AA}" presName="descendantText" presStyleLbl="alignAccFollowNode1" presStyleIdx="0" presStyleCnt="2" custScaleX="118063" custScaleY="17033">
        <dgm:presLayoutVars>
          <dgm:bulletEnabled val="1"/>
        </dgm:presLayoutVars>
      </dgm:prSet>
      <dgm:spPr>
        <a:xfrm rot="5400000">
          <a:off x="6066150" y="-2367656"/>
          <a:ext cx="625788" cy="7769649"/>
        </a:xfrm>
        <a:prstGeom prst="round2SameRect">
          <a:avLst/>
        </a:prstGeom>
      </dgm:spPr>
    </dgm:pt>
    <dgm:pt modelId="{F9DAFB86-7C09-4812-A650-8AEE10B8EB7D}" type="pres">
      <dgm:prSet presAssocID="{FC27FD87-B744-4825-A3BD-1A3A02AC8620}" presName="sp" presStyleCnt="0"/>
      <dgm:spPr/>
    </dgm:pt>
    <dgm:pt modelId="{9FC4233F-5A59-4793-88E0-A107F789BBFE}" type="pres">
      <dgm:prSet presAssocID="{43A0365F-7452-4E5D-B5B9-BA0C4B075D4F}" presName="linNode" presStyleCnt="0"/>
      <dgm:spPr/>
    </dgm:pt>
    <dgm:pt modelId="{CE61BC34-AE89-4263-95EA-209FF6CEBDB5}" type="pres">
      <dgm:prSet presAssocID="{43A0365F-7452-4E5D-B5B9-BA0C4B075D4F}" presName="parentText" presStyleLbl="node1" presStyleIdx="1" presStyleCnt="2" custScaleX="66870" custScaleY="24351">
        <dgm:presLayoutVars>
          <dgm:chMax val="1"/>
          <dgm:bulletEnabled val="1"/>
        </dgm:presLayoutVars>
      </dgm:prSet>
      <dgm:spPr>
        <a:xfrm>
          <a:off x="18842" y="2439428"/>
          <a:ext cx="2475377" cy="1118312"/>
        </a:xfrm>
        <a:prstGeom prst="roundRect">
          <a:avLst/>
        </a:prstGeom>
      </dgm:spPr>
    </dgm:pt>
    <dgm:pt modelId="{B3D3D25A-64EF-4AFA-AA9C-7B6B42375306}" type="pres">
      <dgm:prSet presAssocID="{43A0365F-7452-4E5D-B5B9-BA0C4B075D4F}" presName="descendantText" presStyleLbl="alignAccFollowNode1" presStyleIdx="1" presStyleCnt="2" custScaleX="118063" custScaleY="36160">
        <dgm:presLayoutVars>
          <dgm:bulletEnabled val="1"/>
        </dgm:presLayoutVars>
      </dgm:prSet>
      <dgm:spPr>
        <a:xfrm rot="5400000">
          <a:off x="5714789" y="-886240"/>
          <a:ext cx="1328509" cy="7769649"/>
        </a:xfrm>
        <a:prstGeom prst="round2SameRect">
          <a:avLst/>
        </a:prstGeom>
      </dgm:spPr>
    </dgm:pt>
  </dgm:ptLst>
  <dgm:cxnLst>
    <dgm:cxn modelId="{7222A726-11C4-4CCA-9CF0-8D6A22073B2F}" srcId="{B947BA75-9104-45D7-B289-2D09902F93AA}" destId="{A2C798F9-F45F-4097-9FB0-4F21314F478D}" srcOrd="0" destOrd="0" parTransId="{47A6CB87-AD67-4183-BCFD-A00CD41F4688}" sibTransId="{66D18476-07B5-4FED-89E1-D5BE2CB6543C}"/>
    <dgm:cxn modelId="{F43E1B29-27E5-4C38-997E-2E3CDF6261C4}" type="presOf" srcId="{D91CD068-9C8C-4698-AA36-728F12F70081}" destId="{B3D3D25A-64EF-4AFA-AA9C-7B6B42375306}" srcOrd="0" destOrd="0" presId="urn:microsoft.com/office/officeart/2005/8/layout/vList5"/>
    <dgm:cxn modelId="{DB72994C-5C53-4307-9761-4ADFFCE22443}" type="presOf" srcId="{B947BA75-9104-45D7-B289-2D09902F93AA}" destId="{1C578EC4-B958-489D-8921-FE9B3D64799A}" srcOrd="0" destOrd="0" presId="urn:microsoft.com/office/officeart/2005/8/layout/vList5"/>
    <dgm:cxn modelId="{AE423E5A-C48A-4201-9A10-6D490D9F8FF4}" type="presOf" srcId="{14BFA934-6BA3-4EA2-A3E6-A645A9861010}" destId="{B3D3D25A-64EF-4AFA-AA9C-7B6B42375306}" srcOrd="0" destOrd="1" presId="urn:microsoft.com/office/officeart/2005/8/layout/vList5"/>
    <dgm:cxn modelId="{06C24988-DBA5-4715-8BF8-CE61A60669A9}" srcId="{65A803C9-2B90-49F2-BFE2-63DD151E2004}" destId="{43A0365F-7452-4E5D-B5B9-BA0C4B075D4F}" srcOrd="1" destOrd="0" parTransId="{43A70B65-1346-4436-AAE4-FA6132F0BAC9}" sibTransId="{2B2193B4-4FB3-49C6-85A7-6CC1EBC1475F}"/>
    <dgm:cxn modelId="{1DCFE691-4639-4778-9ECC-5FDF88A20761}" srcId="{43A0365F-7452-4E5D-B5B9-BA0C4B075D4F}" destId="{D91CD068-9C8C-4698-AA36-728F12F70081}" srcOrd="0" destOrd="0" parTransId="{BF5DDB96-C272-4347-8FF6-AB6D3AFA0ECF}" sibTransId="{19B7AC91-D992-420F-B7FB-B7545774C7AB}"/>
    <dgm:cxn modelId="{A9D57BA5-264D-49AF-A43A-F33AB7D20EC2}" type="presOf" srcId="{65A803C9-2B90-49F2-BFE2-63DD151E2004}" destId="{30EEBD66-2446-4B9E-9A98-ABE86ABEB569}" srcOrd="0" destOrd="0" presId="urn:microsoft.com/office/officeart/2005/8/layout/vList5"/>
    <dgm:cxn modelId="{001A38AB-3880-4ECC-BA61-EF56197397CB}" srcId="{65A803C9-2B90-49F2-BFE2-63DD151E2004}" destId="{B947BA75-9104-45D7-B289-2D09902F93AA}" srcOrd="0" destOrd="0" parTransId="{173396AE-6074-491B-85B8-B267BDB74685}" sibTransId="{FC27FD87-B744-4825-A3BD-1A3A02AC8620}"/>
    <dgm:cxn modelId="{D484BFB3-23AC-4CB6-AE00-45A98739C015}" srcId="{43A0365F-7452-4E5D-B5B9-BA0C4B075D4F}" destId="{14BFA934-6BA3-4EA2-A3E6-A645A9861010}" srcOrd="1" destOrd="0" parTransId="{C2C3A463-125B-4EAB-B7F5-9A77A5327A56}" sibTransId="{DC530D8B-A8DB-4EAE-A171-2191BB53F524}"/>
    <dgm:cxn modelId="{4B6E60E2-9497-48B4-B512-A3A043CB4778}" type="presOf" srcId="{A2C798F9-F45F-4097-9FB0-4F21314F478D}" destId="{9E2546A7-3AF7-47A1-A580-C8AC2D643050}" srcOrd="0" destOrd="0" presId="urn:microsoft.com/office/officeart/2005/8/layout/vList5"/>
    <dgm:cxn modelId="{D845F1E8-8C14-41D5-920A-9956A5B763C3}" type="presOf" srcId="{43A0365F-7452-4E5D-B5B9-BA0C4B075D4F}" destId="{CE61BC34-AE89-4263-95EA-209FF6CEBDB5}" srcOrd="0" destOrd="0" presId="urn:microsoft.com/office/officeart/2005/8/layout/vList5"/>
    <dgm:cxn modelId="{3D25F106-5F6E-4ABB-B8C7-4020AE6008B6}" type="presParOf" srcId="{30EEBD66-2446-4B9E-9A98-ABE86ABEB569}" destId="{8797EDF3-8A49-427C-B6BB-4967E136DB0B}" srcOrd="0" destOrd="0" presId="urn:microsoft.com/office/officeart/2005/8/layout/vList5"/>
    <dgm:cxn modelId="{B275060D-80CC-4530-8AF9-6387AB2306B2}" type="presParOf" srcId="{8797EDF3-8A49-427C-B6BB-4967E136DB0B}" destId="{1C578EC4-B958-489D-8921-FE9B3D64799A}" srcOrd="0" destOrd="0" presId="urn:microsoft.com/office/officeart/2005/8/layout/vList5"/>
    <dgm:cxn modelId="{A98C376D-B8BF-4EAC-94B3-FC4AB903B4DC}" type="presParOf" srcId="{8797EDF3-8A49-427C-B6BB-4967E136DB0B}" destId="{9E2546A7-3AF7-47A1-A580-C8AC2D643050}" srcOrd="1" destOrd="0" presId="urn:microsoft.com/office/officeart/2005/8/layout/vList5"/>
    <dgm:cxn modelId="{DE66233B-C263-4E9D-BCBA-8C3F791E1E42}" type="presParOf" srcId="{30EEBD66-2446-4B9E-9A98-ABE86ABEB569}" destId="{F9DAFB86-7C09-4812-A650-8AEE10B8EB7D}" srcOrd="1" destOrd="0" presId="urn:microsoft.com/office/officeart/2005/8/layout/vList5"/>
    <dgm:cxn modelId="{557D685A-A4BE-4D31-98DA-25A6E123F712}" type="presParOf" srcId="{30EEBD66-2446-4B9E-9A98-ABE86ABEB569}" destId="{9FC4233F-5A59-4793-88E0-A107F789BBFE}" srcOrd="2" destOrd="0" presId="urn:microsoft.com/office/officeart/2005/8/layout/vList5"/>
    <dgm:cxn modelId="{AE4989AF-86D8-4424-8340-96CAFDC2FD3C}" type="presParOf" srcId="{9FC4233F-5A59-4793-88E0-A107F789BBFE}" destId="{CE61BC34-AE89-4263-95EA-209FF6CEBDB5}" srcOrd="0" destOrd="0" presId="urn:microsoft.com/office/officeart/2005/8/layout/vList5"/>
    <dgm:cxn modelId="{16636CF9-7123-4CB5-A1CD-439854F63C24}" type="presParOf" srcId="{9FC4233F-5A59-4793-88E0-A107F789BBFE}" destId="{B3D3D25A-64EF-4AFA-AA9C-7B6B42375306}"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2546A7-3AF7-47A1-A580-C8AC2D643050}">
      <dsp:nvSpPr>
        <dsp:cNvPr id="0" name=""/>
        <dsp:cNvSpPr/>
      </dsp:nvSpPr>
      <dsp:spPr>
        <a:xfrm rot="5400000">
          <a:off x="4841524" y="-2245433"/>
          <a:ext cx="2826924" cy="7618548"/>
        </a:xfrm>
        <a:prstGeom prst="round2SameRect">
          <a:avLst/>
        </a:prstGeom>
        <a:solidFill>
          <a:schemeClr val="bg1">
            <a:lumMod val="95000"/>
            <a:alpha val="90000"/>
          </a:schemeClr>
        </a:solidFill>
        <a:ln w="12700" cap="flat" cmpd="sng" algn="ctr">
          <a:solidFill>
            <a:schemeClr val="bg2">
              <a:lumMod val="90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lr>
              <a:srgbClr val="FF0000"/>
            </a:buClr>
            <a:buNone/>
          </a:pPr>
          <a:r>
            <a:rPr lang="es-ES" sz="1400" kern="1200">
              <a:solidFill>
                <a:srgbClr val="808080"/>
              </a:solidFill>
              <a:latin typeface="Arial" panose="020B0604020202020204" pitchFamily="34" charset="0"/>
              <a:ea typeface="+mn-ea"/>
              <a:cs typeface="Arial" panose="020B0604020202020204" pitchFamily="34" charset="0"/>
            </a:rPr>
            <a:t>En el flujo de Onboarding de personas físicas se usará usuario de proceso.</a:t>
          </a:r>
          <a:endParaRPr lang="es-ES" sz="1400" kern="1200" dirty="0">
            <a:solidFill>
              <a:srgbClr val="808080"/>
            </a:solidFill>
            <a:latin typeface="Arial" panose="020B0604020202020204" pitchFamily="34" charset="0"/>
            <a:ea typeface="+mn-ea"/>
            <a:cs typeface="Arial" panose="020B0604020202020204" pitchFamily="34" charset="0"/>
          </a:endParaRPr>
        </a:p>
        <a:p>
          <a:pPr marL="114300" lvl="1" indent="-114300" algn="l" defTabSz="622300">
            <a:lnSpc>
              <a:spcPct val="90000"/>
            </a:lnSpc>
            <a:spcBef>
              <a:spcPct val="0"/>
            </a:spcBef>
            <a:spcAft>
              <a:spcPct val="15000"/>
            </a:spcAft>
            <a:buClr>
              <a:srgbClr val="FF0000"/>
            </a:buClr>
            <a:buNone/>
          </a:pPr>
          <a:r>
            <a:rPr lang="es-ES" sz="1400" kern="1200">
              <a:solidFill>
                <a:srgbClr val="808080"/>
              </a:solidFill>
              <a:latin typeface="Arial" panose="020B0604020202020204" pitchFamily="34" charset="0"/>
              <a:ea typeface="+mn-ea"/>
              <a:cs typeface="Arial" panose="020B0604020202020204" pitchFamily="34" charset="0"/>
            </a:rPr>
            <a:t>Desde SPA se entrará sin seguridad en el Gateway.</a:t>
          </a:r>
          <a:endParaRPr lang="es-ES" sz="1400" kern="1200" dirty="0">
            <a:solidFill>
              <a:srgbClr val="808080"/>
            </a:solidFill>
            <a:latin typeface="Arial" panose="020B0604020202020204" pitchFamily="34" charset="0"/>
            <a:ea typeface="+mn-ea"/>
            <a:cs typeface="Arial" panose="020B0604020202020204" pitchFamily="34" charset="0"/>
          </a:endParaRPr>
        </a:p>
        <a:p>
          <a:pPr marL="114300" lvl="1" indent="-114300" algn="l" defTabSz="622300">
            <a:lnSpc>
              <a:spcPct val="90000"/>
            </a:lnSpc>
            <a:spcBef>
              <a:spcPct val="0"/>
            </a:spcBef>
            <a:spcAft>
              <a:spcPct val="15000"/>
            </a:spcAft>
            <a:buClr>
              <a:srgbClr val="FF0000"/>
            </a:buClr>
            <a:buNone/>
          </a:pPr>
          <a:r>
            <a:rPr lang="es-ES" sz="1400" kern="1200">
              <a:solidFill>
                <a:srgbClr val="808080"/>
              </a:solidFill>
              <a:latin typeface="Arial" panose="020B0604020202020204" pitchFamily="34" charset="0"/>
              <a:ea typeface="+mn-ea"/>
              <a:cs typeface="Arial" panose="020B0604020202020204" pitchFamily="34" charset="0"/>
            </a:rPr>
            <a:t>En el flujo de  Tramitación de expedientes u procesos planificados se usará usuario nominal de BCE.</a:t>
          </a:r>
          <a:endParaRPr lang="es-ES" sz="1400" kern="1200" dirty="0">
            <a:solidFill>
              <a:srgbClr val="808080"/>
            </a:solidFill>
            <a:latin typeface="Arial" panose="020B0604020202020204" pitchFamily="34" charset="0"/>
            <a:ea typeface="+mn-ea"/>
            <a:cs typeface="Arial" panose="020B0604020202020204" pitchFamily="34" charset="0"/>
          </a:endParaRPr>
        </a:p>
        <a:p>
          <a:pPr marL="114300" lvl="1" indent="-114300" algn="l" defTabSz="622300">
            <a:lnSpc>
              <a:spcPct val="90000"/>
            </a:lnSpc>
            <a:spcBef>
              <a:spcPct val="0"/>
            </a:spcBef>
            <a:spcAft>
              <a:spcPct val="15000"/>
            </a:spcAft>
            <a:buClr>
              <a:srgbClr val="FF0000"/>
            </a:buClr>
            <a:buNone/>
          </a:pPr>
          <a:r>
            <a:rPr lang="es-ES" sz="1400" kern="1200">
              <a:solidFill>
                <a:srgbClr val="808080"/>
              </a:solidFill>
              <a:latin typeface="Arial" panose="020B0604020202020204" pitchFamily="34" charset="0"/>
              <a:ea typeface="+mn-ea"/>
              <a:cs typeface="Arial" panose="020B0604020202020204" pitchFamily="34" charset="0"/>
            </a:rPr>
            <a:t>Se controlará el flujo de navegación generando un token COS (que contendrá el uuid de pantalla y timespam).</a:t>
          </a:r>
          <a:endParaRPr lang="es-ES" sz="1400" kern="1200" dirty="0">
            <a:solidFill>
              <a:srgbClr val="808080"/>
            </a:solidFill>
            <a:latin typeface="Arial" panose="020B0604020202020204" pitchFamily="34" charset="0"/>
            <a:ea typeface="+mn-ea"/>
            <a:cs typeface="Arial" panose="020B0604020202020204" pitchFamily="34" charset="0"/>
          </a:endParaRPr>
        </a:p>
        <a:p>
          <a:pPr marL="114300" lvl="1" indent="-114300" algn="l" defTabSz="622300">
            <a:lnSpc>
              <a:spcPct val="90000"/>
            </a:lnSpc>
            <a:spcBef>
              <a:spcPct val="0"/>
            </a:spcBef>
            <a:spcAft>
              <a:spcPct val="15000"/>
            </a:spcAft>
            <a:buClr>
              <a:srgbClr val="FF0000"/>
            </a:buClr>
            <a:buNone/>
          </a:pPr>
          <a:r>
            <a:rPr lang="es-ES" sz="1400" kern="1200" dirty="0">
              <a:solidFill>
                <a:srgbClr val="808080"/>
              </a:solidFill>
              <a:latin typeface="Arial" panose="020B0604020202020204" pitchFamily="34" charset="0"/>
              <a:ea typeface="+mn-ea"/>
              <a:cs typeface="Arial" panose="020B0604020202020204" pitchFamily="34" charset="0"/>
            </a:rPr>
            <a:t>La integración con el </a:t>
          </a:r>
          <a:r>
            <a:rPr lang="es-ES" sz="1400" kern="1200" dirty="0" err="1">
              <a:solidFill>
                <a:srgbClr val="808080"/>
              </a:solidFill>
              <a:latin typeface="Arial" panose="020B0604020202020204" pitchFamily="34" charset="0"/>
              <a:ea typeface="+mn-ea"/>
              <a:cs typeface="Arial" panose="020B0604020202020204" pitchFamily="34" charset="0"/>
            </a:rPr>
            <a:t>ChatBot</a:t>
          </a:r>
          <a:r>
            <a:rPr lang="es-ES" sz="1400" kern="1200" dirty="0">
              <a:solidFill>
                <a:srgbClr val="808080"/>
              </a:solidFill>
              <a:latin typeface="Arial" panose="020B0604020202020204" pitchFamily="34" charset="0"/>
              <a:ea typeface="+mn-ea"/>
              <a:cs typeface="Arial" panose="020B0604020202020204" pitchFamily="34" charset="0"/>
            </a:rPr>
            <a:t> </a:t>
          </a:r>
          <a:r>
            <a:rPr lang="es-ES" sz="1400" kern="1200" dirty="0" err="1">
              <a:solidFill>
                <a:srgbClr val="808080"/>
              </a:solidFill>
              <a:latin typeface="Arial" panose="020B0604020202020204" pitchFamily="34" charset="0"/>
              <a:ea typeface="+mn-ea"/>
              <a:cs typeface="Arial" panose="020B0604020202020204" pitchFamily="34" charset="0"/>
            </a:rPr>
            <a:t>inbenta</a:t>
          </a:r>
          <a:r>
            <a:rPr lang="es-ES" sz="1400" kern="1200" dirty="0">
              <a:solidFill>
                <a:srgbClr val="808080"/>
              </a:solidFill>
              <a:latin typeface="Arial" panose="020B0604020202020204" pitchFamily="34" charset="0"/>
              <a:ea typeface="+mn-ea"/>
              <a:cs typeface="Arial" panose="020B0604020202020204" pitchFamily="34" charset="0"/>
            </a:rPr>
            <a:t> se hará a través de un </a:t>
          </a:r>
          <a:r>
            <a:rPr lang="es-ES" sz="1400" kern="1200" dirty="0" err="1">
              <a:solidFill>
                <a:srgbClr val="808080"/>
              </a:solidFill>
              <a:latin typeface="Arial" panose="020B0604020202020204" pitchFamily="34" charset="0"/>
              <a:ea typeface="+mn-ea"/>
              <a:cs typeface="Arial" panose="020B0604020202020204" pitchFamily="34" charset="0"/>
            </a:rPr>
            <a:t>KeyID</a:t>
          </a:r>
          <a:r>
            <a:rPr lang="es-ES" sz="1400" kern="1200" dirty="0">
              <a:solidFill>
                <a:srgbClr val="808080"/>
              </a:solidFill>
              <a:latin typeface="Arial" panose="020B0604020202020204" pitchFamily="34" charset="0"/>
              <a:ea typeface="+mn-ea"/>
              <a:cs typeface="Arial" panose="020B0604020202020204" pitchFamily="34" charset="0"/>
            </a:rPr>
            <a:t>(llave de Dominio).</a:t>
          </a:r>
        </a:p>
        <a:p>
          <a:pPr marL="114300" lvl="1" indent="-114300" algn="l" defTabSz="622300">
            <a:lnSpc>
              <a:spcPct val="90000"/>
            </a:lnSpc>
            <a:spcBef>
              <a:spcPct val="0"/>
            </a:spcBef>
            <a:spcAft>
              <a:spcPct val="15000"/>
            </a:spcAft>
            <a:buClr>
              <a:srgbClr val="FF0000"/>
            </a:buClr>
            <a:buNone/>
          </a:pPr>
          <a:r>
            <a:rPr lang="es-ES" sz="1400" kern="1200" dirty="0">
              <a:solidFill>
                <a:srgbClr val="808080"/>
              </a:solidFill>
              <a:latin typeface="Arial" panose="020B0604020202020204" pitchFamily="34" charset="0"/>
              <a:ea typeface="+mn-ea"/>
              <a:cs typeface="Arial" panose="020B0604020202020204" pitchFamily="34" charset="0"/>
            </a:rPr>
            <a:t>El acceso al S3 OHE se hará vía </a:t>
          </a:r>
          <a:r>
            <a:rPr lang="es-ES" sz="1400" kern="1200" dirty="0" err="1">
              <a:solidFill>
                <a:srgbClr val="808080"/>
              </a:solidFill>
              <a:latin typeface="Arial" panose="020B0604020202020204" pitchFamily="34" charset="0"/>
              <a:ea typeface="+mn-ea"/>
              <a:cs typeface="Arial" panose="020B0604020202020204" pitchFamily="34" charset="0"/>
            </a:rPr>
            <a:t>keyID</a:t>
          </a:r>
          <a:r>
            <a:rPr lang="es-ES" sz="1400" kern="1200" dirty="0">
              <a:solidFill>
                <a:srgbClr val="808080"/>
              </a:solidFill>
              <a:latin typeface="Arial" panose="020B0604020202020204" pitchFamily="34" charset="0"/>
              <a:ea typeface="+mn-ea"/>
              <a:cs typeface="Arial" panose="020B0604020202020204" pitchFamily="34" charset="0"/>
            </a:rPr>
            <a:t> y </a:t>
          </a:r>
          <a:r>
            <a:rPr lang="es-ES" sz="1400" kern="1200" dirty="0" err="1">
              <a:solidFill>
                <a:srgbClr val="808080"/>
              </a:solidFill>
              <a:latin typeface="Arial" panose="020B0604020202020204" pitchFamily="34" charset="0"/>
              <a:ea typeface="+mn-ea"/>
              <a:cs typeface="Arial" panose="020B0604020202020204" pitchFamily="34" charset="0"/>
            </a:rPr>
            <a:t>Secret</a:t>
          </a:r>
          <a:r>
            <a:rPr lang="es-ES" sz="1400" kern="1200" dirty="0">
              <a:solidFill>
                <a:srgbClr val="808080"/>
              </a:solidFill>
              <a:latin typeface="Arial" panose="020B0604020202020204" pitchFamily="34" charset="0"/>
              <a:ea typeface="+mn-ea"/>
              <a:cs typeface="Arial" panose="020B0604020202020204" pitchFamily="34" charset="0"/>
            </a:rPr>
            <a:t> configurado en el proceso creado en Sistemas medios (configuración). </a:t>
          </a:r>
        </a:p>
        <a:p>
          <a:pPr marL="114300" lvl="1" indent="-114300" algn="l" defTabSz="622300">
            <a:lnSpc>
              <a:spcPct val="90000"/>
            </a:lnSpc>
            <a:spcBef>
              <a:spcPct val="0"/>
            </a:spcBef>
            <a:spcAft>
              <a:spcPct val="15000"/>
            </a:spcAft>
            <a:buClr>
              <a:srgbClr val="FF0000"/>
            </a:buClr>
            <a:buNone/>
          </a:pPr>
          <a:endParaRPr lang="es-ES" sz="1400" kern="1200" dirty="0">
            <a:solidFill>
              <a:srgbClr val="808080"/>
            </a:solidFill>
            <a:latin typeface="Arial" panose="020B0604020202020204" pitchFamily="34" charset="0"/>
            <a:ea typeface="+mn-ea"/>
            <a:cs typeface="Arial" panose="020B0604020202020204" pitchFamily="34" charset="0"/>
          </a:endParaRPr>
        </a:p>
      </dsp:txBody>
      <dsp:txXfrm rot="-5400000">
        <a:off x="2445713" y="288377"/>
        <a:ext cx="7480549" cy="2550926"/>
      </dsp:txXfrm>
    </dsp:sp>
    <dsp:sp modelId="{1C578EC4-B958-489D-8921-FE9B3D64799A}">
      <dsp:nvSpPr>
        <dsp:cNvPr id="0" name=""/>
        <dsp:cNvSpPr/>
      </dsp:nvSpPr>
      <dsp:spPr>
        <a:xfrm>
          <a:off x="18475" y="95"/>
          <a:ext cx="2427237" cy="3127489"/>
        </a:xfrm>
        <a:prstGeom prst="roundRect">
          <a:avLst/>
        </a:prstGeom>
        <a:solidFill>
          <a:srgbClr val="EB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s-ES" sz="1800" b="0" kern="1200">
              <a:latin typeface="Arial" panose="020B0604020202020204" pitchFamily="34" charset="0"/>
              <a:cs typeface="Arial" panose="020B0604020202020204" pitchFamily="34" charset="0"/>
            </a:rPr>
            <a:t>Autenticación</a:t>
          </a:r>
          <a:endParaRPr lang="es-ES" sz="1800" b="0" kern="1200" dirty="0">
            <a:latin typeface="Arial" panose="020B0604020202020204" pitchFamily="34" charset="0"/>
            <a:cs typeface="Arial" panose="020B0604020202020204" pitchFamily="34" charset="0"/>
          </a:endParaRPr>
        </a:p>
      </dsp:txBody>
      <dsp:txXfrm>
        <a:off x="136963" y="118583"/>
        <a:ext cx="2190261" cy="2890513"/>
      </dsp:txXfrm>
    </dsp:sp>
    <dsp:sp modelId="{88CD91F5-364A-4848-A4E4-15E14C8B70C1}">
      <dsp:nvSpPr>
        <dsp:cNvPr id="0" name=""/>
        <dsp:cNvSpPr/>
      </dsp:nvSpPr>
      <dsp:spPr>
        <a:xfrm rot="5400000">
          <a:off x="5725415" y="136649"/>
          <a:ext cx="1059142" cy="7618548"/>
        </a:xfrm>
        <a:prstGeom prst="round2SameRect">
          <a:avLst/>
        </a:prstGeom>
        <a:solidFill>
          <a:schemeClr val="bg1">
            <a:lumMod val="95000"/>
            <a:alpha val="90000"/>
          </a:schemeClr>
        </a:solidFill>
        <a:ln w="12700" cap="flat" cmpd="sng" algn="ctr">
          <a:solidFill>
            <a:schemeClr val="bg2">
              <a:lumMod val="90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endParaRPr lang="es-ES" sz="1400" kern="1200" dirty="0">
            <a:solidFill>
              <a:srgbClr val="808080"/>
            </a:solidFill>
            <a:latin typeface="Arial" panose="020B0604020202020204" pitchFamily="34" charset="0"/>
            <a:cs typeface="Arial" panose="020B0604020202020204" pitchFamily="34" charset="0"/>
          </a:endParaRPr>
        </a:p>
        <a:p>
          <a:pPr marL="114300" lvl="1" indent="-114300" algn="l" defTabSz="622300">
            <a:lnSpc>
              <a:spcPct val="90000"/>
            </a:lnSpc>
            <a:spcBef>
              <a:spcPct val="0"/>
            </a:spcBef>
            <a:spcAft>
              <a:spcPct val="15000"/>
            </a:spcAft>
            <a:buClr>
              <a:srgbClr val="FF0000"/>
            </a:buClr>
            <a:buNone/>
          </a:pPr>
          <a:r>
            <a:rPr lang="es-ES" sz="1400" kern="1200" dirty="0"/>
            <a:t> </a:t>
          </a:r>
          <a:r>
            <a:rPr lang="es-ES" sz="1400" kern="1200" dirty="0" err="1">
              <a:solidFill>
                <a:srgbClr val="808080"/>
              </a:solidFill>
              <a:latin typeface="Arial" panose="020B0604020202020204" pitchFamily="34" charset="0"/>
              <a:ea typeface="+mn-ea"/>
              <a:cs typeface="Arial" panose="020B0604020202020204" pitchFamily="34" charset="0"/>
            </a:rPr>
            <a:t>Inbenta</a:t>
          </a:r>
          <a:r>
            <a:rPr lang="es-ES" sz="1400" kern="1200" dirty="0">
              <a:solidFill>
                <a:srgbClr val="808080"/>
              </a:solidFill>
              <a:latin typeface="Arial" panose="020B0604020202020204" pitchFamily="34" charset="0"/>
              <a:ea typeface="+mn-ea"/>
              <a:cs typeface="Arial" panose="020B0604020202020204" pitchFamily="34" charset="0"/>
            </a:rPr>
            <a:t> controla la autorización a través de los filtros de dominio entrante que viajan en dicha clave.  </a:t>
          </a:r>
        </a:p>
        <a:p>
          <a:pPr marL="114300" lvl="1" indent="-114300" algn="l" defTabSz="622300">
            <a:lnSpc>
              <a:spcPct val="90000"/>
            </a:lnSpc>
            <a:spcBef>
              <a:spcPct val="0"/>
            </a:spcBef>
            <a:spcAft>
              <a:spcPct val="15000"/>
            </a:spcAft>
            <a:buChar char="•"/>
          </a:pPr>
          <a:endParaRPr lang="es-ES" sz="1400" kern="1200" dirty="0">
            <a:latin typeface="Arial" panose="020B0604020202020204" pitchFamily="34" charset="0"/>
            <a:cs typeface="Arial" panose="020B0604020202020204" pitchFamily="34" charset="0"/>
          </a:endParaRPr>
        </a:p>
      </dsp:txBody>
      <dsp:txXfrm rot="-5400000">
        <a:off x="2445713" y="3468055"/>
        <a:ext cx="7566845" cy="955736"/>
      </dsp:txXfrm>
    </dsp:sp>
    <dsp:sp modelId="{668B995B-BD61-4CDA-8436-D36E8E88F4B1}">
      <dsp:nvSpPr>
        <dsp:cNvPr id="0" name=""/>
        <dsp:cNvSpPr/>
      </dsp:nvSpPr>
      <dsp:spPr>
        <a:xfrm>
          <a:off x="18475" y="3283959"/>
          <a:ext cx="2427237" cy="1323928"/>
        </a:xfrm>
        <a:prstGeom prst="roundRect">
          <a:avLst/>
        </a:prstGeom>
        <a:solidFill>
          <a:srgbClr val="EB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s-ES" sz="1800" b="0" kern="1200">
              <a:latin typeface="Arial" panose="020B0604020202020204" pitchFamily="34" charset="0"/>
              <a:cs typeface="Arial" panose="020B0604020202020204" pitchFamily="34" charset="0"/>
            </a:rPr>
            <a:t>Autorización, Personalización</a:t>
          </a:r>
          <a:endParaRPr lang="es-ES" sz="1800" b="0" kern="1200" dirty="0">
            <a:latin typeface="Arial" panose="020B0604020202020204" pitchFamily="34" charset="0"/>
            <a:cs typeface="Arial" panose="020B0604020202020204" pitchFamily="34" charset="0"/>
          </a:endParaRPr>
        </a:p>
      </dsp:txBody>
      <dsp:txXfrm>
        <a:off x="83104" y="3348588"/>
        <a:ext cx="2297979" cy="119467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2546A7-3AF7-47A1-A580-C8AC2D643050}">
      <dsp:nvSpPr>
        <dsp:cNvPr id="0" name=""/>
        <dsp:cNvSpPr/>
      </dsp:nvSpPr>
      <dsp:spPr>
        <a:xfrm rot="5400000">
          <a:off x="4028412" y="-1490499"/>
          <a:ext cx="4922696" cy="7904478"/>
        </a:xfrm>
        <a:prstGeom prst="round2SameRect">
          <a:avLst/>
        </a:prstGeom>
        <a:solidFill>
          <a:schemeClr val="bg1">
            <a:lumMod val="95000"/>
            <a:alpha val="90000"/>
          </a:schemeClr>
        </a:solidFill>
        <a:ln w="12700" cap="flat" cmpd="sng" algn="ctr">
          <a:solidFill>
            <a:schemeClr val="bg2">
              <a:lumMod val="90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s-ES" altLang="es-ES" sz="1200" kern="1200">
              <a:solidFill>
                <a:srgbClr val="808080"/>
              </a:solidFill>
              <a:latin typeface="Arial" panose="020B0604020202020204" pitchFamily="34" charset="0"/>
              <a:ea typeface="+mn-ea"/>
              <a:cs typeface="Arial" panose="020B0604020202020204" pitchFamily="34" charset="0"/>
            </a:rPr>
            <a:t>Funcionalmente no se ha requerido seguridad operativa especifica para esta aplicación pero, todos los servicios consumidos tendrán que tener implementada la seguridad operativa, la existente en Darwin y BKS.</a:t>
          </a:r>
          <a:endParaRPr lang="es-ES" sz="1200" kern="1200" dirty="0">
            <a:solidFill>
              <a:srgbClr val="808080"/>
            </a:solidFill>
            <a:latin typeface="Arial" panose="020B0604020202020204" pitchFamily="34" charset="0"/>
            <a:ea typeface="+mn-ea"/>
            <a:cs typeface="Arial" panose="020B0604020202020204" pitchFamily="34" charset="0"/>
          </a:endParaRPr>
        </a:p>
        <a:p>
          <a:pPr marL="114300" lvl="1" indent="-114300" algn="l" defTabSz="533400">
            <a:lnSpc>
              <a:spcPct val="90000"/>
            </a:lnSpc>
            <a:spcBef>
              <a:spcPct val="0"/>
            </a:spcBef>
            <a:spcAft>
              <a:spcPct val="15000"/>
            </a:spcAft>
            <a:buChar char="•"/>
          </a:pPr>
          <a:endParaRPr lang="es-ES" sz="1200" kern="1200" dirty="0">
            <a:solidFill>
              <a:srgbClr val="808080"/>
            </a:solidFill>
            <a:latin typeface="Arial" panose="020B0604020202020204" pitchFamily="34" charset="0"/>
            <a:ea typeface="+mn-ea"/>
            <a:cs typeface="Arial" panose="020B0604020202020204" pitchFamily="34" charset="0"/>
          </a:endParaRPr>
        </a:p>
        <a:p>
          <a:pPr marL="114300" lvl="1" indent="-114300" algn="l" defTabSz="533400">
            <a:lnSpc>
              <a:spcPct val="90000"/>
            </a:lnSpc>
            <a:spcBef>
              <a:spcPct val="0"/>
            </a:spcBef>
            <a:spcAft>
              <a:spcPct val="15000"/>
            </a:spcAft>
            <a:buChar char="•"/>
          </a:pPr>
          <a:r>
            <a:rPr lang="es-ES" sz="1200" kern="1200">
              <a:solidFill>
                <a:srgbClr val="808080"/>
              </a:solidFill>
              <a:latin typeface="Arial" panose="020B0604020202020204" pitchFamily="34" charset="0"/>
              <a:ea typeface="+mn-ea"/>
              <a:cs typeface="Arial" panose="020B0604020202020204" pitchFamily="34" charset="0"/>
            </a:rPr>
            <a:t>Se incluye el token de firma cuando se llama al patrón de firma (OSS de servicios comunes), el servicio core que reciba la petición desde el canal debe comprobar dicho token volviendo a llamar al servicio OSS.</a:t>
          </a:r>
          <a:endParaRPr lang="es-ES" sz="1200" kern="1200" dirty="0">
            <a:solidFill>
              <a:srgbClr val="808080"/>
            </a:solidFill>
            <a:latin typeface="Arial" panose="020B0604020202020204" pitchFamily="34" charset="0"/>
            <a:ea typeface="+mn-ea"/>
            <a:cs typeface="Arial" panose="020B0604020202020204" pitchFamily="34" charset="0"/>
          </a:endParaRPr>
        </a:p>
        <a:p>
          <a:pPr marL="228600" lvl="2" indent="-114300" algn="l" defTabSz="533400">
            <a:lnSpc>
              <a:spcPct val="90000"/>
            </a:lnSpc>
            <a:spcBef>
              <a:spcPct val="0"/>
            </a:spcBef>
            <a:spcAft>
              <a:spcPct val="15000"/>
            </a:spcAft>
            <a:buChar char="•"/>
          </a:pPr>
          <a:endParaRPr lang="es-ES" sz="1200" kern="1200" dirty="0">
            <a:solidFill>
              <a:srgbClr val="808080"/>
            </a:solidFill>
            <a:latin typeface="Arial" panose="020B0604020202020204" pitchFamily="34" charset="0"/>
            <a:ea typeface="+mn-ea"/>
            <a:cs typeface="Arial" panose="020B0604020202020204" pitchFamily="34" charset="0"/>
          </a:endParaRPr>
        </a:p>
        <a:p>
          <a:pPr marL="114300" lvl="1" indent="-114300" algn="l" defTabSz="533400">
            <a:lnSpc>
              <a:spcPct val="90000"/>
            </a:lnSpc>
            <a:spcBef>
              <a:spcPct val="0"/>
            </a:spcBef>
            <a:spcAft>
              <a:spcPct val="15000"/>
            </a:spcAft>
            <a:buChar char="•"/>
          </a:pPr>
          <a:r>
            <a:rPr lang="es-ES" sz="1200" kern="1200">
              <a:solidFill>
                <a:srgbClr val="808080"/>
              </a:solidFill>
              <a:latin typeface="Arial" panose="020B0604020202020204" pitchFamily="34" charset="0"/>
              <a:ea typeface="+mn-ea"/>
              <a:cs typeface="Arial" panose="020B0604020202020204" pitchFamily="34" charset="0"/>
            </a:rPr>
            <a:t>Se invoca el micro de seguridad operativa CMC para comprobar que el usuario tiene el rol de firma del PaaS de Banca Electrónica.</a:t>
          </a:r>
          <a:endParaRPr lang="es-ES" sz="1200" kern="1200" dirty="0">
            <a:solidFill>
              <a:srgbClr val="808080"/>
            </a:solidFill>
            <a:latin typeface="Arial" panose="020B0604020202020204" pitchFamily="34" charset="0"/>
            <a:ea typeface="+mn-ea"/>
            <a:cs typeface="Arial" panose="020B0604020202020204" pitchFamily="34" charset="0"/>
          </a:endParaRPr>
        </a:p>
        <a:p>
          <a:pPr marL="114300" lvl="1" indent="-114300" algn="l" defTabSz="533400">
            <a:lnSpc>
              <a:spcPct val="90000"/>
            </a:lnSpc>
            <a:spcBef>
              <a:spcPct val="0"/>
            </a:spcBef>
            <a:spcAft>
              <a:spcPct val="15000"/>
            </a:spcAft>
            <a:buChar char="•"/>
          </a:pPr>
          <a:endParaRPr lang="es-ES" sz="1200" kern="1200" dirty="0">
            <a:solidFill>
              <a:srgbClr val="808080"/>
            </a:solidFill>
            <a:latin typeface="Arial" panose="020B0604020202020204" pitchFamily="34" charset="0"/>
            <a:ea typeface="+mn-ea"/>
            <a:cs typeface="Arial" panose="020B0604020202020204" pitchFamily="34" charset="0"/>
          </a:endParaRPr>
        </a:p>
        <a:p>
          <a:pPr marL="114300" lvl="1" indent="-114300" algn="l" defTabSz="533400">
            <a:lnSpc>
              <a:spcPct val="90000"/>
            </a:lnSpc>
            <a:spcBef>
              <a:spcPct val="0"/>
            </a:spcBef>
            <a:spcAft>
              <a:spcPct val="15000"/>
            </a:spcAft>
            <a:buChar char="•"/>
          </a:pPr>
          <a:r>
            <a:rPr lang="es-ES" sz="1200" kern="1200">
              <a:solidFill>
                <a:srgbClr val="808080"/>
              </a:solidFill>
              <a:latin typeface="Arial" panose="020B0604020202020204" pitchFamily="34" charset="0"/>
              <a:ea typeface="+mn-ea"/>
              <a:cs typeface="Arial" panose="020B0604020202020204" pitchFamily="34" charset="0"/>
            </a:rPr>
            <a:t>Relativo al chatbot se debe incluir:</a:t>
          </a:r>
          <a:endParaRPr lang="es-ES" sz="1200" kern="1200" dirty="0">
            <a:solidFill>
              <a:srgbClr val="808080"/>
            </a:solidFill>
            <a:latin typeface="Arial" panose="020B0604020202020204" pitchFamily="34" charset="0"/>
            <a:ea typeface="+mn-ea"/>
            <a:cs typeface="Arial" panose="020B0604020202020204" pitchFamily="34" charset="0"/>
          </a:endParaRPr>
        </a:p>
        <a:p>
          <a:pPr marL="114300" lvl="1" indent="-114300" algn="l" defTabSz="533400">
            <a:lnSpc>
              <a:spcPct val="90000"/>
            </a:lnSpc>
            <a:spcBef>
              <a:spcPct val="0"/>
            </a:spcBef>
            <a:spcAft>
              <a:spcPct val="15000"/>
            </a:spcAft>
            <a:buChar char="•"/>
          </a:pPr>
          <a:endParaRPr lang="es-ES" sz="1200" kern="1200" dirty="0">
            <a:solidFill>
              <a:srgbClr val="808080"/>
            </a:solidFill>
            <a:latin typeface="Arial" panose="020B0604020202020204" pitchFamily="34" charset="0"/>
            <a:ea typeface="+mn-ea"/>
            <a:cs typeface="Arial" panose="020B0604020202020204" pitchFamily="34" charset="0"/>
          </a:endParaRPr>
        </a:p>
        <a:p>
          <a:pPr marL="228600" lvl="2" indent="-114300" algn="l" defTabSz="533400">
            <a:lnSpc>
              <a:spcPct val="90000"/>
            </a:lnSpc>
            <a:spcBef>
              <a:spcPct val="0"/>
            </a:spcBef>
            <a:spcAft>
              <a:spcPct val="15000"/>
            </a:spcAft>
            <a:buSzPts val="1000"/>
            <a:buFont typeface="Symbol" panose="05050102010706020507" pitchFamily="18" charset="2"/>
            <a:buChar char=""/>
          </a:pPr>
          <a:r>
            <a:rPr lang="es-ES" sz="1200" kern="1200">
              <a:solidFill>
                <a:srgbClr val="808080"/>
              </a:solidFill>
              <a:latin typeface="Arial" panose="020B0604020202020204" pitchFamily="34" charset="0"/>
              <a:ea typeface="+mn-ea"/>
              <a:cs typeface="Arial" panose="020B0604020202020204" pitchFamily="34" charset="0"/>
            </a:rPr>
            <a:t>Al iniciar el chat, informar al no cliente que no comparta información sensible.</a:t>
          </a:r>
          <a:endParaRPr lang="es-ES" sz="1200" kern="1200" dirty="0">
            <a:solidFill>
              <a:srgbClr val="808080"/>
            </a:solidFill>
            <a:latin typeface="Arial" panose="020B0604020202020204" pitchFamily="34" charset="0"/>
            <a:ea typeface="+mn-ea"/>
            <a:cs typeface="Arial" panose="020B0604020202020204" pitchFamily="34" charset="0"/>
          </a:endParaRPr>
        </a:p>
        <a:p>
          <a:pPr marL="114300" lvl="1" indent="-114300" algn="l" defTabSz="533400">
            <a:lnSpc>
              <a:spcPct val="90000"/>
            </a:lnSpc>
            <a:spcBef>
              <a:spcPct val="0"/>
            </a:spcBef>
            <a:spcAft>
              <a:spcPct val="15000"/>
            </a:spcAft>
            <a:buChar char="•"/>
          </a:pPr>
          <a:endParaRPr lang="es-ES" sz="1200" kern="1200" dirty="0">
            <a:solidFill>
              <a:srgbClr val="808080"/>
            </a:solidFill>
            <a:latin typeface="Arial" panose="020B0604020202020204" pitchFamily="34" charset="0"/>
            <a:ea typeface="+mn-ea"/>
            <a:cs typeface="Arial" panose="020B0604020202020204" pitchFamily="34" charset="0"/>
          </a:endParaRPr>
        </a:p>
        <a:p>
          <a:pPr marL="228600" lvl="2" indent="-114300" algn="l" defTabSz="533400">
            <a:lnSpc>
              <a:spcPct val="90000"/>
            </a:lnSpc>
            <a:spcBef>
              <a:spcPct val="0"/>
            </a:spcBef>
            <a:spcAft>
              <a:spcPct val="15000"/>
            </a:spcAft>
            <a:buSzPts val="1000"/>
            <a:buFont typeface="Symbol" panose="05050102010706020507" pitchFamily="18" charset="2"/>
            <a:buChar char=""/>
          </a:pPr>
          <a:r>
            <a:rPr lang="es-ES" sz="1200" kern="1200">
              <a:solidFill>
                <a:srgbClr val="808080"/>
              </a:solidFill>
              <a:latin typeface="Arial" panose="020B0604020202020204" pitchFamily="34" charset="0"/>
              <a:ea typeface="+mn-ea"/>
              <a:cs typeface="Arial" panose="020B0604020202020204" pitchFamily="34" charset="0"/>
            </a:rPr>
            <a:t>Como medida adicional, incluir reglas para ofuscar información sensible. </a:t>
          </a:r>
          <a:endParaRPr lang="es-ES" sz="1200" kern="1200" dirty="0">
            <a:solidFill>
              <a:srgbClr val="808080"/>
            </a:solidFill>
            <a:latin typeface="Arial" panose="020B0604020202020204" pitchFamily="34" charset="0"/>
            <a:ea typeface="+mn-ea"/>
            <a:cs typeface="Arial" panose="020B0604020202020204" pitchFamily="34" charset="0"/>
          </a:endParaRPr>
        </a:p>
        <a:p>
          <a:pPr marL="114300" lvl="1" indent="-114300" algn="l" defTabSz="533400">
            <a:lnSpc>
              <a:spcPct val="90000"/>
            </a:lnSpc>
            <a:spcBef>
              <a:spcPct val="0"/>
            </a:spcBef>
            <a:spcAft>
              <a:spcPct val="15000"/>
            </a:spcAft>
            <a:buSzPts val="1000"/>
            <a:buFont typeface="Symbol" panose="05050102010706020507" pitchFamily="18" charset="2"/>
            <a:buChar char=""/>
          </a:pPr>
          <a:endParaRPr lang="es-ES" sz="1200" kern="1200" dirty="0">
            <a:solidFill>
              <a:srgbClr val="808080"/>
            </a:solidFill>
            <a:latin typeface="Arial" panose="020B0604020202020204" pitchFamily="34" charset="0"/>
            <a:ea typeface="+mn-ea"/>
            <a:cs typeface="Arial" panose="020B0604020202020204" pitchFamily="34" charset="0"/>
          </a:endParaRPr>
        </a:p>
        <a:p>
          <a:pPr marL="228600" lvl="2" indent="-114300" algn="l" defTabSz="533400">
            <a:lnSpc>
              <a:spcPct val="90000"/>
            </a:lnSpc>
            <a:spcBef>
              <a:spcPct val="0"/>
            </a:spcBef>
            <a:spcAft>
              <a:spcPct val="15000"/>
            </a:spcAft>
            <a:buSzPts val="1000"/>
            <a:buFont typeface="Symbol" panose="05050102010706020507" pitchFamily="18" charset="2"/>
            <a:buChar char=""/>
          </a:pPr>
          <a:r>
            <a:rPr lang="es-ES" sz="1200" kern="1200">
              <a:solidFill>
                <a:srgbClr val="808080"/>
              </a:solidFill>
              <a:latin typeface="Arial" panose="020B0604020202020204" pitchFamily="34" charset="0"/>
              <a:ea typeface="+mn-ea"/>
              <a:cs typeface="Arial" panose="020B0604020202020204" pitchFamily="34" charset="0"/>
            </a:rPr>
            <a:t>Con respecto al asunto del acceso al backstage, para la creación de los chats y contenidos, los usuarios de Santander deberían conectarse con dicha plataforma a través de una integración con SSO. No obstante, tal y como indicáis en la reunión, no es posible debido a que actualmente se está utilizando una integración con usuarios propios de Inbenta para los chat privados existentes. Lo indico como punto de atención.</a:t>
          </a:r>
          <a:endParaRPr lang="es-ES" sz="1200" kern="1200" dirty="0">
            <a:solidFill>
              <a:srgbClr val="808080"/>
            </a:solidFill>
            <a:latin typeface="Arial" panose="020B0604020202020204" pitchFamily="34" charset="0"/>
            <a:ea typeface="+mn-ea"/>
            <a:cs typeface="Arial" panose="020B0604020202020204" pitchFamily="34" charset="0"/>
          </a:endParaRPr>
        </a:p>
        <a:p>
          <a:pPr marL="114300" lvl="1" indent="-114300" algn="l" defTabSz="533400">
            <a:lnSpc>
              <a:spcPct val="90000"/>
            </a:lnSpc>
            <a:spcBef>
              <a:spcPct val="0"/>
            </a:spcBef>
            <a:spcAft>
              <a:spcPct val="15000"/>
            </a:spcAft>
            <a:buSzPts val="1000"/>
            <a:buFont typeface="Symbol" panose="05050102010706020507" pitchFamily="18" charset="2"/>
            <a:buChar char=""/>
          </a:pPr>
          <a:endParaRPr lang="es-ES" sz="1200" kern="1200" dirty="0">
            <a:solidFill>
              <a:srgbClr val="808080"/>
            </a:solidFill>
            <a:latin typeface="Arial" panose="020B0604020202020204" pitchFamily="34" charset="0"/>
            <a:ea typeface="+mn-ea"/>
            <a:cs typeface="Arial" panose="020B0604020202020204" pitchFamily="34" charset="0"/>
          </a:endParaRPr>
        </a:p>
        <a:p>
          <a:pPr marL="114300" lvl="1" indent="-114300" algn="l" defTabSz="533400">
            <a:lnSpc>
              <a:spcPct val="90000"/>
            </a:lnSpc>
            <a:spcBef>
              <a:spcPct val="0"/>
            </a:spcBef>
            <a:spcAft>
              <a:spcPct val="15000"/>
            </a:spcAft>
            <a:buSzPts val="1000"/>
            <a:buFont typeface="Symbol" panose="05050102010706020507" pitchFamily="18" charset="2"/>
            <a:buChar char=""/>
          </a:pPr>
          <a:r>
            <a:rPr lang="es-ES" sz="1200" kern="1200">
              <a:solidFill>
                <a:srgbClr val="808080"/>
              </a:solidFill>
              <a:latin typeface="Arial" panose="020B0604020202020204" pitchFamily="34" charset="0"/>
              <a:ea typeface="+mn-ea"/>
              <a:cs typeface="Arial" panose="020B0604020202020204" pitchFamily="34" charset="0"/>
            </a:rPr>
            <a:t>El modelo de seguridad de el componente de Chatbot queda fuera de este diseño y se define en Ref3</a:t>
          </a:r>
          <a:endParaRPr lang="es-ES" sz="1200" kern="1200" dirty="0">
            <a:solidFill>
              <a:srgbClr val="808080"/>
            </a:solidFill>
            <a:latin typeface="Arial" panose="020B0604020202020204" pitchFamily="34" charset="0"/>
            <a:ea typeface="+mn-ea"/>
            <a:cs typeface="Arial" panose="020B0604020202020204" pitchFamily="34" charset="0"/>
          </a:endParaRPr>
        </a:p>
        <a:p>
          <a:pPr marL="114300" lvl="1" indent="-114300" algn="l" defTabSz="533400">
            <a:lnSpc>
              <a:spcPct val="90000"/>
            </a:lnSpc>
            <a:spcBef>
              <a:spcPct val="0"/>
            </a:spcBef>
            <a:spcAft>
              <a:spcPct val="15000"/>
            </a:spcAft>
            <a:buSzPts val="1000"/>
            <a:buFont typeface="Symbol" panose="05050102010706020507" pitchFamily="18" charset="2"/>
            <a:buNone/>
          </a:pPr>
          <a:endParaRPr lang="es-ES" sz="1200" kern="1200" dirty="0">
            <a:solidFill>
              <a:srgbClr val="808080"/>
            </a:solidFill>
            <a:latin typeface="Arial" panose="020B0604020202020204" pitchFamily="34" charset="0"/>
            <a:ea typeface="+mn-ea"/>
            <a:cs typeface="Arial" panose="020B0604020202020204" pitchFamily="34" charset="0"/>
          </a:endParaRPr>
        </a:p>
        <a:p>
          <a:pPr marL="114300" lvl="1" indent="-114300" algn="l" defTabSz="533400">
            <a:lnSpc>
              <a:spcPct val="90000"/>
            </a:lnSpc>
            <a:spcBef>
              <a:spcPct val="0"/>
            </a:spcBef>
            <a:spcAft>
              <a:spcPct val="15000"/>
            </a:spcAft>
            <a:buClr>
              <a:schemeClr val="accent2"/>
            </a:buClr>
            <a:buSzPct val="100000"/>
            <a:buChar char="•"/>
          </a:pPr>
          <a:r>
            <a:rPr lang="es-ES" sz="1200" kern="1200">
              <a:solidFill>
                <a:srgbClr val="808080"/>
              </a:solidFill>
              <a:latin typeface="Arial" panose="020B0604020202020204" pitchFamily="34" charset="0"/>
              <a:ea typeface="+mn-ea"/>
              <a:cs typeface="Arial" panose="020B0604020202020204" pitchFamily="34" charset="0"/>
            </a:rPr>
            <a:t>Basada en la seguridad de acceso a S3 de CCC.</a:t>
          </a:r>
          <a:endParaRPr lang="es-ES" sz="1200" kern="1200" dirty="0">
            <a:solidFill>
              <a:srgbClr val="808080"/>
            </a:solidFill>
            <a:latin typeface="Arial" panose="020B0604020202020204" pitchFamily="34" charset="0"/>
            <a:ea typeface="+mn-ea"/>
            <a:cs typeface="Arial" panose="020B0604020202020204" pitchFamily="34" charset="0"/>
          </a:endParaRPr>
        </a:p>
        <a:p>
          <a:pPr marL="114300" lvl="1" indent="-114300" algn="l" defTabSz="622300">
            <a:lnSpc>
              <a:spcPct val="90000"/>
            </a:lnSpc>
            <a:spcBef>
              <a:spcPct val="0"/>
            </a:spcBef>
            <a:spcAft>
              <a:spcPct val="15000"/>
            </a:spcAft>
            <a:buChar char="•"/>
          </a:pPr>
          <a:endParaRPr lang="es-ES" sz="1400" kern="1200" dirty="0">
            <a:solidFill>
              <a:srgbClr val="808080"/>
            </a:solidFill>
            <a:latin typeface="Arial" panose="020B0604020202020204" pitchFamily="34" charset="0"/>
            <a:ea typeface="+mn-ea"/>
            <a:cs typeface="Arial" panose="020B0604020202020204" pitchFamily="34" charset="0"/>
          </a:endParaRPr>
        </a:p>
      </dsp:txBody>
      <dsp:txXfrm rot="-5400000">
        <a:off x="2537521" y="240698"/>
        <a:ext cx="7664172" cy="4442084"/>
      </dsp:txXfrm>
    </dsp:sp>
    <dsp:sp modelId="{1C578EC4-B958-489D-8921-FE9B3D64799A}">
      <dsp:nvSpPr>
        <dsp:cNvPr id="0" name=""/>
        <dsp:cNvSpPr/>
      </dsp:nvSpPr>
      <dsp:spPr>
        <a:xfrm>
          <a:off x="19187" y="2157760"/>
          <a:ext cx="2518333" cy="607959"/>
        </a:xfrm>
        <a:prstGeom prst="roundRect">
          <a:avLst/>
        </a:prstGeom>
        <a:solidFill>
          <a:srgbClr val="EB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s-ES" sz="1800" b="0" kern="1200">
              <a:latin typeface="Arial" panose="020B0604020202020204" pitchFamily="34" charset="0"/>
              <a:cs typeface="Arial" panose="020B0604020202020204" pitchFamily="34" charset="0"/>
            </a:rPr>
            <a:t>Seguridad Operativa</a:t>
          </a:r>
          <a:endParaRPr lang="es-ES" sz="1800" b="0" kern="1200" dirty="0">
            <a:latin typeface="Arial" panose="020B0604020202020204" pitchFamily="34" charset="0"/>
            <a:cs typeface="Arial" panose="020B0604020202020204" pitchFamily="34" charset="0"/>
          </a:endParaRPr>
        </a:p>
      </dsp:txBody>
      <dsp:txXfrm>
        <a:off x="48865" y="2187438"/>
        <a:ext cx="2458977" cy="548603"/>
      </dsp:txXfrm>
    </dsp:sp>
    <dsp:sp modelId="{88CD91F5-364A-4848-A4E4-15E14C8B70C1}">
      <dsp:nvSpPr>
        <dsp:cNvPr id="0" name=""/>
        <dsp:cNvSpPr/>
      </dsp:nvSpPr>
      <dsp:spPr>
        <a:xfrm rot="5400000">
          <a:off x="6255908" y="1344562"/>
          <a:ext cx="480354" cy="7912205"/>
        </a:xfrm>
        <a:prstGeom prst="round2SameRect">
          <a:avLst/>
        </a:prstGeom>
        <a:solidFill>
          <a:schemeClr val="bg1">
            <a:lumMod val="95000"/>
            <a:alpha val="90000"/>
          </a:schemeClr>
        </a:solidFill>
        <a:ln w="12700" cap="flat" cmpd="sng" algn="ctr">
          <a:solidFill>
            <a:schemeClr val="bg2">
              <a:lumMod val="90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s-ES" sz="1400" kern="1200">
              <a:solidFill>
                <a:srgbClr val="808080"/>
              </a:solidFill>
              <a:latin typeface="Arial" panose="020B0604020202020204" pitchFamily="34" charset="0"/>
              <a:cs typeface="Arial" panose="020B0604020202020204" pitchFamily="34" charset="0"/>
            </a:rPr>
            <a:t>Futuros Clientes y Personal de Backoffice.</a:t>
          </a:r>
          <a:endParaRPr lang="es-ES" sz="1400" kern="1200" dirty="0">
            <a:solidFill>
              <a:srgbClr val="808080"/>
            </a:solidFill>
            <a:latin typeface="Arial" panose="020B0604020202020204" pitchFamily="34" charset="0"/>
            <a:ea typeface="+mn-ea"/>
            <a:cs typeface="Arial" panose="020B0604020202020204" pitchFamily="34" charset="0"/>
          </a:endParaRPr>
        </a:p>
        <a:p>
          <a:pPr marL="114300" lvl="1" indent="-114300" algn="l" defTabSz="622300">
            <a:lnSpc>
              <a:spcPct val="90000"/>
            </a:lnSpc>
            <a:spcBef>
              <a:spcPct val="0"/>
            </a:spcBef>
            <a:spcAft>
              <a:spcPct val="15000"/>
            </a:spcAft>
            <a:buClr>
              <a:schemeClr val="accent2"/>
            </a:buClr>
            <a:buSzPct val="100000"/>
            <a:buChar char="•"/>
          </a:pPr>
          <a:r>
            <a:rPr lang="es-ES" sz="1400" kern="1200">
              <a:solidFill>
                <a:srgbClr val="808080"/>
              </a:solidFill>
              <a:latin typeface="Arial" panose="020B0604020202020204" pitchFamily="34" charset="0"/>
              <a:ea typeface="+mn-ea"/>
              <a:cs typeface="Arial" panose="020B0604020202020204" pitchFamily="34" charset="0"/>
            </a:rPr>
            <a:t>Usuario asignado a S3 creado por CCC.</a:t>
          </a:r>
          <a:endParaRPr lang="es-ES" sz="1400" kern="1200" dirty="0">
            <a:solidFill>
              <a:srgbClr val="808080"/>
            </a:solidFill>
            <a:latin typeface="Arial" panose="020B0604020202020204" pitchFamily="34" charset="0"/>
            <a:ea typeface="+mn-ea"/>
            <a:cs typeface="Arial" panose="020B0604020202020204" pitchFamily="34" charset="0"/>
          </a:endParaRPr>
        </a:p>
      </dsp:txBody>
      <dsp:txXfrm rot="-5400000">
        <a:off x="2539983" y="5083937"/>
        <a:ext cx="7888756" cy="433456"/>
      </dsp:txXfrm>
    </dsp:sp>
    <dsp:sp modelId="{668B995B-BD61-4CDA-8436-D36E8E88F4B1}">
      <dsp:nvSpPr>
        <dsp:cNvPr id="0" name=""/>
        <dsp:cNvSpPr/>
      </dsp:nvSpPr>
      <dsp:spPr>
        <a:xfrm>
          <a:off x="19187" y="5018236"/>
          <a:ext cx="2520795" cy="564857"/>
        </a:xfrm>
        <a:prstGeom prst="roundRect">
          <a:avLst/>
        </a:prstGeom>
        <a:solidFill>
          <a:srgbClr val="EB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s-ES" sz="1800" b="0" kern="1200">
              <a:latin typeface="Arial" panose="020B0604020202020204" pitchFamily="34" charset="0"/>
              <a:cs typeface="Arial" panose="020B0604020202020204" pitchFamily="34" charset="0"/>
            </a:rPr>
            <a:t>Usuarios</a:t>
          </a:r>
          <a:endParaRPr lang="es-ES" sz="1800" b="0" kern="1200" dirty="0">
            <a:latin typeface="Arial" panose="020B0604020202020204" pitchFamily="34" charset="0"/>
            <a:cs typeface="Arial" panose="020B0604020202020204" pitchFamily="34" charset="0"/>
          </a:endParaRPr>
        </a:p>
      </dsp:txBody>
      <dsp:txXfrm>
        <a:off x="46761" y="5045810"/>
        <a:ext cx="2465647" cy="50970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2546A7-3AF7-47A1-A580-C8AC2D643050}">
      <dsp:nvSpPr>
        <dsp:cNvPr id="0" name=""/>
        <dsp:cNvSpPr/>
      </dsp:nvSpPr>
      <dsp:spPr>
        <a:xfrm rot="5400000">
          <a:off x="6066150" y="-2367656"/>
          <a:ext cx="625788" cy="7769649"/>
        </a:xfrm>
        <a:prstGeom prst="round2SameRect">
          <a:avLst/>
        </a:prstGeom>
        <a:solidFill>
          <a:prstClr val="white">
            <a:lumMod val="95000"/>
            <a:alpha val="90000"/>
          </a:prstClr>
        </a:solidFill>
        <a:ln w="12700" cap="flat" cmpd="sng" algn="ctr">
          <a:solidFill>
            <a:srgbClr val="E7E6E6">
              <a:lumMod val="90000"/>
              <a:alpha val="9000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s-ES" sz="1400" kern="1200" dirty="0">
              <a:solidFill>
                <a:srgbClr val="808080"/>
              </a:solidFill>
              <a:latin typeface="Arial" panose="020B0604020202020204" pitchFamily="34" charset="0"/>
              <a:ea typeface="+mn-ea"/>
              <a:cs typeface="Arial" panose="020B0604020202020204" pitchFamily="34" charset="0"/>
            </a:rPr>
            <a:t>No existen procesos batch dentro del alcance del DTI</a:t>
          </a:r>
        </a:p>
      </dsp:txBody>
      <dsp:txXfrm rot="-5400000">
        <a:off x="2494220" y="1234822"/>
        <a:ext cx="7739101" cy="564692"/>
      </dsp:txXfrm>
    </dsp:sp>
    <dsp:sp modelId="{1C578EC4-B958-489D-8921-FE9B3D64799A}">
      <dsp:nvSpPr>
        <dsp:cNvPr id="0" name=""/>
        <dsp:cNvSpPr/>
      </dsp:nvSpPr>
      <dsp:spPr>
        <a:xfrm>
          <a:off x="18842" y="929630"/>
          <a:ext cx="2475377" cy="1175075"/>
        </a:xfrm>
        <a:prstGeom prst="roundRect">
          <a:avLst/>
        </a:prstGeom>
        <a:solidFill>
          <a:srgbClr val="EB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s-ES" sz="1800" b="0" kern="1200" dirty="0">
              <a:solidFill>
                <a:prstClr val="white"/>
              </a:solidFill>
              <a:latin typeface="Arial" panose="020B0604020202020204" pitchFamily="34" charset="0"/>
              <a:ea typeface="+mn-ea"/>
              <a:cs typeface="Arial" panose="020B0604020202020204" pitchFamily="34" charset="0"/>
            </a:rPr>
            <a:t>Procesos Batch</a:t>
          </a:r>
        </a:p>
      </dsp:txBody>
      <dsp:txXfrm>
        <a:off x="76204" y="986992"/>
        <a:ext cx="2360653" cy="1060351"/>
      </dsp:txXfrm>
    </dsp:sp>
    <dsp:sp modelId="{B3D3D25A-64EF-4AFA-AA9C-7B6B42375306}">
      <dsp:nvSpPr>
        <dsp:cNvPr id="0" name=""/>
        <dsp:cNvSpPr/>
      </dsp:nvSpPr>
      <dsp:spPr>
        <a:xfrm rot="5400000">
          <a:off x="5714789" y="-886240"/>
          <a:ext cx="1328509" cy="7769649"/>
        </a:xfrm>
        <a:prstGeom prst="round2SameRect">
          <a:avLst/>
        </a:prstGeom>
        <a:solidFill>
          <a:prstClr val="white">
            <a:lumMod val="95000"/>
            <a:alpha val="90000"/>
          </a:prstClr>
        </a:solidFill>
        <a:ln w="12700" cap="flat" cmpd="sng" algn="ctr">
          <a:solidFill>
            <a:srgbClr val="E7E6E6">
              <a:lumMod val="90000"/>
              <a:alpha val="9000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just" defTabSz="711200">
            <a:lnSpc>
              <a:spcPct val="90000"/>
            </a:lnSpc>
            <a:spcBef>
              <a:spcPct val="0"/>
            </a:spcBef>
            <a:spcAft>
              <a:spcPct val="15000"/>
            </a:spcAft>
            <a:buChar char="•"/>
          </a:pPr>
          <a:r>
            <a:rPr lang="es-ES" sz="1600" kern="1200" dirty="0">
              <a:solidFill>
                <a:srgbClr val="808080"/>
              </a:solidFill>
            </a:rPr>
            <a:t>La </a:t>
          </a:r>
          <a:r>
            <a:rPr lang="es-ES" sz="1400" kern="1200" dirty="0">
              <a:solidFill>
                <a:srgbClr val="808080"/>
              </a:solidFill>
              <a:latin typeface="Arial" panose="020B0604020202020204" pitchFamily="34" charset="0"/>
              <a:ea typeface="+mn-ea"/>
              <a:cs typeface="Arial" panose="020B0604020202020204" pitchFamily="34" charset="0"/>
            </a:rPr>
            <a:t>monitorización</a:t>
          </a:r>
          <a:r>
            <a:rPr lang="es-ES" sz="1600" kern="1200" dirty="0">
              <a:solidFill>
                <a:srgbClr val="808080"/>
              </a:solidFill>
            </a:rPr>
            <a:t> de la plataforma estará integrada dentro de la ya existente para la plataforma, a saber:  PaaS</a:t>
          </a:r>
          <a:endParaRPr lang="es-ES" sz="1600" kern="1200" dirty="0">
            <a:solidFill>
              <a:srgbClr val="808080"/>
            </a:solidFill>
            <a:latin typeface="Arial"/>
            <a:ea typeface="+mn-ea"/>
            <a:cs typeface="+mn-cs"/>
          </a:endParaRPr>
        </a:p>
        <a:p>
          <a:pPr marL="171450" lvl="1" indent="-171450" algn="just" defTabSz="711200">
            <a:lnSpc>
              <a:spcPct val="90000"/>
            </a:lnSpc>
            <a:spcBef>
              <a:spcPct val="0"/>
            </a:spcBef>
            <a:spcAft>
              <a:spcPct val="15000"/>
            </a:spcAft>
            <a:buChar char="•"/>
          </a:pPr>
          <a:r>
            <a:rPr lang="es-ES" sz="1600" kern="1200" dirty="0">
              <a:solidFill>
                <a:srgbClr val="808080"/>
              </a:solidFill>
              <a:latin typeface="Calibri" panose="020F0502020204030204"/>
              <a:ea typeface="+mn-ea"/>
              <a:cs typeface="+mn-cs"/>
            </a:rPr>
            <a:t>Para obtener las métricas de uso de los links a las herramientas se utilizará la funcionalidad de log técnicos y funcionales de Darwin</a:t>
          </a:r>
          <a:r>
            <a:rPr lang="es-ES" sz="1600" kern="1200" dirty="0">
              <a:solidFill>
                <a:srgbClr val="808080"/>
              </a:solidFill>
              <a:latin typeface="Arial"/>
              <a:ea typeface="+mn-ea"/>
              <a:cs typeface="+mn-cs"/>
            </a:rPr>
            <a:t>.</a:t>
          </a:r>
        </a:p>
      </dsp:txBody>
      <dsp:txXfrm rot="-5400000">
        <a:off x="2494219" y="2399182"/>
        <a:ext cx="7704797" cy="1198805"/>
      </dsp:txXfrm>
    </dsp:sp>
    <dsp:sp modelId="{CE61BC34-AE89-4263-95EA-209FF6CEBDB5}">
      <dsp:nvSpPr>
        <dsp:cNvPr id="0" name=""/>
        <dsp:cNvSpPr/>
      </dsp:nvSpPr>
      <dsp:spPr>
        <a:xfrm>
          <a:off x="18842" y="2439428"/>
          <a:ext cx="2475377" cy="1118312"/>
        </a:xfrm>
        <a:prstGeom prst="roundRect">
          <a:avLst/>
        </a:prstGeom>
        <a:solidFill>
          <a:srgbClr val="EB0000"/>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s-ES" sz="1800" b="0" kern="1200" dirty="0">
              <a:solidFill>
                <a:prstClr val="white"/>
              </a:solidFill>
              <a:latin typeface="Arial" panose="020B0604020202020204" pitchFamily="34" charset="0"/>
              <a:ea typeface="+mn-ea"/>
              <a:cs typeface="Arial" panose="020B0604020202020204" pitchFamily="34" charset="0"/>
            </a:rPr>
            <a:t>Monitorización</a:t>
          </a:r>
        </a:p>
      </dsp:txBody>
      <dsp:txXfrm>
        <a:off x="73433" y="2494019"/>
        <a:ext cx="2366195" cy="1009130"/>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5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096EE82A-41D1-4151-B625-D73086965E86}" type="datetimeFigureOut">
              <a:rPr lang="es-ES" smtClean="0"/>
              <a:t>27/06/2022</a:t>
            </a:fld>
            <a:endParaRPr lang="es-ES"/>
          </a:p>
        </p:txBody>
      </p:sp>
      <p:sp>
        <p:nvSpPr>
          <p:cNvPr id="4" name="Marcador de pie de página 3"/>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28FB01CC-32A8-4AF6-91AC-D5C2D20DF673}" type="slidenum">
              <a:rPr lang="es-ES" smtClean="0"/>
              <a:t>‹Nº›</a:t>
            </a:fld>
            <a:endParaRPr lang="es-ES"/>
          </a:p>
        </p:txBody>
      </p:sp>
    </p:spTree>
    <p:extLst>
      <p:ext uri="{BB962C8B-B14F-4D97-AF65-F5344CB8AC3E}">
        <p14:creationId xmlns:p14="http://schemas.microsoft.com/office/powerpoint/2010/main" val="117321043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FEC58AA0-786D-46D0-BDE2-C6B75AE58344}" type="datetimeFigureOut">
              <a:rPr lang="es-ES" smtClean="0"/>
              <a:t>27/06/2022</a:t>
            </a:fld>
            <a:endParaRPr lang="es-ES"/>
          </a:p>
        </p:txBody>
      </p:sp>
      <p:sp>
        <p:nvSpPr>
          <p:cNvPr id="4" name="Marcador de imagen de diapositiva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D6754B7D-73B6-4C66-8A54-D41D1352103D}" type="slidenum">
              <a:rPr lang="es-ES" smtClean="0"/>
              <a:t>‹Nº›</a:t>
            </a:fld>
            <a:endParaRPr lang="es-ES"/>
          </a:p>
        </p:txBody>
      </p:sp>
    </p:spTree>
    <p:extLst>
      <p:ext uri="{BB962C8B-B14F-4D97-AF65-F5344CB8AC3E}">
        <p14:creationId xmlns:p14="http://schemas.microsoft.com/office/powerpoint/2010/main" val="14379805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6754B7D-73B6-4C66-8A54-D41D1352103D}" type="slidenum">
              <a:rPr lang="es-ES" smtClean="0"/>
              <a:t>1</a:t>
            </a:fld>
            <a:endParaRPr lang="es-ES"/>
          </a:p>
        </p:txBody>
      </p:sp>
    </p:spTree>
    <p:extLst>
      <p:ext uri="{BB962C8B-B14F-4D97-AF65-F5344CB8AC3E}">
        <p14:creationId xmlns:p14="http://schemas.microsoft.com/office/powerpoint/2010/main" val="30679789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6754B7D-73B6-4C66-8A54-D41D1352103D}" type="slidenum">
              <a:rPr lang="es-ES" smtClean="0"/>
              <a:t>17</a:t>
            </a:fld>
            <a:endParaRPr lang="es-ES"/>
          </a:p>
        </p:txBody>
      </p:sp>
    </p:spTree>
    <p:extLst>
      <p:ext uri="{BB962C8B-B14F-4D97-AF65-F5344CB8AC3E}">
        <p14:creationId xmlns:p14="http://schemas.microsoft.com/office/powerpoint/2010/main" val="6863139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22275" y="1241425"/>
            <a:ext cx="5953125" cy="3349625"/>
          </a:xfrm>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D6754B7D-73B6-4C66-8A54-D41D1352103D}" type="slidenum">
              <a:rPr lang="es-ES" smtClean="0"/>
              <a:t>23</a:t>
            </a:fld>
            <a:endParaRPr lang="es-ES" dirty="0"/>
          </a:p>
        </p:txBody>
      </p:sp>
    </p:spTree>
    <p:extLst>
      <p:ext uri="{BB962C8B-B14F-4D97-AF65-F5344CB8AC3E}">
        <p14:creationId xmlns:p14="http://schemas.microsoft.com/office/powerpoint/2010/main" val="26291874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22275" y="1241425"/>
            <a:ext cx="5953125" cy="3349625"/>
          </a:xfrm>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D6754B7D-73B6-4C66-8A54-D41D1352103D}" type="slidenum">
              <a:rPr lang="es-ES" smtClean="0"/>
              <a:t>24</a:t>
            </a:fld>
            <a:endParaRPr lang="es-ES" dirty="0"/>
          </a:p>
        </p:txBody>
      </p:sp>
    </p:spTree>
    <p:extLst>
      <p:ext uri="{BB962C8B-B14F-4D97-AF65-F5344CB8AC3E}">
        <p14:creationId xmlns:p14="http://schemas.microsoft.com/office/powerpoint/2010/main" val="6532775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22275" y="1241425"/>
            <a:ext cx="5953125" cy="3349625"/>
          </a:xfrm>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D6754B7D-73B6-4C66-8A54-D41D1352103D}" type="slidenum">
              <a:rPr lang="es-ES" smtClean="0"/>
              <a:t>25</a:t>
            </a:fld>
            <a:endParaRPr lang="es-ES" dirty="0"/>
          </a:p>
        </p:txBody>
      </p:sp>
    </p:spTree>
    <p:extLst>
      <p:ext uri="{BB962C8B-B14F-4D97-AF65-F5344CB8AC3E}">
        <p14:creationId xmlns:p14="http://schemas.microsoft.com/office/powerpoint/2010/main" val="22570833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22275" y="1241425"/>
            <a:ext cx="5953125" cy="3349625"/>
          </a:xfrm>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D6754B7D-73B6-4C66-8A54-D41D1352103D}" type="slidenum">
              <a:rPr lang="es-ES" smtClean="0"/>
              <a:t>26</a:t>
            </a:fld>
            <a:endParaRPr lang="es-ES" dirty="0"/>
          </a:p>
        </p:txBody>
      </p:sp>
    </p:spTree>
    <p:extLst>
      <p:ext uri="{BB962C8B-B14F-4D97-AF65-F5344CB8AC3E}">
        <p14:creationId xmlns:p14="http://schemas.microsoft.com/office/powerpoint/2010/main" val="17692448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22275" y="1241425"/>
            <a:ext cx="5953125" cy="3349625"/>
          </a:xfrm>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D6754B7D-73B6-4C66-8A54-D41D1352103D}" type="slidenum">
              <a:rPr lang="es-ES" smtClean="0"/>
              <a:t>27</a:t>
            </a:fld>
            <a:endParaRPr lang="es-ES" dirty="0"/>
          </a:p>
        </p:txBody>
      </p:sp>
    </p:spTree>
    <p:extLst>
      <p:ext uri="{BB962C8B-B14F-4D97-AF65-F5344CB8AC3E}">
        <p14:creationId xmlns:p14="http://schemas.microsoft.com/office/powerpoint/2010/main" val="1734364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22275" y="1241425"/>
            <a:ext cx="5953125" cy="3349625"/>
          </a:xfrm>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D6754B7D-73B6-4C66-8A54-D41D1352103D}" type="slidenum">
              <a:rPr lang="es-ES" smtClean="0"/>
              <a:t>28</a:t>
            </a:fld>
            <a:endParaRPr lang="es-ES" dirty="0"/>
          </a:p>
        </p:txBody>
      </p:sp>
    </p:spTree>
    <p:extLst>
      <p:ext uri="{BB962C8B-B14F-4D97-AF65-F5344CB8AC3E}">
        <p14:creationId xmlns:p14="http://schemas.microsoft.com/office/powerpoint/2010/main" val="38371805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22275" y="1241425"/>
            <a:ext cx="5953125" cy="3349625"/>
          </a:xfrm>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D6754B7D-73B6-4C66-8A54-D41D1352103D}" type="slidenum">
              <a:rPr lang="es-ES" smtClean="0"/>
              <a:t>29</a:t>
            </a:fld>
            <a:endParaRPr lang="es-ES" dirty="0"/>
          </a:p>
        </p:txBody>
      </p:sp>
    </p:spTree>
    <p:extLst>
      <p:ext uri="{BB962C8B-B14F-4D97-AF65-F5344CB8AC3E}">
        <p14:creationId xmlns:p14="http://schemas.microsoft.com/office/powerpoint/2010/main" val="35687395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7978D618-BBD3-4FF5-9218-0E9FEB4B2F82}" type="slidenum">
              <a:rPr lang="es-ES" smtClean="0"/>
              <a:t>30</a:t>
            </a:fld>
            <a:endParaRPr lang="es-ES"/>
          </a:p>
        </p:txBody>
      </p:sp>
    </p:spTree>
    <p:extLst>
      <p:ext uri="{BB962C8B-B14F-4D97-AF65-F5344CB8AC3E}">
        <p14:creationId xmlns:p14="http://schemas.microsoft.com/office/powerpoint/2010/main" val="38245751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22275" y="1241425"/>
            <a:ext cx="5953125" cy="3349625"/>
          </a:xfrm>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D6754B7D-73B6-4C66-8A54-D41D1352103D}" type="slidenum">
              <a:rPr lang="es-ES" smtClean="0"/>
              <a:t>31</a:t>
            </a:fld>
            <a:endParaRPr lang="es-ES" dirty="0"/>
          </a:p>
        </p:txBody>
      </p:sp>
    </p:spTree>
    <p:extLst>
      <p:ext uri="{BB962C8B-B14F-4D97-AF65-F5344CB8AC3E}">
        <p14:creationId xmlns:p14="http://schemas.microsoft.com/office/powerpoint/2010/main" val="4246052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7978D618-BBD3-4FF5-9218-0E9FEB4B2F82}" type="slidenum">
              <a:rPr lang="es-ES" smtClean="0"/>
              <a:t>32</a:t>
            </a:fld>
            <a:endParaRPr lang="es-ES"/>
          </a:p>
        </p:txBody>
      </p:sp>
    </p:spTree>
    <p:extLst>
      <p:ext uri="{BB962C8B-B14F-4D97-AF65-F5344CB8AC3E}">
        <p14:creationId xmlns:p14="http://schemas.microsoft.com/office/powerpoint/2010/main" val="12053602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ES"/>
          </a:p>
        </p:txBody>
      </p:sp>
    </p:spTree>
    <p:extLst>
      <p:ext uri="{BB962C8B-B14F-4D97-AF65-F5344CB8AC3E}">
        <p14:creationId xmlns:p14="http://schemas.microsoft.com/office/powerpoint/2010/main" val="21160082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ES"/>
          </a:p>
        </p:txBody>
      </p:sp>
    </p:spTree>
    <p:extLst>
      <p:ext uri="{BB962C8B-B14F-4D97-AF65-F5344CB8AC3E}">
        <p14:creationId xmlns:p14="http://schemas.microsoft.com/office/powerpoint/2010/main" val="15061021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ES"/>
          </a:p>
        </p:txBody>
      </p:sp>
    </p:spTree>
    <p:extLst>
      <p:ext uri="{BB962C8B-B14F-4D97-AF65-F5344CB8AC3E}">
        <p14:creationId xmlns:p14="http://schemas.microsoft.com/office/powerpoint/2010/main" val="19634144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ES"/>
          </a:p>
        </p:txBody>
      </p:sp>
    </p:spTree>
    <p:extLst>
      <p:ext uri="{BB962C8B-B14F-4D97-AF65-F5344CB8AC3E}">
        <p14:creationId xmlns:p14="http://schemas.microsoft.com/office/powerpoint/2010/main" val="10544460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ES"/>
          </a:p>
        </p:txBody>
      </p:sp>
    </p:spTree>
    <p:extLst>
      <p:ext uri="{BB962C8B-B14F-4D97-AF65-F5344CB8AC3E}">
        <p14:creationId xmlns:p14="http://schemas.microsoft.com/office/powerpoint/2010/main" val="37303280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ES"/>
          </a:p>
        </p:txBody>
      </p:sp>
    </p:spTree>
    <p:extLst>
      <p:ext uri="{BB962C8B-B14F-4D97-AF65-F5344CB8AC3E}">
        <p14:creationId xmlns:p14="http://schemas.microsoft.com/office/powerpoint/2010/main" val="42295502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38150" y="1235075"/>
            <a:ext cx="5921375" cy="3330575"/>
          </a:xfrm>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D6754B7D-73B6-4C66-8A54-D41D1352103D}" type="slidenum">
              <a:rPr lang="es-ES" smtClean="0"/>
              <a:t>52</a:t>
            </a:fld>
            <a:endParaRPr lang="es-ES" dirty="0"/>
          </a:p>
        </p:txBody>
      </p:sp>
    </p:spTree>
    <p:extLst>
      <p:ext uri="{BB962C8B-B14F-4D97-AF65-F5344CB8AC3E}">
        <p14:creationId xmlns:p14="http://schemas.microsoft.com/office/powerpoint/2010/main" val="26058826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38150" y="1235075"/>
            <a:ext cx="5921375" cy="3330575"/>
          </a:xfrm>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D6754B7D-73B6-4C66-8A54-D41D1352103D}" type="slidenum">
              <a:rPr lang="es-ES" smtClean="0"/>
              <a:t>53</a:t>
            </a:fld>
            <a:endParaRPr lang="es-ES" dirty="0"/>
          </a:p>
        </p:txBody>
      </p:sp>
    </p:spTree>
    <p:extLst>
      <p:ext uri="{BB962C8B-B14F-4D97-AF65-F5344CB8AC3E}">
        <p14:creationId xmlns:p14="http://schemas.microsoft.com/office/powerpoint/2010/main" val="22861718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38150" y="1235075"/>
            <a:ext cx="5921375" cy="3330575"/>
          </a:xfrm>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D6754B7D-73B6-4C66-8A54-D41D1352103D}" type="slidenum">
              <a:rPr lang="es-ES" smtClean="0"/>
              <a:t>54</a:t>
            </a:fld>
            <a:endParaRPr lang="es-ES" dirty="0"/>
          </a:p>
        </p:txBody>
      </p:sp>
    </p:spTree>
    <p:extLst>
      <p:ext uri="{BB962C8B-B14F-4D97-AF65-F5344CB8AC3E}">
        <p14:creationId xmlns:p14="http://schemas.microsoft.com/office/powerpoint/2010/main" val="34309221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22275" y="1241425"/>
            <a:ext cx="5953125" cy="3349625"/>
          </a:xfrm>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D6754B7D-73B6-4C66-8A54-D41D1352103D}" type="slidenum">
              <a:rPr lang="es-ES" smtClean="0"/>
              <a:t>55</a:t>
            </a:fld>
            <a:endParaRPr lang="es-ES" dirty="0"/>
          </a:p>
        </p:txBody>
      </p:sp>
    </p:spTree>
    <p:extLst>
      <p:ext uri="{BB962C8B-B14F-4D97-AF65-F5344CB8AC3E}">
        <p14:creationId xmlns:p14="http://schemas.microsoft.com/office/powerpoint/2010/main" val="1898376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22275" y="1241425"/>
            <a:ext cx="5953125" cy="3349625"/>
          </a:xfrm>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D6754B7D-73B6-4C66-8A54-D41D1352103D}" type="slidenum">
              <a:rPr lang="es-ES" smtClean="0"/>
              <a:t>57</a:t>
            </a:fld>
            <a:endParaRPr lang="es-ES" dirty="0"/>
          </a:p>
        </p:txBody>
      </p:sp>
    </p:spTree>
    <p:extLst>
      <p:ext uri="{BB962C8B-B14F-4D97-AF65-F5344CB8AC3E}">
        <p14:creationId xmlns:p14="http://schemas.microsoft.com/office/powerpoint/2010/main" val="9132944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22275" y="1241425"/>
            <a:ext cx="5953125" cy="3349625"/>
          </a:xfrm>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D6754B7D-73B6-4C66-8A54-D41D1352103D}" type="slidenum">
              <a:rPr lang="es-ES" smtClean="0"/>
              <a:t>59</a:t>
            </a:fld>
            <a:endParaRPr lang="es-ES" dirty="0"/>
          </a:p>
        </p:txBody>
      </p:sp>
    </p:spTree>
    <p:extLst>
      <p:ext uri="{BB962C8B-B14F-4D97-AF65-F5344CB8AC3E}">
        <p14:creationId xmlns:p14="http://schemas.microsoft.com/office/powerpoint/2010/main" val="2941052267"/>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3.svg"/><Relationship Id="rId7"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0.sv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2.xml"/><Relationship Id="rId6" Type="http://schemas.openxmlformats.org/officeDocument/2006/relationships/image" Target="../media/image4.png"/><Relationship Id="rId5" Type="http://schemas.openxmlformats.org/officeDocument/2006/relationships/image" Target="../media/image9.svg"/><Relationship Id="rId4"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1.jpe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Interior texto a una columna">
    <p:spTree>
      <p:nvGrpSpPr>
        <p:cNvPr id="1" name=""/>
        <p:cNvGrpSpPr/>
        <p:nvPr/>
      </p:nvGrpSpPr>
      <p:grpSpPr>
        <a:xfrm>
          <a:off x="0" y="0"/>
          <a:ext cx="0" cy="0"/>
          <a:chOff x="0" y="0"/>
          <a:chExt cx="0" cy="0"/>
        </a:xfrm>
      </p:grpSpPr>
      <p:sp>
        <p:nvSpPr>
          <p:cNvPr id="55" name="CuadroTexto 54">
            <a:extLst>
              <a:ext uri="{FF2B5EF4-FFF2-40B4-BE49-F238E27FC236}">
                <a16:creationId xmlns:a16="http://schemas.microsoft.com/office/drawing/2014/main" id="{5F4CF10F-7D6D-476F-A4FC-D2A2F55D1DAC}"/>
              </a:ext>
            </a:extLst>
          </p:cNvPr>
          <p:cNvSpPr txBox="1"/>
          <p:nvPr userDrawn="1"/>
        </p:nvSpPr>
        <p:spPr>
          <a:xfrm>
            <a:off x="719288" y="1945649"/>
            <a:ext cx="3365478" cy="1169551"/>
          </a:xfrm>
          <a:prstGeom prst="rect">
            <a:avLst/>
          </a:prstGeom>
          <a:noFill/>
        </p:spPr>
        <p:txBody>
          <a:bodyPr wrap="square" rtlCol="0">
            <a:spAutoFit/>
          </a:bodyPr>
          <a:lstStyle/>
          <a:p>
            <a:r>
              <a:rPr lang="es-ES" sz="1400" dirty="0">
                <a:solidFill>
                  <a:srgbClr val="6E7678"/>
                </a:solidFill>
                <a:latin typeface="Arial"/>
              </a:rPr>
              <a:t>Nuestro propósito es ayudar a personas y empresas a prosperar.</a:t>
            </a:r>
          </a:p>
          <a:p>
            <a:endParaRPr lang="es-ES" sz="1400" dirty="0">
              <a:solidFill>
                <a:srgbClr val="6E7678"/>
              </a:solidFill>
              <a:latin typeface="Arial"/>
            </a:endParaRPr>
          </a:p>
          <a:p>
            <a:r>
              <a:rPr lang="es-ES" sz="1400" dirty="0">
                <a:solidFill>
                  <a:srgbClr val="6E7678"/>
                </a:solidFill>
                <a:latin typeface="Arial"/>
              </a:rPr>
              <a:t>Nuestra cultura se basa en la creencia de que todo lo que hacemos debe ser</a:t>
            </a:r>
          </a:p>
        </p:txBody>
      </p:sp>
      <p:pic>
        <p:nvPicPr>
          <p:cNvPr id="56" name="Gráfico 55">
            <a:extLst>
              <a:ext uri="{FF2B5EF4-FFF2-40B4-BE49-F238E27FC236}">
                <a16:creationId xmlns:a16="http://schemas.microsoft.com/office/drawing/2014/main" id="{4BD74DA5-DDE3-4A9C-93B1-4A4D8AD7284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19150" y="3461863"/>
            <a:ext cx="2790825" cy="202298"/>
          </a:xfrm>
          <a:prstGeom prst="rect">
            <a:avLst/>
          </a:prstGeom>
        </p:spPr>
      </p:pic>
      <p:sp>
        <p:nvSpPr>
          <p:cNvPr id="57" name="CuadroTexto 56">
            <a:extLst>
              <a:ext uri="{FF2B5EF4-FFF2-40B4-BE49-F238E27FC236}">
                <a16:creationId xmlns:a16="http://schemas.microsoft.com/office/drawing/2014/main" id="{C14DCBE2-DB15-48E1-A627-82882DB55B96}"/>
              </a:ext>
            </a:extLst>
          </p:cNvPr>
          <p:cNvSpPr txBox="1"/>
          <p:nvPr userDrawn="1"/>
        </p:nvSpPr>
        <p:spPr>
          <a:xfrm>
            <a:off x="719288" y="678282"/>
            <a:ext cx="3365478" cy="707886"/>
          </a:xfrm>
          <a:prstGeom prst="rect">
            <a:avLst/>
          </a:prstGeom>
          <a:noFill/>
        </p:spPr>
        <p:txBody>
          <a:bodyPr wrap="square" rtlCol="0">
            <a:spAutoFit/>
          </a:bodyPr>
          <a:lstStyle/>
          <a:p>
            <a:r>
              <a:rPr lang="es-ES" sz="4000" dirty="0">
                <a:solidFill>
                  <a:srgbClr val="EB0000"/>
                </a:solidFill>
                <a:latin typeface="Arial"/>
              </a:rPr>
              <a:t>Gracias.</a:t>
            </a:r>
          </a:p>
        </p:txBody>
      </p:sp>
      <p:pic>
        <p:nvPicPr>
          <p:cNvPr id="7" name="Picture 2" descr="Resultado de imagen de DJSI Member Log">
            <a:extLst>
              <a:ext uri="{FF2B5EF4-FFF2-40B4-BE49-F238E27FC236}">
                <a16:creationId xmlns:a16="http://schemas.microsoft.com/office/drawing/2014/main" id="{48981B97-0080-44FB-808D-3CFEF86F5205}"/>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5796918" y="5573143"/>
            <a:ext cx="1347482" cy="455449"/>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upo 7">
            <a:extLst>
              <a:ext uri="{FF2B5EF4-FFF2-40B4-BE49-F238E27FC236}">
                <a16:creationId xmlns:a16="http://schemas.microsoft.com/office/drawing/2014/main" id="{1D8B4074-251C-4BBA-97A9-8D687E1D6371}"/>
              </a:ext>
            </a:extLst>
          </p:cNvPr>
          <p:cNvGrpSpPr/>
          <p:nvPr userDrawn="1"/>
        </p:nvGrpSpPr>
        <p:grpSpPr>
          <a:xfrm>
            <a:off x="7612559" y="5573576"/>
            <a:ext cx="578707" cy="455017"/>
            <a:chOff x="2203451" y="-4230356"/>
            <a:chExt cx="6896100" cy="5422158"/>
          </a:xfrm>
        </p:grpSpPr>
        <p:pic>
          <p:nvPicPr>
            <p:cNvPr id="9" name="Imagen 8" descr="Imagen relacionada">
              <a:extLst>
                <a:ext uri="{FF2B5EF4-FFF2-40B4-BE49-F238E27FC236}">
                  <a16:creationId xmlns:a16="http://schemas.microsoft.com/office/drawing/2014/main" id="{F690BBB2-F364-4355-AAD7-E25B1142F713}"/>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l="22544" t="3352" r="22378" b="28229"/>
            <a:stretch>
              <a:fillRect/>
            </a:stretch>
          </p:blipFill>
          <p:spPr bwMode="auto">
            <a:xfrm>
              <a:off x="3758085" y="-4230356"/>
              <a:ext cx="3798276" cy="3838472"/>
            </a:xfrm>
            <a:custGeom>
              <a:avLst/>
              <a:gdLst>
                <a:gd name="connsiteX0" fmla="*/ 1899138 w 3798276"/>
                <a:gd name="connsiteY0" fmla="*/ 0 h 3838472"/>
                <a:gd name="connsiteX1" fmla="*/ 3798276 w 3798276"/>
                <a:gd name="connsiteY1" fmla="*/ 1919236 h 3838472"/>
                <a:gd name="connsiteX2" fmla="*/ 1899138 w 3798276"/>
                <a:gd name="connsiteY2" fmla="*/ 3838472 h 3838472"/>
                <a:gd name="connsiteX3" fmla="*/ 0 w 3798276"/>
                <a:gd name="connsiteY3" fmla="*/ 1919236 h 3838472"/>
                <a:gd name="connsiteX4" fmla="*/ 1899138 w 3798276"/>
                <a:gd name="connsiteY4" fmla="*/ 0 h 3838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8276" h="3838472">
                  <a:moveTo>
                    <a:pt x="1899138" y="0"/>
                  </a:moveTo>
                  <a:cubicBezTo>
                    <a:pt x="2948003" y="0"/>
                    <a:pt x="3798276" y="859271"/>
                    <a:pt x="3798276" y="1919236"/>
                  </a:cubicBezTo>
                  <a:cubicBezTo>
                    <a:pt x="3798276" y="2979201"/>
                    <a:pt x="2948003" y="3838472"/>
                    <a:pt x="1899138" y="3838472"/>
                  </a:cubicBezTo>
                  <a:cubicBezTo>
                    <a:pt x="850273" y="3838472"/>
                    <a:pt x="0" y="2979201"/>
                    <a:pt x="0" y="1919236"/>
                  </a:cubicBezTo>
                  <a:cubicBezTo>
                    <a:pt x="0" y="859271"/>
                    <a:pt x="850273" y="0"/>
                    <a:pt x="1899138" y="0"/>
                  </a:cubicBezTo>
                  <a:close/>
                </a:path>
              </a:pathLst>
            </a:custGeom>
            <a:noFill/>
            <a:extLst>
              <a:ext uri="{909E8E84-426E-40DD-AFC4-6F175D3DCCD1}">
                <a14:hiddenFill xmlns:a14="http://schemas.microsoft.com/office/drawing/2010/main">
                  <a:solidFill>
                    <a:srgbClr val="FFFFFF"/>
                  </a:solidFill>
                </a14:hiddenFill>
              </a:ext>
            </a:extLst>
          </p:spPr>
        </p:pic>
        <p:pic>
          <p:nvPicPr>
            <p:cNvPr id="10" name="Imagen 9" descr="Imagen relacionada">
              <a:extLst>
                <a:ext uri="{FF2B5EF4-FFF2-40B4-BE49-F238E27FC236}">
                  <a16:creationId xmlns:a16="http://schemas.microsoft.com/office/drawing/2014/main" id="{496879A2-7D19-44E0-A2DD-23FFB7461722}"/>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t="78757"/>
            <a:stretch>
              <a:fillRect/>
            </a:stretch>
          </p:blipFill>
          <p:spPr bwMode="auto">
            <a:xfrm>
              <a:off x="2203451" y="0"/>
              <a:ext cx="6896100" cy="1191802"/>
            </a:xfrm>
            <a:custGeom>
              <a:avLst/>
              <a:gdLst>
                <a:gd name="connsiteX0" fmla="*/ 0 w 6896100"/>
                <a:gd name="connsiteY0" fmla="*/ 0 h 1191802"/>
                <a:gd name="connsiteX1" fmla="*/ 6896100 w 6896100"/>
                <a:gd name="connsiteY1" fmla="*/ 0 h 1191802"/>
                <a:gd name="connsiteX2" fmla="*/ 6896100 w 6896100"/>
                <a:gd name="connsiteY2" fmla="*/ 1191802 h 1191802"/>
                <a:gd name="connsiteX3" fmla="*/ 0 w 6896100"/>
                <a:gd name="connsiteY3" fmla="*/ 1191802 h 1191802"/>
              </a:gdLst>
              <a:ahLst/>
              <a:cxnLst>
                <a:cxn ang="0">
                  <a:pos x="connsiteX0" y="connsiteY0"/>
                </a:cxn>
                <a:cxn ang="0">
                  <a:pos x="connsiteX1" y="connsiteY1"/>
                </a:cxn>
                <a:cxn ang="0">
                  <a:pos x="connsiteX2" y="connsiteY2"/>
                </a:cxn>
                <a:cxn ang="0">
                  <a:pos x="connsiteX3" y="connsiteY3"/>
                </a:cxn>
              </a:cxnLst>
              <a:rect l="l" t="t" r="r" b="b"/>
              <a:pathLst>
                <a:path w="6896100" h="1191802">
                  <a:moveTo>
                    <a:pt x="0" y="0"/>
                  </a:moveTo>
                  <a:lnTo>
                    <a:pt x="6896100" y="0"/>
                  </a:lnTo>
                  <a:lnTo>
                    <a:pt x="6896100" y="1191802"/>
                  </a:lnTo>
                  <a:lnTo>
                    <a:pt x="0" y="1191802"/>
                  </a:lnTo>
                  <a:close/>
                </a:path>
              </a:pathLst>
            </a:custGeom>
            <a:noFill/>
            <a:extLst>
              <a:ext uri="{909E8E84-426E-40DD-AFC4-6F175D3DCCD1}">
                <a14:hiddenFill xmlns:a14="http://schemas.microsoft.com/office/drawing/2010/main">
                  <a:solidFill>
                    <a:srgbClr val="FFFFFF"/>
                  </a:solidFill>
                </a14:hiddenFill>
              </a:ext>
            </a:extLst>
          </p:spPr>
        </p:pic>
      </p:grpSp>
      <p:sp>
        <p:nvSpPr>
          <p:cNvPr id="12" name="Forma libre: forma 11">
            <a:extLst>
              <a:ext uri="{FF2B5EF4-FFF2-40B4-BE49-F238E27FC236}">
                <a16:creationId xmlns:a16="http://schemas.microsoft.com/office/drawing/2014/main" id="{7DAE9136-8074-44BA-B0DE-9BD1DBCA1AF2}"/>
              </a:ext>
            </a:extLst>
          </p:cNvPr>
          <p:cNvSpPr/>
          <p:nvPr userDrawn="1"/>
        </p:nvSpPr>
        <p:spPr>
          <a:xfrm>
            <a:off x="0" y="5229922"/>
            <a:ext cx="12196689"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rgbClr val="EB000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prstClr val="white"/>
              </a:solidFill>
              <a:effectLst/>
              <a:uLnTx/>
              <a:uFillTx/>
              <a:latin typeface="Arial"/>
              <a:ea typeface="+mn-ea"/>
              <a:cs typeface="+mn-cs"/>
            </a:endParaRPr>
          </a:p>
        </p:txBody>
      </p:sp>
      <p:pic>
        <p:nvPicPr>
          <p:cNvPr id="13" name="Imagen 12">
            <a:extLst>
              <a:ext uri="{FF2B5EF4-FFF2-40B4-BE49-F238E27FC236}">
                <a16:creationId xmlns:a16="http://schemas.microsoft.com/office/drawing/2014/main" id="{6C9F6EB5-61B0-42B3-850A-B8EC6141B327}"/>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9370936" y="5460275"/>
            <a:ext cx="2437890" cy="1105555"/>
          </a:xfrm>
          <a:prstGeom prst="rect">
            <a:avLst/>
          </a:prstGeom>
        </p:spPr>
      </p:pic>
      <p:pic>
        <p:nvPicPr>
          <p:cNvPr id="15" name="Gráfico 14">
            <a:extLst>
              <a:ext uri="{FF2B5EF4-FFF2-40B4-BE49-F238E27FC236}">
                <a16:creationId xmlns:a16="http://schemas.microsoft.com/office/drawing/2014/main" id="{8DCFD48B-50BC-447B-AD2C-20E0AF267E5C}"/>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821978" y="5727401"/>
            <a:ext cx="1896592" cy="332588"/>
          </a:xfrm>
          <a:prstGeom prst="rect">
            <a:avLst/>
          </a:prstGeom>
        </p:spPr>
      </p:pic>
    </p:spTree>
    <p:extLst>
      <p:ext uri="{BB962C8B-B14F-4D97-AF65-F5344CB8AC3E}">
        <p14:creationId xmlns:p14="http://schemas.microsoft.com/office/powerpoint/2010/main" val="5931352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915">
          <p15:clr>
            <a:srgbClr val="FBAE40"/>
          </p15:clr>
        </p15:guide>
        <p15:guide id="4" orient="horz" pos="785">
          <p15:clr>
            <a:srgbClr val="FBAE40"/>
          </p15:clr>
        </p15:guide>
        <p15:guide id="5" orient="horz" pos="562">
          <p15:clr>
            <a:srgbClr val="FBAE40"/>
          </p15:clr>
        </p15:guide>
        <p15:guide id="6" orient="horz" pos="543">
          <p15:clr>
            <a:srgbClr val="FBAE40"/>
          </p15:clr>
        </p15:guide>
        <p15:guide id="7" orient="horz" pos="1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A14D1A53-DB21-48B5-BB03-BBF49252D04F}"/>
              </a:ext>
            </a:extLst>
          </p:cNvPr>
          <p:cNvSpPr>
            <a:spLocks noGrp="1"/>
          </p:cNvSpPr>
          <p:nvPr>
            <p:ph type="body" sz="quarter" idx="12" hasCustomPrompt="1"/>
          </p:nvPr>
        </p:nvSpPr>
        <p:spPr>
          <a:xfrm>
            <a:off x="653142" y="328774"/>
            <a:ext cx="10833365" cy="318498"/>
          </a:xfrm>
          <a:prstGeom prst="rect">
            <a:avLst/>
          </a:prstGeom>
        </p:spPr>
        <p:txBody>
          <a:bodyPr>
            <a:normAutofit/>
          </a:bodyPr>
          <a:lstStyle>
            <a:lvl1pPr marL="0" indent="0">
              <a:buFontTx/>
              <a:buNone/>
              <a:defRPr sz="1300" b="1" baseline="0">
                <a:solidFill>
                  <a:srgbClr val="EB0000"/>
                </a:solidFill>
                <a:latin typeface="Arial cuerpo"/>
                <a:ea typeface="Segoe UI" panose="020B0502040204020203" pitchFamily="34" charset="0"/>
                <a:cs typeface="Segoe UI" panose="020B0502040204020203" pitchFamily="34" charset="0"/>
              </a:defRPr>
            </a:lvl1pPr>
            <a:lvl2pPr marL="457200" indent="0">
              <a:buFontTx/>
              <a:buNone/>
              <a:defRPr sz="3200">
                <a:solidFill>
                  <a:srgbClr val="FF0000"/>
                </a:solidFill>
              </a:defRPr>
            </a:lvl2pPr>
            <a:lvl3pPr marL="914400" indent="0">
              <a:buFontTx/>
              <a:buNone/>
              <a:defRPr sz="3200">
                <a:solidFill>
                  <a:srgbClr val="FF0000"/>
                </a:solidFill>
              </a:defRPr>
            </a:lvl3pPr>
            <a:lvl4pPr marL="1371600" indent="0">
              <a:buFontTx/>
              <a:buNone/>
              <a:defRPr sz="3200">
                <a:solidFill>
                  <a:srgbClr val="FF0000"/>
                </a:solidFill>
              </a:defRPr>
            </a:lvl4pPr>
            <a:lvl5pPr marL="1828800" indent="0">
              <a:buFontTx/>
              <a:buNone/>
              <a:defRPr sz="3200">
                <a:solidFill>
                  <a:srgbClr val="FF0000"/>
                </a:solidFill>
              </a:defRPr>
            </a:lvl5pPr>
          </a:lstStyle>
          <a:p>
            <a:pPr lvl="0"/>
            <a:r>
              <a:rPr lang="es-ES" dirty="0"/>
              <a:t>Clic para editar el título</a:t>
            </a:r>
          </a:p>
        </p:txBody>
      </p:sp>
      <p:sp>
        <p:nvSpPr>
          <p:cNvPr id="5" name="Text Placeholder 2">
            <a:extLst>
              <a:ext uri="{FF2B5EF4-FFF2-40B4-BE49-F238E27FC236}">
                <a16:creationId xmlns:a16="http://schemas.microsoft.com/office/drawing/2014/main" id="{4C04B1C7-E8FC-4FB8-AFA5-8A56F22D39FA}"/>
              </a:ext>
            </a:extLst>
          </p:cNvPr>
          <p:cNvSpPr>
            <a:spLocks noGrp="1"/>
          </p:cNvSpPr>
          <p:nvPr>
            <p:ph type="body" idx="13"/>
          </p:nvPr>
        </p:nvSpPr>
        <p:spPr>
          <a:xfrm>
            <a:off x="653141" y="740515"/>
            <a:ext cx="10833365" cy="276627"/>
          </a:xfrm>
          <a:prstGeom prst="rect">
            <a:avLst/>
          </a:prstGeom>
        </p:spPr>
        <p:txBody>
          <a:bodyPr anchor="t" anchorCtr="0">
            <a:normAutofit/>
          </a:bodyPr>
          <a:lstStyle>
            <a:lvl1pPr marL="0" indent="0">
              <a:buFontTx/>
              <a:buNone/>
              <a:defRPr lang="es-ES" sz="1200" i="1"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1pPr>
          </a:lstStyle>
          <a:p>
            <a:pPr marL="182563" lvl="0" indent="-182563">
              <a:lnSpc>
                <a:spcPct val="100000"/>
              </a:lnSpc>
              <a:spcBef>
                <a:spcPts val="1800"/>
              </a:spcBef>
              <a:buClr>
                <a:srgbClr val="FF0000"/>
              </a:buClr>
            </a:pPr>
            <a:r>
              <a:rPr lang="es-ES" dirty="0"/>
              <a:t>Clic para modificar el </a:t>
            </a:r>
            <a:r>
              <a:rPr lang="es-ES" dirty="0" err="1"/>
              <a:t>subt</a:t>
            </a:r>
            <a:r>
              <a:rPr lang="es-ES_tradnl" dirty="0" err="1"/>
              <a:t>ítulo</a:t>
            </a:r>
            <a:endParaRPr lang="es-ES" dirty="0"/>
          </a:p>
        </p:txBody>
      </p:sp>
      <p:pic>
        <p:nvPicPr>
          <p:cNvPr id="11" name="Gráfico 10">
            <a:extLst>
              <a:ext uri="{FF2B5EF4-FFF2-40B4-BE49-F238E27FC236}">
                <a16:creationId xmlns:a16="http://schemas.microsoft.com/office/drawing/2014/main" id="{58FD8E39-4FAF-42D2-B3BB-3D047A163FB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2642" y="6262326"/>
            <a:ext cx="1172108" cy="205543"/>
          </a:xfrm>
          <a:prstGeom prst="rect">
            <a:avLst/>
          </a:prstGeom>
        </p:spPr>
      </p:pic>
      <p:sp>
        <p:nvSpPr>
          <p:cNvPr id="12" name="Rectángulo 11">
            <a:extLst>
              <a:ext uri="{FF2B5EF4-FFF2-40B4-BE49-F238E27FC236}">
                <a16:creationId xmlns:a16="http://schemas.microsoft.com/office/drawing/2014/main" id="{9A1ACFD4-FAD7-43E3-A361-DBED1656301E}"/>
              </a:ext>
            </a:extLst>
          </p:cNvPr>
          <p:cNvSpPr/>
          <p:nvPr userDrawn="1"/>
        </p:nvSpPr>
        <p:spPr>
          <a:xfrm>
            <a:off x="0" y="6564052"/>
            <a:ext cx="12192000" cy="293948"/>
          </a:xfrm>
          <a:prstGeom prst="rect">
            <a:avLst/>
          </a:prstGeom>
          <a:solidFill>
            <a:srgbClr val="EB000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prstClr val="white"/>
              </a:solidFill>
              <a:effectLst/>
              <a:uLnTx/>
              <a:uFillTx/>
              <a:latin typeface="Arial"/>
              <a:ea typeface="+mn-ea"/>
              <a:cs typeface="+mn-cs"/>
            </a:endParaRPr>
          </a:p>
        </p:txBody>
      </p:sp>
      <p:sp>
        <p:nvSpPr>
          <p:cNvPr id="13" name="Rectángulo 12">
            <a:extLst>
              <a:ext uri="{FF2B5EF4-FFF2-40B4-BE49-F238E27FC236}">
                <a16:creationId xmlns:a16="http://schemas.microsoft.com/office/drawing/2014/main" id="{9CEC8621-9090-48FF-8CA6-33CA4FA03599}"/>
              </a:ext>
            </a:extLst>
          </p:cNvPr>
          <p:cNvSpPr/>
          <p:nvPr userDrawn="1"/>
        </p:nvSpPr>
        <p:spPr>
          <a:xfrm>
            <a:off x="9605554" y="6228355"/>
            <a:ext cx="2586446" cy="354452"/>
          </a:xfrm>
          <a:prstGeom prst="rect">
            <a:avLst/>
          </a:prstGeom>
          <a:solidFill>
            <a:srgbClr val="EB000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prstClr val="white"/>
              </a:solidFill>
              <a:effectLst/>
              <a:uLnTx/>
              <a:uFillTx/>
              <a:latin typeface="Arial"/>
              <a:ea typeface="+mn-ea"/>
              <a:cs typeface="+mn-cs"/>
            </a:endParaRPr>
          </a:p>
        </p:txBody>
      </p:sp>
      <p:sp>
        <p:nvSpPr>
          <p:cNvPr id="14" name="Marcador de número de diapositiva 21">
            <a:extLst>
              <a:ext uri="{FF2B5EF4-FFF2-40B4-BE49-F238E27FC236}">
                <a16:creationId xmlns:a16="http://schemas.microsoft.com/office/drawing/2014/main" id="{9501E68B-BF38-4BC4-9FE8-A32FB22284AA}"/>
              </a:ext>
            </a:extLst>
          </p:cNvPr>
          <p:cNvSpPr txBox="1">
            <a:spLocks/>
          </p:cNvSpPr>
          <p:nvPr userDrawn="1"/>
        </p:nvSpPr>
        <p:spPr>
          <a:xfrm>
            <a:off x="9605553" y="6241991"/>
            <a:ext cx="637904" cy="365125"/>
          </a:xfrm>
          <a:prstGeom prst="rect">
            <a:avLst/>
          </a:prstGeom>
        </p:spPr>
        <p:txBody>
          <a:bodyPr vert="horz" lIns="91440" tIns="45720" rIns="91440" bIns="45720" rtlCol="0" anchor="ctr"/>
          <a:lstStyle>
            <a:defPPr>
              <a:defRPr lang="es-ES"/>
            </a:defPPr>
            <a:lvl1pPr marL="0" algn="r" defTabSz="914400" rtl="0" eaLnBrk="1" latinLnBrk="0" hangingPunct="1">
              <a:defRPr sz="1200" kern="1200">
                <a:solidFill>
                  <a:schemeClr val="bg1">
                    <a:lumMod val="8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C0D97B6-E32F-4D7D-B839-7C3B51F2640F}" type="slidenum">
              <a:rPr lang="es-ES" smtClean="0">
                <a:solidFill>
                  <a:prstClr val="white">
                    <a:lumMod val="85000"/>
                  </a:prstClr>
                </a:solidFill>
                <a:latin typeface="Arial"/>
              </a:rPr>
              <a:pPr/>
              <a:t>‹Nº›</a:t>
            </a:fld>
            <a:endParaRPr lang="es-ES">
              <a:solidFill>
                <a:prstClr val="white">
                  <a:lumMod val="85000"/>
                </a:prstClr>
              </a:solidFill>
              <a:latin typeface="Arial"/>
            </a:endParaRPr>
          </a:p>
        </p:txBody>
      </p:sp>
      <p:pic>
        <p:nvPicPr>
          <p:cNvPr id="15" name="Imagen 14">
            <a:extLst>
              <a:ext uri="{FF2B5EF4-FFF2-40B4-BE49-F238E27FC236}">
                <a16:creationId xmlns:a16="http://schemas.microsoft.com/office/drawing/2014/main" id="{AABFB902-AC18-4043-AB2F-35AB0E220963}"/>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684134" y="6175752"/>
            <a:ext cx="1477388" cy="669979"/>
          </a:xfrm>
          <a:prstGeom prst="rect">
            <a:avLst/>
          </a:prstGeom>
        </p:spPr>
      </p:pic>
    </p:spTree>
    <p:extLst>
      <p:ext uri="{BB962C8B-B14F-4D97-AF65-F5344CB8AC3E}">
        <p14:creationId xmlns:p14="http://schemas.microsoft.com/office/powerpoint/2010/main" val="3352321643"/>
      </p:ext>
    </p:extLst>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Null_2">
    <p:spTree>
      <p:nvGrpSpPr>
        <p:cNvPr id="1" name=""/>
        <p:cNvGrpSpPr/>
        <p:nvPr/>
      </p:nvGrpSpPr>
      <p:grpSpPr>
        <a:xfrm>
          <a:off x="0" y="0"/>
          <a:ext cx="0" cy="0"/>
          <a:chOff x="0" y="0"/>
          <a:chExt cx="0" cy="0"/>
        </a:xfrm>
      </p:grpSpPr>
      <p:sp>
        <p:nvSpPr>
          <p:cNvPr id="2" name="Marcador de texto 3"/>
          <p:cNvSpPr>
            <a:spLocks noGrp="1"/>
          </p:cNvSpPr>
          <p:nvPr>
            <p:ph type="body" sz="quarter" idx="12" hasCustomPrompt="1"/>
          </p:nvPr>
        </p:nvSpPr>
        <p:spPr>
          <a:xfrm>
            <a:off x="653142" y="328774"/>
            <a:ext cx="10833365" cy="318498"/>
          </a:xfrm>
          <a:prstGeom prst="rect">
            <a:avLst/>
          </a:prstGeom>
        </p:spPr>
        <p:txBody>
          <a:bodyPr>
            <a:normAutofit/>
          </a:bodyPr>
          <a:lstStyle>
            <a:lvl1pPr marL="0" indent="0">
              <a:buFontTx/>
              <a:buNone/>
              <a:defRPr sz="1300" b="1" baseline="0">
                <a:solidFill>
                  <a:srgbClr val="EB0000"/>
                </a:solidFill>
                <a:latin typeface="Arial cuerpo"/>
                <a:ea typeface="Segoe UI" panose="020B0502040204020203" pitchFamily="34" charset="0"/>
                <a:cs typeface="Segoe UI" panose="020B0502040204020203" pitchFamily="34" charset="0"/>
              </a:defRPr>
            </a:lvl1pPr>
            <a:lvl2pPr marL="457200" indent="0">
              <a:buFontTx/>
              <a:buNone/>
              <a:defRPr sz="3200">
                <a:solidFill>
                  <a:srgbClr val="FF0000"/>
                </a:solidFill>
              </a:defRPr>
            </a:lvl2pPr>
            <a:lvl3pPr marL="914400" indent="0">
              <a:buFontTx/>
              <a:buNone/>
              <a:defRPr sz="3200">
                <a:solidFill>
                  <a:srgbClr val="FF0000"/>
                </a:solidFill>
              </a:defRPr>
            </a:lvl3pPr>
            <a:lvl4pPr marL="1371600" indent="0">
              <a:buFontTx/>
              <a:buNone/>
              <a:defRPr sz="3200">
                <a:solidFill>
                  <a:srgbClr val="FF0000"/>
                </a:solidFill>
              </a:defRPr>
            </a:lvl4pPr>
            <a:lvl5pPr marL="1828800" indent="0">
              <a:buFontTx/>
              <a:buNone/>
              <a:defRPr sz="3200">
                <a:solidFill>
                  <a:srgbClr val="FF0000"/>
                </a:solidFill>
              </a:defRPr>
            </a:lvl5pPr>
          </a:lstStyle>
          <a:p>
            <a:pPr lvl="0"/>
            <a:r>
              <a:rPr lang="es-ES" dirty="0"/>
              <a:t>Clic para editar el título</a:t>
            </a:r>
          </a:p>
        </p:txBody>
      </p:sp>
      <p:sp>
        <p:nvSpPr>
          <p:cNvPr id="4" name="Text Placeholder 2"/>
          <p:cNvSpPr>
            <a:spLocks noGrp="1"/>
          </p:cNvSpPr>
          <p:nvPr>
            <p:ph type="body" idx="13"/>
          </p:nvPr>
        </p:nvSpPr>
        <p:spPr>
          <a:xfrm>
            <a:off x="653141" y="740515"/>
            <a:ext cx="10833365" cy="276627"/>
          </a:xfrm>
          <a:prstGeom prst="rect">
            <a:avLst/>
          </a:prstGeom>
        </p:spPr>
        <p:txBody>
          <a:bodyPr anchor="t" anchorCtr="0">
            <a:normAutofit/>
          </a:bodyPr>
          <a:lstStyle>
            <a:lvl1pPr marL="0" indent="0">
              <a:buFontTx/>
              <a:buNone/>
              <a:defRPr lang="es-ES" sz="1200" i="1"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1pPr>
          </a:lstStyle>
          <a:p>
            <a:pPr marL="182563" lvl="0" indent="-182563">
              <a:lnSpc>
                <a:spcPct val="100000"/>
              </a:lnSpc>
              <a:spcBef>
                <a:spcPts val="1800"/>
              </a:spcBef>
              <a:buClr>
                <a:srgbClr val="FF0000"/>
              </a:buClr>
            </a:pPr>
            <a:r>
              <a:rPr lang="es-ES" dirty="0"/>
              <a:t>Clic para modificar el </a:t>
            </a:r>
            <a:r>
              <a:rPr lang="es-ES" dirty="0" err="1"/>
              <a:t>subt</a:t>
            </a:r>
            <a:r>
              <a:rPr lang="es-ES_tradnl" dirty="0" err="1"/>
              <a:t>ítulo</a:t>
            </a:r>
            <a:endParaRPr lang="es-ES" dirty="0"/>
          </a:p>
        </p:txBody>
      </p:sp>
      <p:sp>
        <p:nvSpPr>
          <p:cNvPr id="5" name="Shape 172"/>
          <p:cNvSpPr>
            <a:spLocks noGrp="1"/>
          </p:cNvSpPr>
          <p:nvPr>
            <p:ph type="body" sz="quarter" idx="1" hasCustomPrompt="1"/>
          </p:nvPr>
        </p:nvSpPr>
        <p:spPr>
          <a:xfrm>
            <a:off x="653143" y="1266092"/>
            <a:ext cx="10833363" cy="4682532"/>
          </a:xfrm>
          <a:prstGeom prst="rect">
            <a:avLst/>
          </a:prstGeom>
        </p:spPr>
        <p:txBody>
          <a:bodyPr>
            <a:normAutofit/>
          </a:bodyPr>
          <a:lstStyle>
            <a:lvl1pPr marL="0" marR="0" indent="0" algn="just" defTabSz="868680" rtl="0" eaLnBrk="1" fontAlgn="auto" latinLnBrk="0" hangingPunct="1">
              <a:lnSpc>
                <a:spcPct val="110000"/>
              </a:lnSpc>
              <a:spcBef>
                <a:spcPts val="900"/>
              </a:spcBef>
              <a:spcAft>
                <a:spcPts val="0"/>
              </a:spcAft>
              <a:buClrTx/>
              <a:buSzTx/>
              <a:buFont typeface="Arial" panose="020B0604020202020204" pitchFamily="34" charset="0"/>
              <a:buNone/>
              <a:tabLst/>
              <a:defRPr sz="1200" baseline="0">
                <a:solidFill>
                  <a:schemeClr val="tx1">
                    <a:lumMod val="50000"/>
                    <a:lumOff val="50000"/>
                  </a:schemeClr>
                </a:solidFill>
                <a:latin typeface="Arial cuerpo"/>
              </a:defRPr>
            </a:lvl1pPr>
          </a:lstStyle>
          <a:p>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Suspendisse</a:t>
            </a:r>
            <a:r>
              <a:rPr lang="es-ES" dirty="0"/>
              <a:t> </a:t>
            </a:r>
            <a:r>
              <a:rPr lang="es-ES" dirty="0" err="1"/>
              <a:t>eleifend</a:t>
            </a:r>
            <a:r>
              <a:rPr lang="es-ES" dirty="0"/>
              <a:t> leo ut </a:t>
            </a:r>
            <a:r>
              <a:rPr lang="es-ES" dirty="0" err="1"/>
              <a:t>lectus</a:t>
            </a:r>
            <a:r>
              <a:rPr lang="es-ES" dirty="0"/>
              <a:t> </a:t>
            </a:r>
            <a:r>
              <a:rPr lang="es-ES" dirty="0" err="1"/>
              <a:t>rhoncus</a:t>
            </a:r>
            <a:r>
              <a:rPr lang="es-ES" dirty="0"/>
              <a:t> </a:t>
            </a:r>
            <a:r>
              <a:rPr lang="es-ES" dirty="0" err="1"/>
              <a:t>posuere</a:t>
            </a:r>
            <a:r>
              <a:rPr lang="es-ES" dirty="0"/>
              <a:t>. </a:t>
            </a:r>
            <a:r>
              <a:rPr lang="es-ES" dirty="0" err="1"/>
              <a:t>Cras</a:t>
            </a:r>
            <a:r>
              <a:rPr lang="es-ES" dirty="0"/>
              <a:t> </a:t>
            </a:r>
            <a:r>
              <a:rPr lang="es-ES" dirty="0" err="1"/>
              <a:t>ac</a:t>
            </a:r>
            <a:r>
              <a:rPr lang="es-ES" dirty="0"/>
              <a:t> </a:t>
            </a:r>
            <a:r>
              <a:rPr lang="es-ES" dirty="0" err="1"/>
              <a:t>accumsan</a:t>
            </a:r>
            <a:r>
              <a:rPr lang="es-ES" dirty="0"/>
              <a:t> dolor. </a:t>
            </a:r>
            <a:r>
              <a:rPr lang="es-ES" dirty="0" err="1"/>
              <a:t>Etiam</a:t>
            </a:r>
            <a:r>
              <a:rPr lang="es-ES" dirty="0"/>
              <a:t> </a:t>
            </a:r>
            <a:r>
              <a:rPr lang="es-ES" dirty="0" err="1"/>
              <a:t>consectetur</a:t>
            </a:r>
            <a:r>
              <a:rPr lang="es-ES" dirty="0"/>
              <a:t>, </a:t>
            </a:r>
            <a:r>
              <a:rPr lang="es-ES" dirty="0" err="1"/>
              <a:t>nibh</a:t>
            </a:r>
            <a:r>
              <a:rPr lang="es-ES" dirty="0"/>
              <a:t> non vehicula </a:t>
            </a:r>
            <a:r>
              <a:rPr lang="es-ES" dirty="0" err="1"/>
              <a:t>blandit</a:t>
            </a:r>
            <a:r>
              <a:rPr lang="es-ES" dirty="0"/>
              <a:t>, </a:t>
            </a:r>
            <a:r>
              <a:rPr lang="es-ES" dirty="0" err="1"/>
              <a:t>neque</a:t>
            </a:r>
            <a:r>
              <a:rPr lang="es-ES" dirty="0"/>
              <a:t> </a:t>
            </a:r>
            <a:r>
              <a:rPr lang="es-ES" dirty="0" err="1"/>
              <a:t>ipsum</a:t>
            </a:r>
            <a:r>
              <a:rPr lang="es-ES" dirty="0"/>
              <a:t> </a:t>
            </a:r>
            <a:r>
              <a:rPr lang="es-ES" dirty="0" err="1"/>
              <a:t>imperdiet</a:t>
            </a:r>
            <a:r>
              <a:rPr lang="es-ES" dirty="0"/>
              <a:t> </a:t>
            </a:r>
            <a:r>
              <a:rPr lang="es-ES" dirty="0" err="1"/>
              <a:t>est</a:t>
            </a:r>
            <a:r>
              <a:rPr lang="es-ES" dirty="0"/>
              <a:t>, ut </a:t>
            </a:r>
            <a:r>
              <a:rPr lang="es-ES" dirty="0" err="1"/>
              <a:t>euismod</a:t>
            </a:r>
            <a:r>
              <a:rPr lang="es-ES" dirty="0"/>
              <a:t> </a:t>
            </a:r>
            <a:r>
              <a:rPr lang="es-ES" dirty="0" err="1"/>
              <a:t>purus</a:t>
            </a:r>
            <a:r>
              <a:rPr lang="es-ES" dirty="0"/>
              <a:t> </a:t>
            </a:r>
            <a:r>
              <a:rPr lang="es-ES" dirty="0" err="1"/>
              <a:t>est</a:t>
            </a:r>
            <a:r>
              <a:rPr lang="es-ES" dirty="0"/>
              <a:t> sed </a:t>
            </a:r>
            <a:r>
              <a:rPr lang="es-ES" dirty="0" err="1"/>
              <a:t>lacus</a:t>
            </a:r>
            <a:r>
              <a:rPr lang="es-ES" dirty="0"/>
              <a:t>. </a:t>
            </a:r>
            <a:r>
              <a:rPr lang="es-ES" dirty="0" err="1"/>
              <a:t>Fusce</a:t>
            </a:r>
            <a:r>
              <a:rPr lang="es-ES" dirty="0"/>
              <a:t> </a:t>
            </a:r>
            <a:r>
              <a:rPr lang="es-ES" dirty="0" err="1"/>
              <a:t>ultricies</a:t>
            </a:r>
            <a:r>
              <a:rPr lang="es-ES" dirty="0"/>
              <a:t> </a:t>
            </a:r>
            <a:r>
              <a:rPr lang="es-ES" dirty="0" err="1"/>
              <a:t>metus</a:t>
            </a:r>
            <a:r>
              <a:rPr lang="es-ES" dirty="0"/>
              <a:t> </a:t>
            </a:r>
            <a:r>
              <a:rPr lang="es-ES" dirty="0" err="1"/>
              <a:t>nisl</a:t>
            </a:r>
            <a:r>
              <a:rPr lang="es-ES" dirty="0"/>
              <a:t>, a </a:t>
            </a:r>
            <a:r>
              <a:rPr lang="es-ES" dirty="0" err="1"/>
              <a:t>sagittis</a:t>
            </a:r>
            <a:r>
              <a:rPr lang="es-ES" dirty="0"/>
              <a:t> </a:t>
            </a:r>
            <a:r>
              <a:rPr lang="es-ES" dirty="0" err="1"/>
              <a:t>metus</a:t>
            </a:r>
            <a:r>
              <a:rPr lang="es-ES" dirty="0"/>
              <a:t> </a:t>
            </a:r>
            <a:r>
              <a:rPr lang="es-ES" dirty="0" err="1"/>
              <a:t>facilisis</a:t>
            </a:r>
            <a:r>
              <a:rPr lang="es-ES" dirty="0"/>
              <a:t> </a:t>
            </a:r>
            <a:r>
              <a:rPr lang="es-ES" dirty="0" err="1"/>
              <a:t>ac</a:t>
            </a:r>
            <a:r>
              <a:rPr lang="es-ES" dirty="0"/>
              <a:t>. </a:t>
            </a:r>
            <a:r>
              <a:rPr lang="es-ES" dirty="0" err="1"/>
              <a:t>Nulla</a:t>
            </a:r>
            <a:r>
              <a:rPr lang="es-ES" dirty="0"/>
              <a:t> </a:t>
            </a:r>
            <a:r>
              <a:rPr lang="es-ES" dirty="0" err="1"/>
              <a:t>vulputate</a:t>
            </a:r>
            <a:r>
              <a:rPr lang="es-ES" dirty="0"/>
              <a:t> eros in </a:t>
            </a:r>
            <a:r>
              <a:rPr lang="es-ES" dirty="0" err="1"/>
              <a:t>commodo</a:t>
            </a:r>
            <a:r>
              <a:rPr lang="es-ES" dirty="0"/>
              <a:t> </a:t>
            </a:r>
            <a:r>
              <a:rPr lang="es-ES" dirty="0" err="1"/>
              <a:t>accumsan</a:t>
            </a:r>
            <a:r>
              <a:rPr lang="es-ES" dirty="0"/>
              <a:t>. </a:t>
            </a:r>
            <a:r>
              <a:rPr lang="es-ES" dirty="0" err="1"/>
              <a:t>Maecenas</a:t>
            </a:r>
            <a:r>
              <a:rPr lang="es-ES" dirty="0"/>
              <a:t> </a:t>
            </a:r>
            <a:r>
              <a:rPr lang="es-ES" dirty="0" err="1"/>
              <a:t>eu</a:t>
            </a:r>
            <a:r>
              <a:rPr lang="es-ES" dirty="0"/>
              <a:t> odio </a:t>
            </a:r>
            <a:r>
              <a:rPr lang="es-ES" dirty="0" err="1"/>
              <a:t>tempor</a:t>
            </a:r>
            <a:r>
              <a:rPr lang="es-ES" dirty="0"/>
              <a:t>, </a:t>
            </a:r>
            <a:r>
              <a:rPr lang="es-ES" dirty="0" err="1"/>
              <a:t>mollis</a:t>
            </a:r>
            <a:r>
              <a:rPr lang="es-ES" dirty="0"/>
              <a:t> </a:t>
            </a:r>
            <a:r>
              <a:rPr lang="es-ES" dirty="0" err="1"/>
              <a:t>purus</a:t>
            </a:r>
            <a:r>
              <a:rPr lang="es-ES" dirty="0"/>
              <a:t> a, </a:t>
            </a:r>
            <a:r>
              <a:rPr lang="es-ES" dirty="0" err="1"/>
              <a:t>sodales</a:t>
            </a:r>
            <a:r>
              <a:rPr lang="es-ES" dirty="0"/>
              <a:t> </a:t>
            </a:r>
            <a:r>
              <a:rPr lang="es-ES" dirty="0" err="1"/>
              <a:t>turpis</a:t>
            </a:r>
            <a:r>
              <a:rPr lang="es-ES" dirty="0"/>
              <a:t>. </a:t>
            </a:r>
            <a:r>
              <a:rPr lang="es-ES" dirty="0" err="1"/>
              <a:t>Cras</a:t>
            </a:r>
            <a:r>
              <a:rPr lang="es-ES" dirty="0"/>
              <a:t> vitae </a:t>
            </a:r>
            <a:r>
              <a:rPr lang="es-ES" dirty="0" err="1"/>
              <a:t>sollicitudin</a:t>
            </a:r>
            <a:r>
              <a:rPr lang="es-ES" dirty="0"/>
              <a:t> magna.</a:t>
            </a:r>
            <a:endParaRPr dirty="0"/>
          </a:p>
        </p:txBody>
      </p:sp>
      <p:pic>
        <p:nvPicPr>
          <p:cNvPr id="6" name="Gráfico 5">
            <a:extLst>
              <a:ext uri="{FF2B5EF4-FFF2-40B4-BE49-F238E27FC236}">
                <a16:creationId xmlns:a16="http://schemas.microsoft.com/office/drawing/2014/main" id="{E42D9E5F-4B4D-4859-A3A3-0C42F1D47BE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2642" y="6262326"/>
            <a:ext cx="1172108" cy="205543"/>
          </a:xfrm>
          <a:prstGeom prst="rect">
            <a:avLst/>
          </a:prstGeom>
        </p:spPr>
      </p:pic>
      <p:sp>
        <p:nvSpPr>
          <p:cNvPr id="7" name="Rectángulo 6">
            <a:extLst>
              <a:ext uri="{FF2B5EF4-FFF2-40B4-BE49-F238E27FC236}">
                <a16:creationId xmlns:a16="http://schemas.microsoft.com/office/drawing/2014/main" id="{1FB43B95-5CFA-41E4-A945-2ACFD1F13BBF}"/>
              </a:ext>
            </a:extLst>
          </p:cNvPr>
          <p:cNvSpPr/>
          <p:nvPr userDrawn="1"/>
        </p:nvSpPr>
        <p:spPr>
          <a:xfrm>
            <a:off x="0" y="6564052"/>
            <a:ext cx="12192000" cy="293948"/>
          </a:xfrm>
          <a:prstGeom prst="rect">
            <a:avLst/>
          </a:prstGeom>
          <a:solidFill>
            <a:srgbClr val="EB000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prstClr val="white"/>
              </a:solidFill>
              <a:effectLst/>
              <a:uLnTx/>
              <a:uFillTx/>
              <a:latin typeface="Arial"/>
              <a:ea typeface="+mn-ea"/>
              <a:cs typeface="+mn-cs"/>
            </a:endParaRPr>
          </a:p>
        </p:txBody>
      </p:sp>
      <p:sp>
        <p:nvSpPr>
          <p:cNvPr id="8" name="Rectángulo 7">
            <a:extLst>
              <a:ext uri="{FF2B5EF4-FFF2-40B4-BE49-F238E27FC236}">
                <a16:creationId xmlns:a16="http://schemas.microsoft.com/office/drawing/2014/main" id="{230AD7D1-3883-4658-9D57-EB66C2B2D1E6}"/>
              </a:ext>
            </a:extLst>
          </p:cNvPr>
          <p:cNvSpPr/>
          <p:nvPr userDrawn="1"/>
        </p:nvSpPr>
        <p:spPr>
          <a:xfrm>
            <a:off x="9605554" y="6228355"/>
            <a:ext cx="2586446" cy="354452"/>
          </a:xfrm>
          <a:prstGeom prst="rect">
            <a:avLst/>
          </a:prstGeom>
          <a:solidFill>
            <a:srgbClr val="EB000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prstClr val="white"/>
              </a:solidFill>
              <a:effectLst/>
              <a:uLnTx/>
              <a:uFillTx/>
              <a:latin typeface="Arial"/>
              <a:ea typeface="+mn-ea"/>
              <a:cs typeface="+mn-cs"/>
            </a:endParaRPr>
          </a:p>
        </p:txBody>
      </p:sp>
      <p:sp>
        <p:nvSpPr>
          <p:cNvPr id="9" name="Marcador de número de diapositiva 21">
            <a:extLst>
              <a:ext uri="{FF2B5EF4-FFF2-40B4-BE49-F238E27FC236}">
                <a16:creationId xmlns:a16="http://schemas.microsoft.com/office/drawing/2014/main" id="{E0EF7333-652F-4EAC-91AA-CEB0DEA98780}"/>
              </a:ext>
            </a:extLst>
          </p:cNvPr>
          <p:cNvSpPr txBox="1">
            <a:spLocks/>
          </p:cNvSpPr>
          <p:nvPr userDrawn="1"/>
        </p:nvSpPr>
        <p:spPr>
          <a:xfrm>
            <a:off x="9605553" y="6241991"/>
            <a:ext cx="637904" cy="365125"/>
          </a:xfrm>
          <a:prstGeom prst="rect">
            <a:avLst/>
          </a:prstGeom>
        </p:spPr>
        <p:txBody>
          <a:bodyPr vert="horz" lIns="91440" tIns="45720" rIns="91440" bIns="45720" rtlCol="0" anchor="ctr"/>
          <a:lstStyle>
            <a:defPPr>
              <a:defRPr lang="es-ES"/>
            </a:defPPr>
            <a:lvl1pPr marL="0" algn="r" defTabSz="914400" rtl="0" eaLnBrk="1" latinLnBrk="0" hangingPunct="1">
              <a:defRPr sz="1200" kern="1200">
                <a:solidFill>
                  <a:schemeClr val="bg1">
                    <a:lumMod val="8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C0D97B6-E32F-4D7D-B839-7C3B51F2640F}" type="slidenum">
              <a:rPr lang="es-ES" smtClean="0">
                <a:solidFill>
                  <a:prstClr val="white">
                    <a:lumMod val="85000"/>
                  </a:prstClr>
                </a:solidFill>
                <a:latin typeface="Arial"/>
              </a:rPr>
              <a:pPr/>
              <a:t>‹Nº›</a:t>
            </a:fld>
            <a:endParaRPr lang="es-ES">
              <a:solidFill>
                <a:prstClr val="white">
                  <a:lumMod val="85000"/>
                </a:prstClr>
              </a:solidFill>
              <a:latin typeface="Arial"/>
            </a:endParaRPr>
          </a:p>
        </p:txBody>
      </p:sp>
      <p:pic>
        <p:nvPicPr>
          <p:cNvPr id="10" name="Imagen 9">
            <a:extLst>
              <a:ext uri="{FF2B5EF4-FFF2-40B4-BE49-F238E27FC236}">
                <a16:creationId xmlns:a16="http://schemas.microsoft.com/office/drawing/2014/main" id="{1F37DF03-9A13-41DB-AF7B-F6737C6EB1A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684134" y="6175752"/>
            <a:ext cx="1477388" cy="669979"/>
          </a:xfrm>
          <a:prstGeom prst="rect">
            <a:avLst/>
          </a:prstGeom>
        </p:spPr>
      </p:pic>
    </p:spTree>
    <p:extLst>
      <p:ext uri="{BB962C8B-B14F-4D97-AF65-F5344CB8AC3E}">
        <p14:creationId xmlns:p14="http://schemas.microsoft.com/office/powerpoint/2010/main" val="34321196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Portada">
    <p:spTree>
      <p:nvGrpSpPr>
        <p:cNvPr id="1" name=""/>
        <p:cNvGrpSpPr/>
        <p:nvPr/>
      </p:nvGrpSpPr>
      <p:grpSpPr>
        <a:xfrm>
          <a:off x="0" y="0"/>
          <a:ext cx="0" cy="0"/>
          <a:chOff x="0" y="0"/>
          <a:chExt cx="0" cy="0"/>
        </a:xfrm>
      </p:grpSpPr>
      <p:pic>
        <p:nvPicPr>
          <p:cNvPr id="48" name="Gráfico 47">
            <a:extLst>
              <a:ext uri="{FF2B5EF4-FFF2-40B4-BE49-F238E27FC236}">
                <a16:creationId xmlns:a16="http://schemas.microsoft.com/office/drawing/2014/main" id="{66AC5F87-96B5-43B5-8A1C-3D763ADBF88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21978" y="5727401"/>
            <a:ext cx="1896592" cy="332588"/>
          </a:xfrm>
          <a:prstGeom prst="rect">
            <a:avLst/>
          </a:prstGeom>
        </p:spPr>
      </p:pic>
      <p:sp>
        <p:nvSpPr>
          <p:cNvPr id="63" name="Título 1">
            <a:extLst>
              <a:ext uri="{FF2B5EF4-FFF2-40B4-BE49-F238E27FC236}">
                <a16:creationId xmlns:a16="http://schemas.microsoft.com/office/drawing/2014/main" id="{47E08621-5F9A-4F9A-BD52-0B981B33F72E}"/>
              </a:ext>
            </a:extLst>
          </p:cNvPr>
          <p:cNvSpPr>
            <a:spLocks noGrp="1"/>
          </p:cNvSpPr>
          <p:nvPr>
            <p:ph type="ctrTitle" hasCustomPrompt="1"/>
          </p:nvPr>
        </p:nvSpPr>
        <p:spPr>
          <a:xfrm>
            <a:off x="874145" y="1248885"/>
            <a:ext cx="4937184" cy="1407004"/>
          </a:xfrm>
        </p:spPr>
        <p:txBody>
          <a:bodyPr anchor="t">
            <a:normAutofit/>
          </a:bodyPr>
          <a:lstStyle>
            <a:lvl1pPr algn="l">
              <a:lnSpc>
                <a:spcPct val="90000"/>
              </a:lnSpc>
              <a:defRPr sz="4100">
                <a:solidFill>
                  <a:srgbClr val="EB0000"/>
                </a:solidFill>
              </a:defRPr>
            </a:lvl1pPr>
          </a:lstStyle>
          <a:p>
            <a:r>
              <a:rPr lang="es-ES" dirty="0"/>
              <a:t>título </a:t>
            </a:r>
            <a:br>
              <a:rPr lang="es-ES" dirty="0"/>
            </a:br>
            <a:r>
              <a:rPr lang="es-ES" dirty="0"/>
              <a:t>del patrón</a:t>
            </a:r>
          </a:p>
        </p:txBody>
      </p:sp>
      <p:sp>
        <p:nvSpPr>
          <p:cNvPr id="64" name="Subtítulo 2">
            <a:extLst>
              <a:ext uri="{FF2B5EF4-FFF2-40B4-BE49-F238E27FC236}">
                <a16:creationId xmlns:a16="http://schemas.microsoft.com/office/drawing/2014/main" id="{CBA1108F-BECC-493D-BF76-F3C0A2211762}"/>
              </a:ext>
            </a:extLst>
          </p:cNvPr>
          <p:cNvSpPr>
            <a:spLocks noGrp="1"/>
          </p:cNvSpPr>
          <p:nvPr>
            <p:ph type="subTitle" idx="1" hasCustomPrompt="1"/>
          </p:nvPr>
        </p:nvSpPr>
        <p:spPr>
          <a:xfrm>
            <a:off x="877020" y="2874542"/>
            <a:ext cx="4934309" cy="2436454"/>
          </a:xfrm>
        </p:spPr>
        <p:txBody>
          <a:bodyPr>
            <a:noAutofit/>
          </a:bodyPr>
          <a:lstStyle>
            <a:lvl1pPr marL="0" indent="0" algn="l">
              <a:lnSpc>
                <a:spcPct val="100000"/>
              </a:lnSpc>
              <a:spcBef>
                <a:spcPts val="0"/>
              </a:spcBef>
              <a:spcAft>
                <a:spcPts val="1200"/>
              </a:spcAft>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Clic para modificar el estilo de subtítulo del patrón</a:t>
            </a:r>
          </a:p>
        </p:txBody>
      </p:sp>
      <p:sp>
        <p:nvSpPr>
          <p:cNvPr id="65" name="Marcador de texto 16">
            <a:extLst>
              <a:ext uri="{FF2B5EF4-FFF2-40B4-BE49-F238E27FC236}">
                <a16:creationId xmlns:a16="http://schemas.microsoft.com/office/drawing/2014/main" id="{0D04846D-9695-43A2-9E6C-4745FFF1E985}"/>
              </a:ext>
            </a:extLst>
          </p:cNvPr>
          <p:cNvSpPr>
            <a:spLocks noGrp="1"/>
          </p:cNvSpPr>
          <p:nvPr>
            <p:ph type="body" sz="quarter" idx="14"/>
          </p:nvPr>
        </p:nvSpPr>
        <p:spPr>
          <a:xfrm>
            <a:off x="862050" y="486051"/>
            <a:ext cx="11177550" cy="419100"/>
          </a:xfrm>
        </p:spPr>
        <p:txBody>
          <a:bodyPr>
            <a:noAutofit/>
          </a:bodyPr>
          <a:lstStyle>
            <a:lvl1pPr marL="0" indent="0">
              <a:buNone/>
              <a:defRPr sz="1300">
                <a:solidFill>
                  <a:schemeClr val="tx2"/>
                </a:solidFill>
              </a:defRPr>
            </a:lvl1pPr>
            <a:lvl2pPr marL="457200" indent="0">
              <a:buNone/>
              <a:defRPr sz="1300">
                <a:solidFill>
                  <a:schemeClr val="tx2"/>
                </a:solidFill>
              </a:defRPr>
            </a:lvl2pPr>
            <a:lvl3pPr marL="914400" indent="0">
              <a:buNone/>
              <a:defRPr sz="1300">
                <a:solidFill>
                  <a:schemeClr val="tx2"/>
                </a:solidFill>
              </a:defRPr>
            </a:lvl3pPr>
            <a:lvl4pPr marL="1371600" indent="0">
              <a:buNone/>
              <a:defRPr sz="1300">
                <a:solidFill>
                  <a:schemeClr val="tx2"/>
                </a:solidFill>
              </a:defRPr>
            </a:lvl4pPr>
            <a:lvl5pPr marL="1828800" indent="0">
              <a:buNone/>
              <a:defRPr sz="1300">
                <a:solidFill>
                  <a:schemeClr val="tx2"/>
                </a:solidFill>
              </a:defRPr>
            </a:lvl5pPr>
          </a:lstStyle>
          <a:p>
            <a:pPr lvl="0"/>
            <a:r>
              <a:rPr lang="es-ES" dirty="0"/>
              <a:t>Editar los estilos de texto del patrón</a:t>
            </a:r>
          </a:p>
        </p:txBody>
      </p:sp>
      <p:sp>
        <p:nvSpPr>
          <p:cNvPr id="12" name="Forma libre: forma 11">
            <a:extLst>
              <a:ext uri="{FF2B5EF4-FFF2-40B4-BE49-F238E27FC236}">
                <a16:creationId xmlns:a16="http://schemas.microsoft.com/office/drawing/2014/main" id="{76DA30A6-F84E-4086-8C86-9B521BFF02D4}"/>
              </a:ext>
            </a:extLst>
          </p:cNvPr>
          <p:cNvSpPr/>
          <p:nvPr userDrawn="1"/>
        </p:nvSpPr>
        <p:spPr>
          <a:xfrm>
            <a:off x="0" y="5229922"/>
            <a:ext cx="12196689"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rgbClr val="EB000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prstClr val="white"/>
              </a:solidFill>
              <a:effectLst/>
              <a:uLnTx/>
              <a:uFillTx/>
              <a:latin typeface="Arial"/>
              <a:ea typeface="+mn-ea"/>
              <a:cs typeface="+mn-cs"/>
            </a:endParaRPr>
          </a:p>
        </p:txBody>
      </p:sp>
      <p:pic>
        <p:nvPicPr>
          <p:cNvPr id="14" name="Gráfico 13">
            <a:extLst>
              <a:ext uri="{FF2B5EF4-FFF2-40B4-BE49-F238E27FC236}">
                <a16:creationId xmlns:a16="http://schemas.microsoft.com/office/drawing/2014/main" id="{03E10DF1-6448-4999-89A7-F8EAE6B6A4F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21980" y="5727401"/>
            <a:ext cx="1896592" cy="332588"/>
          </a:xfrm>
          <a:prstGeom prst="rect">
            <a:avLst/>
          </a:prstGeom>
        </p:spPr>
      </p:pic>
      <p:pic>
        <p:nvPicPr>
          <p:cNvPr id="15" name="Imagen 14">
            <a:extLst>
              <a:ext uri="{FF2B5EF4-FFF2-40B4-BE49-F238E27FC236}">
                <a16:creationId xmlns:a16="http://schemas.microsoft.com/office/drawing/2014/main" id="{894DDDBE-15AD-4382-B31F-4EF2EF7D6B3E}"/>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268195" y="5491183"/>
            <a:ext cx="2437890" cy="1105555"/>
          </a:xfrm>
          <a:prstGeom prst="rect">
            <a:avLst/>
          </a:prstGeom>
        </p:spPr>
      </p:pic>
    </p:spTree>
    <p:extLst>
      <p:ext uri="{BB962C8B-B14F-4D97-AF65-F5344CB8AC3E}">
        <p14:creationId xmlns:p14="http://schemas.microsoft.com/office/powerpoint/2010/main" val="785404680"/>
      </p:ext>
    </p:extLst>
  </p:cSld>
  <p:clrMapOvr>
    <a:masterClrMapping/>
  </p:clrMapOvr>
  <p:extLst>
    <p:ext uri="{DCECCB84-F9BA-43D5-87BE-67443E8EF086}">
      <p15:sldGuideLst xmlns:p15="http://schemas.microsoft.com/office/powerpoint/2012/main">
        <p15:guide id="1" orient="horz" pos="2160">
          <p15:clr>
            <a:srgbClr val="FBAE40"/>
          </p15:clr>
        </p15:guide>
        <p15:guide id="2" pos="55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ítulo y objetos">
    <p:spTree>
      <p:nvGrpSpPr>
        <p:cNvPr id="1" name=""/>
        <p:cNvGrpSpPr/>
        <p:nvPr/>
      </p:nvGrpSpPr>
      <p:grpSpPr>
        <a:xfrm>
          <a:off x="0" y="0"/>
          <a:ext cx="0" cy="0"/>
          <a:chOff x="0" y="0"/>
          <a:chExt cx="0" cy="0"/>
        </a:xfrm>
      </p:grpSpPr>
      <p:sp>
        <p:nvSpPr>
          <p:cNvPr id="22" name="Texto del título"/>
          <p:cNvSpPr txBox="1">
            <a:spLocks noGrp="1"/>
          </p:cNvSpPr>
          <p:nvPr>
            <p:ph type="title"/>
          </p:nvPr>
        </p:nvSpPr>
        <p:spPr>
          <a:prstGeom prst="rect">
            <a:avLst/>
          </a:prstGeom>
        </p:spPr>
        <p:txBody>
          <a:bodyPr/>
          <a:lstStyle/>
          <a:p>
            <a:r>
              <a:t>Texto del título</a:t>
            </a:r>
          </a:p>
        </p:txBody>
      </p:sp>
      <p:sp>
        <p:nvSpPr>
          <p:cNvPr id="23" name="Nivel de texto 1…"/>
          <p:cNvSpPr txBox="1">
            <a:spLocks noGrp="1"/>
          </p:cNvSpPr>
          <p:nvPr>
            <p:ph type="body" idx="1"/>
          </p:nvPr>
        </p:nvSpPr>
        <p:spPr>
          <a:prstGeom prst="rect">
            <a:avLst/>
          </a:prstGeom>
        </p:spPr>
        <p:txBody>
          <a:bodyPr/>
          <a:lstStyle/>
          <a:p>
            <a:r>
              <a:t>Nivel de texto 1</a:t>
            </a:r>
          </a:p>
          <a:p>
            <a:pPr lvl="1"/>
            <a:r>
              <a:t>Nivel de texto 2</a:t>
            </a:r>
          </a:p>
          <a:p>
            <a:pPr lvl="2"/>
            <a:r>
              <a:t>Nivel de texto 3</a:t>
            </a:r>
          </a:p>
          <a:p>
            <a:pPr lvl="3"/>
            <a:r>
              <a:t>Nivel de texto 4</a:t>
            </a:r>
          </a:p>
          <a:p>
            <a:pPr lvl="4"/>
            <a:r>
              <a:t>Nivel de texto 5</a:t>
            </a:r>
          </a:p>
        </p:txBody>
      </p:sp>
      <p:sp>
        <p:nvSpPr>
          <p:cNvPr id="24"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extLst>
      <p:ext uri="{BB962C8B-B14F-4D97-AF65-F5344CB8AC3E}">
        <p14:creationId xmlns:p14="http://schemas.microsoft.com/office/powerpoint/2010/main" val="3093632350"/>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Null_1 borrar">
    <p:spTree>
      <p:nvGrpSpPr>
        <p:cNvPr id="1" name=""/>
        <p:cNvGrpSpPr/>
        <p:nvPr/>
      </p:nvGrpSpPr>
      <p:grpSpPr>
        <a:xfrm>
          <a:off x="0" y="0"/>
          <a:ext cx="0" cy="0"/>
          <a:chOff x="0" y="0"/>
          <a:chExt cx="0" cy="0"/>
        </a:xfrm>
      </p:grpSpPr>
      <p:cxnSp>
        <p:nvCxnSpPr>
          <p:cNvPr id="2" name="Conector recto 1"/>
          <p:cNvCxnSpPr/>
          <p:nvPr userDrawn="1"/>
        </p:nvCxnSpPr>
        <p:spPr>
          <a:xfrm>
            <a:off x="20881" y="508380"/>
            <a:ext cx="11958362"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4" name="1 CuadroTexto"/>
          <p:cNvSpPr txBox="1"/>
          <p:nvPr userDrawn="1"/>
        </p:nvSpPr>
        <p:spPr>
          <a:xfrm>
            <a:off x="11471243" y="6305328"/>
            <a:ext cx="508000" cy="246221"/>
          </a:xfrm>
          <a:prstGeom prst="rect">
            <a:avLst/>
          </a:prstGeom>
          <a:noFill/>
        </p:spPr>
        <p:txBody>
          <a:bodyPr wrap="square" rtlCol="0">
            <a:spAutoFit/>
          </a:bodyPr>
          <a:lstStyle/>
          <a:p>
            <a:pPr algn="ctr"/>
            <a:fld id="{BD759F66-99BC-4AB1-83F8-8F582847D04F}" type="slidenum">
              <a:rPr lang="es-ES" sz="1000" smtClean="0">
                <a:solidFill>
                  <a:schemeClr val="bg1"/>
                </a:solidFill>
              </a:rPr>
              <a:pPr algn="ctr"/>
              <a:t>‹Nº›</a:t>
            </a:fld>
            <a:endParaRPr lang="es-ES" sz="1000" dirty="0">
              <a:solidFill>
                <a:schemeClr val="bg1"/>
              </a:solidFill>
            </a:endParaRPr>
          </a:p>
        </p:txBody>
      </p:sp>
      <p:sp>
        <p:nvSpPr>
          <p:cNvPr id="7" name="Rectángulo 6">
            <a:extLst>
              <a:ext uri="{FF2B5EF4-FFF2-40B4-BE49-F238E27FC236}">
                <a16:creationId xmlns:a16="http://schemas.microsoft.com/office/drawing/2014/main" id="{E4BA42A8-06C5-44E8-A432-36B593A837AB}"/>
              </a:ext>
            </a:extLst>
          </p:cNvPr>
          <p:cNvSpPr/>
          <p:nvPr userDrawn="1"/>
        </p:nvSpPr>
        <p:spPr>
          <a:xfrm>
            <a:off x="11525273" y="6289938"/>
            <a:ext cx="453970" cy="276999"/>
          </a:xfrm>
          <a:prstGeom prst="rect">
            <a:avLst/>
          </a:prstGeom>
        </p:spPr>
        <p:txBody>
          <a:bodyPr wrap="none">
            <a:spAutoFit/>
          </a:bodyPr>
          <a:lstStyle/>
          <a:p>
            <a:fld id="{BC0D97B6-E32F-4D7D-B839-7C3B51F2640F}" type="slidenum">
              <a:rPr lang="es-ES" sz="1200" smtClean="0">
                <a:solidFill>
                  <a:srgbClr val="FF0000"/>
                </a:solidFill>
              </a:rPr>
              <a:pPr/>
              <a:t>‹Nº›</a:t>
            </a:fld>
            <a:endParaRPr lang="es-ES" sz="1200" dirty="0">
              <a:solidFill>
                <a:srgbClr val="FF0000"/>
              </a:solidFill>
            </a:endParaRPr>
          </a:p>
        </p:txBody>
      </p:sp>
      <p:pic>
        <p:nvPicPr>
          <p:cNvPr id="9" name="Picture 2" descr="Firma">
            <a:extLst>
              <a:ext uri="{FF2B5EF4-FFF2-40B4-BE49-F238E27FC236}">
                <a16:creationId xmlns:a16="http://schemas.microsoft.com/office/drawing/2014/main" id="{F7C4639F-6E74-452B-99DC-65795D651D8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903" y="6205886"/>
            <a:ext cx="1894620" cy="631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114854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Null_1">
    <p:spTree>
      <p:nvGrpSpPr>
        <p:cNvPr id="1" name=""/>
        <p:cNvGrpSpPr/>
        <p:nvPr/>
      </p:nvGrpSpPr>
      <p:grpSpPr>
        <a:xfrm>
          <a:off x="0" y="0"/>
          <a:ext cx="0" cy="0"/>
          <a:chOff x="0" y="0"/>
          <a:chExt cx="0" cy="0"/>
        </a:xfrm>
      </p:grpSpPr>
      <p:cxnSp>
        <p:nvCxnSpPr>
          <p:cNvPr id="2" name="Conector recto 1"/>
          <p:cNvCxnSpPr/>
          <p:nvPr userDrawn="1"/>
        </p:nvCxnSpPr>
        <p:spPr>
          <a:xfrm>
            <a:off x="20881" y="508380"/>
            <a:ext cx="11958362"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5" name="1 CuadroTexto">
            <a:extLst>
              <a:ext uri="{FF2B5EF4-FFF2-40B4-BE49-F238E27FC236}">
                <a16:creationId xmlns:a16="http://schemas.microsoft.com/office/drawing/2014/main" id="{57E733F8-AC9C-4A50-A71F-E71FFD3F47DD}"/>
              </a:ext>
            </a:extLst>
          </p:cNvPr>
          <p:cNvSpPr txBox="1"/>
          <p:nvPr userDrawn="1"/>
        </p:nvSpPr>
        <p:spPr>
          <a:xfrm>
            <a:off x="11684001" y="6608669"/>
            <a:ext cx="508000" cy="246221"/>
          </a:xfrm>
          <a:prstGeom prst="rect">
            <a:avLst/>
          </a:prstGeom>
          <a:noFill/>
        </p:spPr>
        <p:txBody>
          <a:bodyPr wrap="square" rtlCol="0">
            <a:spAutoFit/>
          </a:bodyPr>
          <a:lstStyle/>
          <a:p>
            <a:pPr algn="ctr"/>
            <a:fld id="{BD759F66-99BC-4AB1-83F8-8F582847D04F}" type="slidenum">
              <a:rPr lang="es-ES" sz="1000" smtClean="0">
                <a:solidFill>
                  <a:schemeClr val="bg1"/>
                </a:solidFill>
              </a:rPr>
              <a:pPr algn="ctr"/>
              <a:t>‹Nº›</a:t>
            </a:fld>
            <a:endParaRPr lang="es-ES" sz="1000" dirty="0">
              <a:solidFill>
                <a:schemeClr val="bg1"/>
              </a:solidFill>
            </a:endParaRPr>
          </a:p>
        </p:txBody>
      </p:sp>
      <p:sp>
        <p:nvSpPr>
          <p:cNvPr id="10" name="1 CuadroTexto">
            <a:extLst>
              <a:ext uri="{FF2B5EF4-FFF2-40B4-BE49-F238E27FC236}">
                <a16:creationId xmlns:a16="http://schemas.microsoft.com/office/drawing/2014/main" id="{F02A2B84-4747-4BB1-BA7E-843B01CEDBC9}"/>
              </a:ext>
            </a:extLst>
          </p:cNvPr>
          <p:cNvSpPr txBox="1"/>
          <p:nvPr userDrawn="1"/>
        </p:nvSpPr>
        <p:spPr>
          <a:xfrm>
            <a:off x="9928194" y="5676678"/>
            <a:ext cx="508000" cy="246221"/>
          </a:xfrm>
          <a:prstGeom prst="rect">
            <a:avLst/>
          </a:prstGeom>
          <a:noFill/>
        </p:spPr>
        <p:txBody>
          <a:bodyPr wrap="square" rtlCol="0">
            <a:spAutoFit/>
          </a:bodyPr>
          <a:lstStyle/>
          <a:p>
            <a:pPr algn="ctr"/>
            <a:fld id="{BD759F66-99BC-4AB1-83F8-8F582847D04F}" type="slidenum">
              <a:rPr lang="es-ES" sz="1000" smtClean="0">
                <a:solidFill>
                  <a:schemeClr val="bg1"/>
                </a:solidFill>
              </a:rPr>
              <a:pPr algn="ctr"/>
              <a:t>‹Nº›</a:t>
            </a:fld>
            <a:endParaRPr lang="es-ES" sz="1000" dirty="0">
              <a:solidFill>
                <a:schemeClr val="bg1"/>
              </a:solidFill>
            </a:endParaRPr>
          </a:p>
        </p:txBody>
      </p:sp>
      <p:sp>
        <p:nvSpPr>
          <p:cNvPr id="8" name="Número de diapositiva">
            <a:extLst>
              <a:ext uri="{FF2B5EF4-FFF2-40B4-BE49-F238E27FC236}">
                <a16:creationId xmlns:a16="http://schemas.microsoft.com/office/drawing/2014/main" id="{B5E6C8D5-BD36-4286-AB7F-FEBA52D6097A}"/>
              </a:ext>
            </a:extLst>
          </p:cNvPr>
          <p:cNvSpPr txBox="1">
            <a:spLocks noGrp="1"/>
          </p:cNvSpPr>
          <p:nvPr>
            <p:ph type="sldNum" sz="quarter" idx="2"/>
          </p:nvPr>
        </p:nvSpPr>
        <p:spPr>
          <a:xfrm>
            <a:off x="8398408" y="6224935"/>
            <a:ext cx="339193" cy="262829"/>
          </a:xfrm>
          <a:prstGeom prst="rect">
            <a:avLst/>
          </a:prstGeom>
          <a:ln w="12700">
            <a:miter lim="400000"/>
          </a:ln>
        </p:spPr>
        <p:txBody>
          <a:bodyPr wrap="none" lIns="45719" rIns="45719" anchor="ctr">
            <a:spAutoFit/>
          </a:bodyPr>
          <a:lstStyle>
            <a:lvl1pPr algn="r">
              <a:spcBef>
                <a:spcPts val="185"/>
              </a:spcBef>
              <a:defRPr sz="1108">
                <a:solidFill>
                  <a:srgbClr val="888888"/>
                </a:solidFill>
              </a:defRPr>
            </a:lvl1pPr>
          </a:lstStyle>
          <a:p>
            <a:fld id="{86CB4B4D-7CA3-9044-876B-883B54F8677D}" type="slidenum">
              <a:t>‹Nº›</a:t>
            </a:fld>
            <a:endParaRPr/>
          </a:p>
        </p:txBody>
      </p:sp>
    </p:spTree>
    <p:extLst>
      <p:ext uri="{BB962C8B-B14F-4D97-AF65-F5344CB8AC3E}">
        <p14:creationId xmlns:p14="http://schemas.microsoft.com/office/powerpoint/2010/main" val="8348590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itulo y contenido ">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hasCustomPrompt="1"/>
          </p:nvPr>
        </p:nvSpPr>
        <p:spPr>
          <a:xfrm>
            <a:off x="722244" y="1087457"/>
            <a:ext cx="5297557" cy="1606047"/>
          </a:xfrm>
        </p:spPr>
        <p:txBody>
          <a:bodyPr anchor="t">
            <a:normAutofit/>
          </a:bodyPr>
          <a:lstStyle>
            <a:lvl1pPr>
              <a:defRPr sz="3600">
                <a:solidFill>
                  <a:schemeClr val="accent1"/>
                </a:solidFill>
              </a:defRPr>
            </a:lvl1pPr>
          </a:lstStyle>
          <a:p>
            <a:r>
              <a:rPr lang="es-ES" dirty="0"/>
              <a:t>Aquí Haga clic para modificar el estilo de título del patrón</a:t>
            </a:r>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11095836" y="6249550"/>
            <a:ext cx="378209" cy="285226"/>
          </a:xfrm>
        </p:spPr>
        <p:txBody>
          <a:bodyPr/>
          <a:lstStyle>
            <a:lvl1pPr>
              <a:defRPr sz="1300">
                <a:solidFill>
                  <a:schemeClr val="accent1"/>
                </a:solidFill>
              </a:defRPr>
            </a:lvl1pPr>
          </a:lstStyle>
          <a:p>
            <a:fld id="{BC0D97B6-E32F-4D7D-B839-7C3B51F2640F}" type="slidenum">
              <a:rPr lang="es-ES" smtClean="0"/>
              <a:pPr/>
              <a:t>‹Nº›</a:t>
            </a:fld>
            <a:endParaRPr lang="es-ES" dirty="0"/>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defRPr>
            </a:lvl1pPr>
            <a:lvl2pPr marL="457198" indent="0">
              <a:buFontTx/>
              <a:buNone/>
              <a:defRPr sz="1100"/>
            </a:lvl2pPr>
            <a:lvl3pPr marL="914395" indent="0">
              <a:buFontTx/>
              <a:buNone/>
              <a:defRPr sz="1050"/>
            </a:lvl3pPr>
            <a:lvl4pPr marL="1371592" indent="0">
              <a:buFontTx/>
              <a:buNone/>
              <a:defRPr sz="1000"/>
            </a:lvl4pPr>
            <a:lvl5pPr marL="1828789" indent="0">
              <a:buFontTx/>
              <a:buNone/>
              <a:defRPr sz="1000"/>
            </a:lvl5pPr>
          </a:lstStyle>
          <a:p>
            <a:pPr lvl="0"/>
            <a:r>
              <a:rPr lang="es-ES" dirty="0"/>
              <a:t>Editar los estilos de texto del patrón</a:t>
            </a:r>
          </a:p>
        </p:txBody>
      </p:sp>
      <p:sp>
        <p:nvSpPr>
          <p:cNvPr id="18" name="Marcador de texto 16">
            <a:extLst>
              <a:ext uri="{FF2B5EF4-FFF2-40B4-BE49-F238E27FC236}">
                <a16:creationId xmlns:a16="http://schemas.microsoft.com/office/drawing/2014/main" id="{07C8BA77-3119-41AC-B33B-745A751CC066}"/>
              </a:ext>
            </a:extLst>
          </p:cNvPr>
          <p:cNvSpPr>
            <a:spLocks noGrp="1"/>
          </p:cNvSpPr>
          <p:nvPr>
            <p:ph type="body" sz="quarter" idx="15"/>
          </p:nvPr>
        </p:nvSpPr>
        <p:spPr>
          <a:xfrm>
            <a:off x="711025" y="3093563"/>
            <a:ext cx="5308776" cy="3083401"/>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198" indent="0">
              <a:buFontTx/>
              <a:buNone/>
              <a:defRPr lang="es-ES" sz="1200" kern="1200" smtClean="0">
                <a:solidFill>
                  <a:schemeClr val="tx2"/>
                </a:solidFill>
                <a:latin typeface="+mn-lt"/>
                <a:ea typeface="+mn-ea"/>
                <a:cs typeface="+mn-cs"/>
              </a:defRPr>
            </a:lvl2pPr>
            <a:lvl3pPr marL="914395" indent="0">
              <a:buFontTx/>
              <a:buNone/>
              <a:defRPr lang="es-ES" sz="1200" kern="1200" smtClean="0">
                <a:solidFill>
                  <a:schemeClr val="tx2"/>
                </a:solidFill>
                <a:latin typeface="+mn-lt"/>
                <a:ea typeface="+mn-ea"/>
                <a:cs typeface="+mn-cs"/>
              </a:defRPr>
            </a:lvl3pPr>
            <a:lvl4pPr marL="1371592" indent="0">
              <a:buFontTx/>
              <a:buNone/>
              <a:defRPr lang="es-ES" sz="1200" kern="1200" smtClean="0">
                <a:solidFill>
                  <a:schemeClr val="tx2"/>
                </a:solidFill>
                <a:latin typeface="+mn-lt"/>
                <a:ea typeface="+mn-ea"/>
                <a:cs typeface="+mn-cs"/>
              </a:defRPr>
            </a:lvl4pPr>
            <a:lvl5pPr marL="1828789" indent="0">
              <a:buFontTx/>
              <a:buNone/>
              <a:defRPr lang="es-ES" sz="1200" kern="1200">
                <a:solidFill>
                  <a:schemeClr val="tx2"/>
                </a:solidFill>
                <a:latin typeface="+mn-lt"/>
                <a:ea typeface="+mn-ea"/>
                <a:cs typeface="+mn-cs"/>
              </a:defRPr>
            </a:lvl5pPr>
          </a:lstStyle>
          <a:p>
            <a:pPr lvl="0"/>
            <a:r>
              <a:rPr lang="es-ES" dirty="0"/>
              <a:t>Editar los estilos de texto del patrón</a:t>
            </a:r>
          </a:p>
        </p:txBody>
      </p:sp>
      <p:sp>
        <p:nvSpPr>
          <p:cNvPr id="20" name="Marcador de texto 16">
            <a:extLst>
              <a:ext uri="{FF2B5EF4-FFF2-40B4-BE49-F238E27FC236}">
                <a16:creationId xmlns:a16="http://schemas.microsoft.com/office/drawing/2014/main" id="{81AA2FC0-CE4E-483D-AF92-BEA6CD796B9C}"/>
              </a:ext>
            </a:extLst>
          </p:cNvPr>
          <p:cNvSpPr>
            <a:spLocks noGrp="1"/>
          </p:cNvSpPr>
          <p:nvPr>
            <p:ph type="body" sz="quarter" idx="16"/>
          </p:nvPr>
        </p:nvSpPr>
        <p:spPr>
          <a:xfrm>
            <a:off x="6399972" y="1087458"/>
            <a:ext cx="5081004" cy="5089506"/>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198" indent="0">
              <a:buFontTx/>
              <a:buNone/>
              <a:defRPr lang="es-ES" sz="1200" kern="1200" smtClean="0">
                <a:solidFill>
                  <a:schemeClr val="tx2"/>
                </a:solidFill>
                <a:latin typeface="+mn-lt"/>
                <a:ea typeface="+mn-ea"/>
                <a:cs typeface="+mn-cs"/>
              </a:defRPr>
            </a:lvl2pPr>
            <a:lvl3pPr marL="914395" indent="0">
              <a:buFontTx/>
              <a:buNone/>
              <a:defRPr lang="es-ES" sz="1200" kern="1200" smtClean="0">
                <a:solidFill>
                  <a:schemeClr val="tx2"/>
                </a:solidFill>
                <a:latin typeface="+mn-lt"/>
                <a:ea typeface="+mn-ea"/>
                <a:cs typeface="+mn-cs"/>
              </a:defRPr>
            </a:lvl3pPr>
            <a:lvl4pPr marL="1371592" indent="0">
              <a:buFontTx/>
              <a:buNone/>
              <a:defRPr lang="es-ES" sz="1200" kern="1200" smtClean="0">
                <a:solidFill>
                  <a:schemeClr val="tx2"/>
                </a:solidFill>
                <a:latin typeface="+mn-lt"/>
                <a:ea typeface="+mn-ea"/>
                <a:cs typeface="+mn-cs"/>
              </a:defRPr>
            </a:lvl4pPr>
            <a:lvl5pPr marL="1828789" indent="0">
              <a:buFontTx/>
              <a:buNone/>
              <a:defRPr lang="es-ES" sz="1200" kern="1200">
                <a:solidFill>
                  <a:schemeClr val="tx2"/>
                </a:solidFill>
                <a:latin typeface="+mn-lt"/>
                <a:ea typeface="+mn-ea"/>
                <a:cs typeface="+mn-cs"/>
              </a:defRPr>
            </a:lvl5pPr>
          </a:lstStyle>
          <a:p>
            <a:pPr lvl="0"/>
            <a:r>
              <a:rPr lang="es-ES" dirty="0"/>
              <a:t>Editar los estilos de texto del patrón</a:t>
            </a:r>
          </a:p>
        </p:txBody>
      </p:sp>
      <p:pic>
        <p:nvPicPr>
          <p:cNvPr id="8" name="Picture 2" descr="Firma">
            <a:extLst>
              <a:ext uri="{FF2B5EF4-FFF2-40B4-BE49-F238E27FC236}">
                <a16:creationId xmlns:a16="http://schemas.microsoft.com/office/drawing/2014/main" id="{945D7920-9E1C-4456-9EA9-02FF0B065F8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22244" y="6269862"/>
            <a:ext cx="1628775"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83745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ortada blanc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F305A9-DE4B-49AF-BCD4-43A65F7EB523}"/>
              </a:ext>
            </a:extLst>
          </p:cNvPr>
          <p:cNvSpPr>
            <a:spLocks noGrp="1"/>
          </p:cNvSpPr>
          <p:nvPr>
            <p:ph type="ctrTitle" hasCustomPrompt="1"/>
          </p:nvPr>
        </p:nvSpPr>
        <p:spPr>
          <a:xfrm>
            <a:off x="721745" y="1096485"/>
            <a:ext cx="4937184" cy="1407004"/>
          </a:xfrm>
        </p:spPr>
        <p:txBody>
          <a:bodyPr anchor="t">
            <a:normAutofit/>
          </a:bodyPr>
          <a:lstStyle>
            <a:lvl1pPr algn="l">
              <a:lnSpc>
                <a:spcPct val="90000"/>
              </a:lnSpc>
              <a:defRPr sz="4100">
                <a:solidFill>
                  <a:schemeClr val="accent1"/>
                </a:solidFill>
              </a:defRPr>
            </a:lvl1pPr>
          </a:lstStyle>
          <a:p>
            <a:r>
              <a:rPr lang="es-ES" dirty="0"/>
              <a:t>título </a:t>
            </a:r>
            <a:br>
              <a:rPr lang="es-ES" dirty="0"/>
            </a:br>
            <a:r>
              <a:rPr lang="es-ES" dirty="0"/>
              <a:t>del patrón</a:t>
            </a:r>
          </a:p>
        </p:txBody>
      </p:sp>
      <p:sp>
        <p:nvSpPr>
          <p:cNvPr id="3" name="Subtítulo 2">
            <a:extLst>
              <a:ext uri="{FF2B5EF4-FFF2-40B4-BE49-F238E27FC236}">
                <a16:creationId xmlns:a16="http://schemas.microsoft.com/office/drawing/2014/main" id="{7AB17398-CAA7-49B6-868C-44D053E7EAC0}"/>
              </a:ext>
            </a:extLst>
          </p:cNvPr>
          <p:cNvSpPr>
            <a:spLocks noGrp="1"/>
          </p:cNvSpPr>
          <p:nvPr>
            <p:ph type="subTitle" idx="1" hasCustomPrompt="1"/>
          </p:nvPr>
        </p:nvSpPr>
        <p:spPr>
          <a:xfrm>
            <a:off x="724620" y="2722142"/>
            <a:ext cx="4934309" cy="2436454"/>
          </a:xfrm>
        </p:spPr>
        <p:txBody>
          <a:bodyPr>
            <a:noAutofit/>
          </a:bodyPr>
          <a:lstStyle>
            <a:lvl1pPr marL="0" indent="0" algn="l">
              <a:lnSpc>
                <a:spcPct val="100000"/>
              </a:lnSpc>
              <a:spcBef>
                <a:spcPts val="0"/>
              </a:spcBef>
              <a:spcAft>
                <a:spcPts val="1200"/>
              </a:spcAft>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Clic para modificar el estilo de subtítulo del patrón</a:t>
            </a:r>
          </a:p>
        </p:txBody>
      </p:sp>
      <p:sp>
        <p:nvSpPr>
          <p:cNvPr id="17" name="Marcador de texto 16">
            <a:extLst>
              <a:ext uri="{FF2B5EF4-FFF2-40B4-BE49-F238E27FC236}">
                <a16:creationId xmlns:a16="http://schemas.microsoft.com/office/drawing/2014/main" id="{F5E5F18D-70E6-495C-A384-2EDAE0030937}"/>
              </a:ext>
            </a:extLst>
          </p:cNvPr>
          <p:cNvSpPr>
            <a:spLocks noGrp="1"/>
          </p:cNvSpPr>
          <p:nvPr>
            <p:ph type="body" sz="quarter" idx="14"/>
          </p:nvPr>
        </p:nvSpPr>
        <p:spPr>
          <a:xfrm>
            <a:off x="709650" y="333651"/>
            <a:ext cx="11177550" cy="419100"/>
          </a:xfrm>
        </p:spPr>
        <p:txBody>
          <a:bodyPr>
            <a:noAutofit/>
          </a:bodyPr>
          <a:lstStyle>
            <a:lvl1pPr marL="0" indent="0">
              <a:buNone/>
              <a:defRPr sz="1300">
                <a:solidFill>
                  <a:schemeClr val="tx2"/>
                </a:solidFill>
              </a:defRPr>
            </a:lvl1pPr>
            <a:lvl2pPr marL="457200" indent="0">
              <a:buNone/>
              <a:defRPr sz="1300">
                <a:solidFill>
                  <a:schemeClr val="tx2"/>
                </a:solidFill>
              </a:defRPr>
            </a:lvl2pPr>
            <a:lvl3pPr marL="914400" indent="0">
              <a:buNone/>
              <a:defRPr sz="1300">
                <a:solidFill>
                  <a:schemeClr val="tx2"/>
                </a:solidFill>
              </a:defRPr>
            </a:lvl3pPr>
            <a:lvl4pPr marL="1371600" indent="0">
              <a:buNone/>
              <a:defRPr sz="1300">
                <a:solidFill>
                  <a:schemeClr val="tx2"/>
                </a:solidFill>
              </a:defRPr>
            </a:lvl4pPr>
            <a:lvl5pPr marL="1828800" indent="0">
              <a:buNone/>
              <a:defRPr sz="1300">
                <a:solidFill>
                  <a:schemeClr val="tx2"/>
                </a:solidFill>
              </a:defRPr>
            </a:lvl5pPr>
          </a:lstStyle>
          <a:p>
            <a:pPr lvl="0"/>
            <a:r>
              <a:rPr lang="es-ES" dirty="0"/>
              <a:t>Editar los estilos de texto del patrón</a:t>
            </a:r>
          </a:p>
        </p:txBody>
      </p:sp>
      <p:sp>
        <p:nvSpPr>
          <p:cNvPr id="14" name="Forma libre: forma 13">
            <a:extLst>
              <a:ext uri="{FF2B5EF4-FFF2-40B4-BE49-F238E27FC236}">
                <a16:creationId xmlns:a16="http://schemas.microsoft.com/office/drawing/2014/main" id="{8E2019E8-5E09-4EBA-89EE-63D66DAF195C}"/>
              </a:ext>
            </a:extLst>
          </p:cNvPr>
          <p:cNvSpPr/>
          <p:nvPr userDrawn="1"/>
        </p:nvSpPr>
        <p:spPr>
          <a:xfrm>
            <a:off x="0" y="5229922"/>
            <a:ext cx="12196689"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p>
        </p:txBody>
      </p:sp>
      <p:pic>
        <p:nvPicPr>
          <p:cNvPr id="15" name="Gráfico 14">
            <a:extLst>
              <a:ext uri="{FF2B5EF4-FFF2-40B4-BE49-F238E27FC236}">
                <a16:creationId xmlns:a16="http://schemas.microsoft.com/office/drawing/2014/main" id="{5A22BEC5-71E7-4B59-BDFE-58B642C5D0A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21980" y="5727401"/>
            <a:ext cx="1896592" cy="332588"/>
          </a:xfrm>
          <a:prstGeom prst="rect">
            <a:avLst/>
          </a:prstGeom>
        </p:spPr>
      </p:pic>
      <p:pic>
        <p:nvPicPr>
          <p:cNvPr id="16" name="Imagen 15">
            <a:extLst>
              <a:ext uri="{FF2B5EF4-FFF2-40B4-BE49-F238E27FC236}">
                <a16:creationId xmlns:a16="http://schemas.microsoft.com/office/drawing/2014/main" id="{62EB6361-76EC-4270-B075-07CC3D71C02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370936" y="5460275"/>
            <a:ext cx="2437890" cy="1105555"/>
          </a:xfrm>
          <a:prstGeom prst="rect">
            <a:avLst/>
          </a:prstGeom>
        </p:spPr>
      </p:pic>
    </p:spTree>
    <p:extLst>
      <p:ext uri="{BB962C8B-B14F-4D97-AF65-F5344CB8AC3E}">
        <p14:creationId xmlns:p14="http://schemas.microsoft.com/office/powerpoint/2010/main" val="2345512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Índice">
    <p:spTree>
      <p:nvGrpSpPr>
        <p:cNvPr id="1" name=""/>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C60B320C-F93D-45A7-B5CC-5C18ED1F85FB}"/>
              </a:ext>
            </a:extLst>
          </p:cNvPr>
          <p:cNvSpPr>
            <a:spLocks noGrp="1"/>
          </p:cNvSpPr>
          <p:nvPr>
            <p:ph type="sldNum" sz="quarter" idx="12"/>
          </p:nvPr>
        </p:nvSpPr>
        <p:spPr>
          <a:xfrm>
            <a:off x="8730845" y="6209600"/>
            <a:ext cx="2743200" cy="365125"/>
          </a:xfrm>
        </p:spPr>
        <p:txBody>
          <a:bodyPr/>
          <a:lstStyle>
            <a:lvl1pPr>
              <a:defRPr sz="1300">
                <a:solidFill>
                  <a:schemeClr val="accent1"/>
                </a:solidFill>
              </a:defRPr>
            </a:lvl1pPr>
          </a:lstStyle>
          <a:p>
            <a:fld id="{BC0D97B6-E32F-4D7D-B839-7C3B51F2640F}" type="slidenum">
              <a:rPr lang="es-ES" smtClean="0"/>
              <a:pPr/>
              <a:t>‹Nº›</a:t>
            </a:fld>
            <a:endParaRPr lang="es-ES" dirty="0"/>
          </a:p>
        </p:txBody>
      </p:sp>
      <p:pic>
        <p:nvPicPr>
          <p:cNvPr id="9" name="Gráfico 8">
            <a:extLst>
              <a:ext uri="{FF2B5EF4-FFF2-40B4-BE49-F238E27FC236}">
                <a16:creationId xmlns:a16="http://schemas.microsoft.com/office/drawing/2014/main" id="{AC1B0227-D6EB-4F05-832D-EB54916F79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2642" y="6262326"/>
            <a:ext cx="1172108" cy="205543"/>
          </a:xfrm>
          <a:prstGeom prst="rect">
            <a:avLst/>
          </a:prstGeom>
        </p:spPr>
      </p:pic>
      <p:sp>
        <p:nvSpPr>
          <p:cNvPr id="10" name="CuadroTexto 9">
            <a:extLst>
              <a:ext uri="{FF2B5EF4-FFF2-40B4-BE49-F238E27FC236}">
                <a16:creationId xmlns:a16="http://schemas.microsoft.com/office/drawing/2014/main" id="{B3950534-FF56-4FD6-A098-D625BC54F0FA}"/>
              </a:ext>
            </a:extLst>
          </p:cNvPr>
          <p:cNvSpPr txBox="1"/>
          <p:nvPr userDrawn="1"/>
        </p:nvSpPr>
        <p:spPr>
          <a:xfrm>
            <a:off x="722533" y="312269"/>
            <a:ext cx="1849821" cy="292388"/>
          </a:xfrm>
          <a:prstGeom prst="rect">
            <a:avLst/>
          </a:prstGeom>
          <a:noFill/>
        </p:spPr>
        <p:txBody>
          <a:bodyPr wrap="square" rtlCol="0">
            <a:spAutoFit/>
          </a:bodyPr>
          <a:lstStyle/>
          <a:p>
            <a:r>
              <a:rPr lang="es-ES" sz="1300" dirty="0">
                <a:solidFill>
                  <a:schemeClr val="accent1"/>
                </a:solidFill>
              </a:rPr>
              <a:t>Índice</a:t>
            </a:r>
          </a:p>
        </p:txBody>
      </p:sp>
      <p:sp>
        <p:nvSpPr>
          <p:cNvPr id="14" name="Marcador de texto 11">
            <a:extLst>
              <a:ext uri="{FF2B5EF4-FFF2-40B4-BE49-F238E27FC236}">
                <a16:creationId xmlns:a16="http://schemas.microsoft.com/office/drawing/2014/main" id="{0CC57AA0-6C3B-4C80-BF6B-C321A960A96C}"/>
              </a:ext>
            </a:extLst>
          </p:cNvPr>
          <p:cNvSpPr>
            <a:spLocks noGrp="1"/>
          </p:cNvSpPr>
          <p:nvPr>
            <p:ph type="body" sz="quarter" idx="13"/>
          </p:nvPr>
        </p:nvSpPr>
        <p:spPr>
          <a:xfrm>
            <a:off x="832641" y="1100239"/>
            <a:ext cx="10635843" cy="4906665"/>
          </a:xfrm>
        </p:spPr>
        <p:txBody>
          <a:bodyPr>
            <a:normAutofit/>
          </a:bodyPr>
          <a:lstStyle>
            <a:lvl1pPr marL="432000" indent="-396000">
              <a:buClr>
                <a:schemeClr val="accent1"/>
              </a:buClr>
              <a:buSzPct val="45000"/>
              <a:buFont typeface="+mj-lt"/>
              <a:buAutoNum type="arabicPeriod"/>
              <a:defRPr lang="es-ES" sz="4000" b="1" kern="1200" dirty="0" smtClean="0">
                <a:solidFill>
                  <a:srgbClr val="3C3C3B"/>
                </a:solidFill>
                <a:latin typeface="+mn-lt"/>
                <a:ea typeface="+mn-ea"/>
                <a:cs typeface="+mn-cs"/>
              </a:defRPr>
            </a:lvl1pPr>
            <a:lvl2pPr marL="457200" indent="0">
              <a:buNone/>
              <a:defRPr/>
            </a:lvl2pPr>
          </a:lstStyle>
          <a:p>
            <a:pPr lvl="0"/>
            <a:r>
              <a:rPr lang="es-ES" dirty="0"/>
              <a:t>Editar los estilos de texto del patrón</a:t>
            </a:r>
          </a:p>
        </p:txBody>
      </p:sp>
    </p:spTree>
    <p:extLst>
      <p:ext uri="{BB962C8B-B14F-4D97-AF65-F5344CB8AC3E}">
        <p14:creationId xmlns:p14="http://schemas.microsoft.com/office/powerpoint/2010/main" val="1606915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parador blanco">
    <p:spTree>
      <p:nvGrpSpPr>
        <p:cNvPr id="1" name=""/>
        <p:cNvGrpSpPr/>
        <p:nvPr/>
      </p:nvGrpSpPr>
      <p:grpSpPr>
        <a:xfrm>
          <a:off x="0" y="0"/>
          <a:ext cx="0" cy="0"/>
          <a:chOff x="0" y="0"/>
          <a:chExt cx="0" cy="0"/>
        </a:xfrm>
      </p:grpSpPr>
      <p:sp>
        <p:nvSpPr>
          <p:cNvPr id="7" name="Forma libre: forma 6">
            <a:extLst>
              <a:ext uri="{FF2B5EF4-FFF2-40B4-BE49-F238E27FC236}">
                <a16:creationId xmlns:a16="http://schemas.microsoft.com/office/drawing/2014/main" id="{49C540BB-A189-4361-ABD8-4DA84C6612C3}"/>
              </a:ext>
            </a:extLst>
          </p:cNvPr>
          <p:cNvSpPr/>
          <p:nvPr userDrawn="1"/>
        </p:nvSpPr>
        <p:spPr>
          <a:xfrm>
            <a:off x="8925340" y="0"/>
            <a:ext cx="3266660" cy="6858000"/>
          </a:xfrm>
          <a:custGeom>
            <a:avLst/>
            <a:gdLst>
              <a:gd name="connsiteX0" fmla="*/ 1630018 w 3266660"/>
              <a:gd name="connsiteY0" fmla="*/ 0 h 6858000"/>
              <a:gd name="connsiteX1" fmla="*/ 3266660 w 3266660"/>
              <a:gd name="connsiteY1" fmla="*/ 0 h 6858000"/>
              <a:gd name="connsiteX2" fmla="*/ 3266660 w 3266660"/>
              <a:gd name="connsiteY2" fmla="*/ 6858000 h 6858000"/>
              <a:gd name="connsiteX3" fmla="*/ 0 w 3266660"/>
              <a:gd name="connsiteY3" fmla="*/ 6858000 h 6858000"/>
              <a:gd name="connsiteX4" fmla="*/ 0 w 3266660"/>
              <a:gd name="connsiteY4" fmla="*/ 2822713 h 6858000"/>
              <a:gd name="connsiteX5" fmla="*/ 1630018 w 3266660"/>
              <a:gd name="connsiteY5" fmla="*/ 282271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6660" h="6858000">
                <a:moveTo>
                  <a:pt x="1630018" y="0"/>
                </a:moveTo>
                <a:lnTo>
                  <a:pt x="3266660" y="0"/>
                </a:lnTo>
                <a:lnTo>
                  <a:pt x="3266660" y="6858000"/>
                </a:lnTo>
                <a:lnTo>
                  <a:pt x="0" y="6858000"/>
                </a:lnTo>
                <a:lnTo>
                  <a:pt x="0" y="2822713"/>
                </a:lnTo>
                <a:lnTo>
                  <a:pt x="1630018" y="2822713"/>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p>
        </p:txBody>
      </p:sp>
      <p:sp>
        <p:nvSpPr>
          <p:cNvPr id="2" name="Título 1">
            <a:extLst>
              <a:ext uri="{FF2B5EF4-FFF2-40B4-BE49-F238E27FC236}">
                <a16:creationId xmlns:a16="http://schemas.microsoft.com/office/drawing/2014/main" id="{B045CB15-1F44-40E1-909E-6233010BC133}"/>
              </a:ext>
            </a:extLst>
          </p:cNvPr>
          <p:cNvSpPr>
            <a:spLocks noGrp="1"/>
          </p:cNvSpPr>
          <p:nvPr>
            <p:ph type="title"/>
          </p:nvPr>
        </p:nvSpPr>
        <p:spPr>
          <a:xfrm>
            <a:off x="722519" y="626373"/>
            <a:ext cx="4386194" cy="2852737"/>
          </a:xfrm>
        </p:spPr>
        <p:txBody>
          <a:bodyPr anchor="t">
            <a:normAutofit/>
          </a:bodyPr>
          <a:lstStyle>
            <a:lvl1pPr>
              <a:lnSpc>
                <a:spcPct val="100000"/>
              </a:lnSpc>
              <a:defRPr sz="4000">
                <a:solidFill>
                  <a:schemeClr val="accent1"/>
                </a:solidFill>
              </a:defRPr>
            </a:lvl1pPr>
          </a:lstStyle>
          <a:p>
            <a:r>
              <a:rPr lang="es-ES" dirty="0"/>
              <a:t>Haga clic para modificar el estilo de título del patrón</a:t>
            </a:r>
          </a:p>
        </p:txBody>
      </p:sp>
      <p:sp>
        <p:nvSpPr>
          <p:cNvPr id="14" name="Marcador de texto 13">
            <a:extLst>
              <a:ext uri="{FF2B5EF4-FFF2-40B4-BE49-F238E27FC236}">
                <a16:creationId xmlns:a16="http://schemas.microsoft.com/office/drawing/2014/main" id="{6E38BAEA-EEE9-4346-9DB7-91D26BC942D7}"/>
              </a:ext>
            </a:extLst>
          </p:cNvPr>
          <p:cNvSpPr>
            <a:spLocks noGrp="1"/>
          </p:cNvSpPr>
          <p:nvPr>
            <p:ph type="body" sz="quarter" idx="14" hasCustomPrompt="1"/>
          </p:nvPr>
        </p:nvSpPr>
        <p:spPr>
          <a:xfrm>
            <a:off x="8945217" y="3270526"/>
            <a:ext cx="2958754" cy="2364961"/>
          </a:xfrm>
        </p:spPr>
        <p:txBody>
          <a:bodyPr>
            <a:noAutofit/>
          </a:bodyPr>
          <a:lstStyle>
            <a:lvl1pPr marL="0" indent="0" algn="r">
              <a:buFontTx/>
              <a:buNone/>
              <a:defRPr sz="16600">
                <a:solidFill>
                  <a:schemeClr val="bg1"/>
                </a:solidFill>
              </a:defRPr>
            </a:lvl1pPr>
            <a:lvl2pPr>
              <a:defRPr sz="13800">
                <a:solidFill>
                  <a:schemeClr val="tx1"/>
                </a:solidFill>
              </a:defRPr>
            </a:lvl2pPr>
            <a:lvl3pPr>
              <a:defRPr sz="11500">
                <a:solidFill>
                  <a:schemeClr val="tx1"/>
                </a:solidFill>
              </a:defRPr>
            </a:lvl3pPr>
            <a:lvl4pPr>
              <a:defRPr sz="9600">
                <a:solidFill>
                  <a:schemeClr val="tx1"/>
                </a:solidFill>
              </a:defRPr>
            </a:lvl4pPr>
            <a:lvl5pPr>
              <a:defRPr sz="9600">
                <a:solidFill>
                  <a:schemeClr val="tx1"/>
                </a:solidFill>
              </a:defRPr>
            </a:lvl5pPr>
          </a:lstStyle>
          <a:p>
            <a:pPr lvl="0"/>
            <a:r>
              <a:rPr lang="es-ES" dirty="0"/>
              <a:t>00</a:t>
            </a:r>
          </a:p>
        </p:txBody>
      </p:sp>
    </p:spTree>
    <p:extLst>
      <p:ext uri="{BB962C8B-B14F-4D97-AF65-F5344CB8AC3E}">
        <p14:creationId xmlns:p14="http://schemas.microsoft.com/office/powerpoint/2010/main" val="1809473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ulo y contenido ">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2642" y="6262326"/>
            <a:ext cx="1172108" cy="205543"/>
          </a:xfrm>
          <a:prstGeom prst="rect">
            <a:avLst/>
          </a:prstGeom>
        </p:spPr>
      </p:pic>
      <p:sp>
        <p:nvSpPr>
          <p:cNvPr id="3" name="Rectángulo 2">
            <a:extLst>
              <a:ext uri="{FF2B5EF4-FFF2-40B4-BE49-F238E27FC236}">
                <a16:creationId xmlns:a16="http://schemas.microsoft.com/office/drawing/2014/main" id="{59182B14-6A76-4D02-A7BD-076DF9A94108}"/>
              </a:ext>
            </a:extLst>
          </p:cNvPr>
          <p:cNvSpPr/>
          <p:nvPr userDrawn="1"/>
        </p:nvSpPr>
        <p:spPr>
          <a:xfrm>
            <a:off x="0" y="6564052"/>
            <a:ext cx="12192000" cy="2939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s-ES"/>
          </a:p>
        </p:txBody>
      </p:sp>
      <p:sp>
        <p:nvSpPr>
          <p:cNvPr id="9" name="Rectángulo 8">
            <a:extLst>
              <a:ext uri="{FF2B5EF4-FFF2-40B4-BE49-F238E27FC236}">
                <a16:creationId xmlns:a16="http://schemas.microsoft.com/office/drawing/2014/main" id="{1EDB97D6-DAB5-48F5-80BA-CA57AED21F7C}"/>
              </a:ext>
            </a:extLst>
          </p:cNvPr>
          <p:cNvSpPr/>
          <p:nvPr userDrawn="1"/>
        </p:nvSpPr>
        <p:spPr>
          <a:xfrm>
            <a:off x="9605554" y="6228355"/>
            <a:ext cx="2586446" cy="3544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s-ES"/>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20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s-ES" dirty="0"/>
              <a:t>Editar los estilos de texto del patrón</a:t>
            </a:r>
          </a:p>
        </p:txBody>
      </p:sp>
      <p:sp>
        <p:nvSpPr>
          <p:cNvPr id="22" name="Marcador de número de diapositiva 21">
            <a:extLst>
              <a:ext uri="{FF2B5EF4-FFF2-40B4-BE49-F238E27FC236}">
                <a16:creationId xmlns:a16="http://schemas.microsoft.com/office/drawing/2014/main" id="{1E8AF9DF-0B66-4115-BC89-EE5610813CBA}"/>
              </a:ext>
            </a:extLst>
          </p:cNvPr>
          <p:cNvSpPr>
            <a:spLocks noGrp="1"/>
          </p:cNvSpPr>
          <p:nvPr>
            <p:ph type="sldNum" sz="quarter" idx="17"/>
          </p:nvPr>
        </p:nvSpPr>
        <p:spPr>
          <a:xfrm>
            <a:off x="9605553" y="6241991"/>
            <a:ext cx="637904" cy="365125"/>
          </a:xfrm>
        </p:spPr>
        <p:txBody>
          <a:bodyPr/>
          <a:lstStyle>
            <a:lvl1pPr>
              <a:defRPr>
                <a:solidFill>
                  <a:schemeClr val="bg1">
                    <a:lumMod val="85000"/>
                  </a:schemeClr>
                </a:solidFill>
              </a:defRPr>
            </a:lvl1pPr>
          </a:lstStyle>
          <a:p>
            <a:fld id="{BC0D97B6-E32F-4D7D-B839-7C3B51F2640F}" type="slidenum">
              <a:rPr lang="es-ES" smtClean="0"/>
              <a:pPr/>
              <a:t>‹Nº›</a:t>
            </a:fld>
            <a:endParaRPr lang="es-ES"/>
          </a:p>
        </p:txBody>
      </p:sp>
      <p:pic>
        <p:nvPicPr>
          <p:cNvPr id="18" name="Imagen 17">
            <a:extLst>
              <a:ext uri="{FF2B5EF4-FFF2-40B4-BE49-F238E27FC236}">
                <a16:creationId xmlns:a16="http://schemas.microsoft.com/office/drawing/2014/main" id="{591B7051-469A-42C8-9141-0FF187C0BC73}"/>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684134" y="6175752"/>
            <a:ext cx="1477388" cy="669979"/>
          </a:xfrm>
          <a:prstGeom prst="rect">
            <a:avLst/>
          </a:prstGeom>
        </p:spPr>
      </p:pic>
    </p:spTree>
    <p:extLst>
      <p:ext uri="{BB962C8B-B14F-4D97-AF65-F5344CB8AC3E}">
        <p14:creationId xmlns:p14="http://schemas.microsoft.com/office/powerpoint/2010/main" val="2027020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ulo y contenido ">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hasCustomPrompt="1"/>
          </p:nvPr>
        </p:nvSpPr>
        <p:spPr>
          <a:xfrm>
            <a:off x="722243" y="1087457"/>
            <a:ext cx="5297557" cy="1606047"/>
          </a:xfrm>
        </p:spPr>
        <p:txBody>
          <a:bodyPr anchor="t">
            <a:normAutofit/>
          </a:bodyPr>
          <a:lstStyle>
            <a:lvl1pPr>
              <a:defRPr sz="3600">
                <a:solidFill>
                  <a:schemeClr val="accent1"/>
                </a:solidFill>
              </a:defRPr>
            </a:lvl1pPr>
          </a:lstStyle>
          <a:p>
            <a:r>
              <a:rPr lang="es-ES" dirty="0"/>
              <a:t>Aquí Haga clic para modificar el estilo de título del patrón</a:t>
            </a:r>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s-ES" dirty="0"/>
              <a:t>Editar los estilos de texto del patrón</a:t>
            </a:r>
          </a:p>
        </p:txBody>
      </p:sp>
      <p:sp>
        <p:nvSpPr>
          <p:cNvPr id="18" name="Marcador de texto 16">
            <a:extLst>
              <a:ext uri="{FF2B5EF4-FFF2-40B4-BE49-F238E27FC236}">
                <a16:creationId xmlns:a16="http://schemas.microsoft.com/office/drawing/2014/main" id="{07C8BA77-3119-41AC-B33B-745A751CC066}"/>
              </a:ext>
            </a:extLst>
          </p:cNvPr>
          <p:cNvSpPr>
            <a:spLocks noGrp="1"/>
          </p:cNvSpPr>
          <p:nvPr>
            <p:ph type="body" sz="quarter" idx="15"/>
          </p:nvPr>
        </p:nvSpPr>
        <p:spPr>
          <a:xfrm>
            <a:off x="711025" y="3093562"/>
            <a:ext cx="5308776" cy="3083401"/>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s-ES" dirty="0"/>
              <a:t>Editar los estilos de texto del patrón</a:t>
            </a:r>
          </a:p>
        </p:txBody>
      </p:sp>
      <p:sp>
        <p:nvSpPr>
          <p:cNvPr id="20" name="Marcador de texto 16">
            <a:extLst>
              <a:ext uri="{FF2B5EF4-FFF2-40B4-BE49-F238E27FC236}">
                <a16:creationId xmlns:a16="http://schemas.microsoft.com/office/drawing/2014/main" id="{81AA2FC0-CE4E-483D-AF92-BEA6CD796B9C}"/>
              </a:ext>
            </a:extLst>
          </p:cNvPr>
          <p:cNvSpPr>
            <a:spLocks noGrp="1"/>
          </p:cNvSpPr>
          <p:nvPr>
            <p:ph type="body" sz="quarter" idx="16"/>
          </p:nvPr>
        </p:nvSpPr>
        <p:spPr>
          <a:xfrm>
            <a:off x="6399971" y="1087458"/>
            <a:ext cx="5081004" cy="5089506"/>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s-ES" dirty="0"/>
              <a:t>Editar los estilos de texto del patrón</a:t>
            </a:r>
          </a:p>
        </p:txBody>
      </p:sp>
      <p:sp>
        <p:nvSpPr>
          <p:cNvPr id="21" name="Rectángulo 20">
            <a:extLst>
              <a:ext uri="{FF2B5EF4-FFF2-40B4-BE49-F238E27FC236}">
                <a16:creationId xmlns:a16="http://schemas.microsoft.com/office/drawing/2014/main" id="{AEE0BD67-BE6F-4609-B941-DF23A309B173}"/>
              </a:ext>
            </a:extLst>
          </p:cNvPr>
          <p:cNvSpPr/>
          <p:nvPr userDrawn="1"/>
        </p:nvSpPr>
        <p:spPr>
          <a:xfrm>
            <a:off x="0" y="6564052"/>
            <a:ext cx="12192000" cy="2939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s-ES"/>
          </a:p>
        </p:txBody>
      </p:sp>
      <p:sp>
        <p:nvSpPr>
          <p:cNvPr id="22" name="Rectángulo 21">
            <a:extLst>
              <a:ext uri="{FF2B5EF4-FFF2-40B4-BE49-F238E27FC236}">
                <a16:creationId xmlns:a16="http://schemas.microsoft.com/office/drawing/2014/main" id="{90FF4B1D-4046-4DE4-9BBF-5201D1B7B716}"/>
              </a:ext>
            </a:extLst>
          </p:cNvPr>
          <p:cNvSpPr/>
          <p:nvPr userDrawn="1"/>
        </p:nvSpPr>
        <p:spPr>
          <a:xfrm>
            <a:off x="9605554" y="6228355"/>
            <a:ext cx="2586446" cy="3544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s-ES"/>
          </a:p>
        </p:txBody>
      </p:sp>
      <p:sp>
        <p:nvSpPr>
          <p:cNvPr id="28" name="Marcador de número de diapositiva 21">
            <a:extLst>
              <a:ext uri="{FF2B5EF4-FFF2-40B4-BE49-F238E27FC236}">
                <a16:creationId xmlns:a16="http://schemas.microsoft.com/office/drawing/2014/main" id="{09D0FBD8-5DE6-4CB8-9516-ACA316E9E578}"/>
              </a:ext>
            </a:extLst>
          </p:cNvPr>
          <p:cNvSpPr>
            <a:spLocks noGrp="1"/>
          </p:cNvSpPr>
          <p:nvPr>
            <p:ph type="sldNum" sz="quarter" idx="17"/>
          </p:nvPr>
        </p:nvSpPr>
        <p:spPr>
          <a:xfrm>
            <a:off x="9605553" y="6241991"/>
            <a:ext cx="637903" cy="365125"/>
          </a:xfrm>
        </p:spPr>
        <p:txBody>
          <a:bodyPr/>
          <a:lstStyle>
            <a:lvl1pPr>
              <a:defRPr>
                <a:solidFill>
                  <a:schemeClr val="bg1">
                    <a:lumMod val="85000"/>
                  </a:schemeClr>
                </a:solidFill>
              </a:defRPr>
            </a:lvl1pPr>
          </a:lstStyle>
          <a:p>
            <a:fld id="{BC0D97B6-E32F-4D7D-B839-7C3B51F2640F}" type="slidenum">
              <a:rPr lang="es-ES" smtClean="0"/>
              <a:pPr/>
              <a:t>‹Nº›</a:t>
            </a:fld>
            <a:endParaRPr lang="es-ES"/>
          </a:p>
        </p:txBody>
      </p:sp>
      <p:pic>
        <p:nvPicPr>
          <p:cNvPr id="16" name="Imagen 15">
            <a:extLst>
              <a:ext uri="{FF2B5EF4-FFF2-40B4-BE49-F238E27FC236}">
                <a16:creationId xmlns:a16="http://schemas.microsoft.com/office/drawing/2014/main" id="{48F97435-7CEC-4D62-9974-80C5180A8C35}"/>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684134" y="6175752"/>
            <a:ext cx="1477388" cy="669979"/>
          </a:xfrm>
          <a:prstGeom prst="rect">
            <a:avLst/>
          </a:prstGeom>
        </p:spPr>
      </p:pic>
    </p:spTree>
    <p:extLst>
      <p:ext uri="{BB962C8B-B14F-4D97-AF65-F5344CB8AC3E}">
        <p14:creationId xmlns:p14="http://schemas.microsoft.com/office/powerpoint/2010/main" val="2987502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ulo y contenido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hasCustomPrompt="1"/>
          </p:nvPr>
        </p:nvSpPr>
        <p:spPr>
          <a:xfrm>
            <a:off x="722243" y="1087457"/>
            <a:ext cx="10758733" cy="1823011"/>
          </a:xfrm>
        </p:spPr>
        <p:txBody>
          <a:bodyPr anchor="t">
            <a:noAutofit/>
          </a:bodyPr>
          <a:lstStyle>
            <a:lvl1pPr>
              <a:defRPr sz="3600">
                <a:solidFill>
                  <a:schemeClr val="accent1"/>
                </a:solidFill>
              </a:defRPr>
            </a:lvl1pPr>
          </a:lstStyle>
          <a:p>
            <a:r>
              <a:rPr lang="es-ES" dirty="0"/>
              <a:t>Aquí Haga clic para modificar el estilo de título del patrón</a:t>
            </a:r>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s-ES" dirty="0"/>
              <a:t>Editar los estilos de texto del patrón</a:t>
            </a:r>
          </a:p>
        </p:txBody>
      </p:sp>
      <p:sp>
        <p:nvSpPr>
          <p:cNvPr id="12" name="Marcador de texto 16">
            <a:extLst>
              <a:ext uri="{FF2B5EF4-FFF2-40B4-BE49-F238E27FC236}">
                <a16:creationId xmlns:a16="http://schemas.microsoft.com/office/drawing/2014/main" id="{87DF9564-216B-4533-A626-FE222DEB917D}"/>
              </a:ext>
            </a:extLst>
          </p:cNvPr>
          <p:cNvSpPr>
            <a:spLocks noGrp="1"/>
          </p:cNvSpPr>
          <p:nvPr>
            <p:ph type="body" sz="quarter" idx="15"/>
          </p:nvPr>
        </p:nvSpPr>
        <p:spPr>
          <a:xfrm>
            <a:off x="711024" y="3093562"/>
            <a:ext cx="10758733" cy="3083401"/>
          </a:xfrm>
        </p:spPr>
        <p:txBody>
          <a:bodyPr numCol="2" spcCol="720000">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s-ES" dirty="0"/>
              <a:t>Editar los estilos de texto del patrón</a:t>
            </a:r>
          </a:p>
        </p:txBody>
      </p:sp>
      <p:sp>
        <p:nvSpPr>
          <p:cNvPr id="7" name="Rectángulo 6">
            <a:extLst>
              <a:ext uri="{FF2B5EF4-FFF2-40B4-BE49-F238E27FC236}">
                <a16:creationId xmlns:a16="http://schemas.microsoft.com/office/drawing/2014/main" id="{FECA4409-BAF2-4998-B27F-D080622A5B7D}"/>
              </a:ext>
            </a:extLst>
          </p:cNvPr>
          <p:cNvSpPr/>
          <p:nvPr userDrawn="1"/>
        </p:nvSpPr>
        <p:spPr>
          <a:xfrm>
            <a:off x="0" y="6564052"/>
            <a:ext cx="12192000" cy="2939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s-ES"/>
          </a:p>
        </p:txBody>
      </p:sp>
      <p:sp>
        <p:nvSpPr>
          <p:cNvPr id="8" name="Rectángulo 7">
            <a:extLst>
              <a:ext uri="{FF2B5EF4-FFF2-40B4-BE49-F238E27FC236}">
                <a16:creationId xmlns:a16="http://schemas.microsoft.com/office/drawing/2014/main" id="{E7447D56-E9D8-4B85-BD58-8FCA8536BEE2}"/>
              </a:ext>
            </a:extLst>
          </p:cNvPr>
          <p:cNvSpPr/>
          <p:nvPr userDrawn="1"/>
        </p:nvSpPr>
        <p:spPr>
          <a:xfrm>
            <a:off x="9605554" y="6228355"/>
            <a:ext cx="2586446" cy="3544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s-ES"/>
          </a:p>
        </p:txBody>
      </p:sp>
      <p:sp>
        <p:nvSpPr>
          <p:cNvPr id="18" name="Marcador de número de diapositiva 21">
            <a:extLst>
              <a:ext uri="{FF2B5EF4-FFF2-40B4-BE49-F238E27FC236}">
                <a16:creationId xmlns:a16="http://schemas.microsoft.com/office/drawing/2014/main" id="{CB56DA5D-FD8B-4712-90FA-5886390A3587}"/>
              </a:ext>
            </a:extLst>
          </p:cNvPr>
          <p:cNvSpPr>
            <a:spLocks noGrp="1"/>
          </p:cNvSpPr>
          <p:nvPr>
            <p:ph type="sldNum" sz="quarter" idx="17"/>
          </p:nvPr>
        </p:nvSpPr>
        <p:spPr>
          <a:xfrm>
            <a:off x="9605553" y="6241991"/>
            <a:ext cx="637904" cy="365125"/>
          </a:xfrm>
        </p:spPr>
        <p:txBody>
          <a:bodyPr/>
          <a:lstStyle>
            <a:lvl1pPr>
              <a:defRPr>
                <a:solidFill>
                  <a:schemeClr val="bg1">
                    <a:lumMod val="85000"/>
                  </a:schemeClr>
                </a:solidFill>
              </a:defRPr>
            </a:lvl1pPr>
          </a:lstStyle>
          <a:p>
            <a:fld id="{BC0D97B6-E32F-4D7D-B839-7C3B51F2640F}" type="slidenum">
              <a:rPr lang="es-ES" smtClean="0"/>
              <a:pPr/>
              <a:t>‹Nº›</a:t>
            </a:fld>
            <a:endParaRPr lang="es-ES"/>
          </a:p>
        </p:txBody>
      </p:sp>
      <p:pic>
        <p:nvPicPr>
          <p:cNvPr id="19" name="Imagen 18">
            <a:extLst>
              <a:ext uri="{FF2B5EF4-FFF2-40B4-BE49-F238E27FC236}">
                <a16:creationId xmlns:a16="http://schemas.microsoft.com/office/drawing/2014/main" id="{9489396A-65FA-41A4-9217-1428C544F863}"/>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684134" y="6175752"/>
            <a:ext cx="1477388" cy="669979"/>
          </a:xfrm>
          <a:prstGeom prst="rect">
            <a:avLst/>
          </a:prstGeom>
        </p:spPr>
      </p:pic>
    </p:spTree>
    <p:extLst>
      <p:ext uri="{BB962C8B-B14F-4D97-AF65-F5344CB8AC3E}">
        <p14:creationId xmlns:p14="http://schemas.microsoft.com/office/powerpoint/2010/main" val="2887770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estac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hasCustomPrompt="1"/>
          </p:nvPr>
        </p:nvSpPr>
        <p:spPr>
          <a:xfrm>
            <a:off x="731970" y="1109759"/>
            <a:ext cx="3801119" cy="5050689"/>
          </a:xfrm>
        </p:spPr>
        <p:txBody>
          <a:bodyPr anchor="t">
            <a:noAutofit/>
          </a:bodyPr>
          <a:lstStyle>
            <a:lvl1pPr>
              <a:defRPr sz="2500" b="1">
                <a:solidFill>
                  <a:schemeClr val="accent3"/>
                </a:solidFill>
              </a:defRPr>
            </a:lvl1pPr>
          </a:lstStyle>
          <a:p>
            <a:r>
              <a:rPr lang="es-ES" dirty="0" err="1"/>
              <a:t>Lorem</a:t>
            </a:r>
            <a:r>
              <a:rPr lang="es-ES" dirty="0"/>
              <a:t> Haga clic para modificar el estilo de título del patrón</a:t>
            </a:r>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s-ES" dirty="0"/>
              <a:t>Editar los estilos de texto del patrón</a:t>
            </a:r>
          </a:p>
        </p:txBody>
      </p:sp>
      <p:sp>
        <p:nvSpPr>
          <p:cNvPr id="12" name="Marcador de texto 16">
            <a:extLst>
              <a:ext uri="{FF2B5EF4-FFF2-40B4-BE49-F238E27FC236}">
                <a16:creationId xmlns:a16="http://schemas.microsoft.com/office/drawing/2014/main" id="{87DF9564-216B-4533-A626-FE222DEB917D}"/>
              </a:ext>
            </a:extLst>
          </p:cNvPr>
          <p:cNvSpPr>
            <a:spLocks noGrp="1"/>
          </p:cNvSpPr>
          <p:nvPr>
            <p:ph type="body" sz="quarter" idx="15"/>
          </p:nvPr>
        </p:nvSpPr>
        <p:spPr>
          <a:xfrm>
            <a:off x="4772722" y="1126274"/>
            <a:ext cx="6697035" cy="5050690"/>
          </a:xfrm>
        </p:spPr>
        <p:txBody>
          <a:bodyPr numCol="1" spcCol="0">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s-ES" dirty="0"/>
              <a:t>Editar los estilos de texto del patrón</a:t>
            </a:r>
          </a:p>
        </p:txBody>
      </p:sp>
      <p:sp>
        <p:nvSpPr>
          <p:cNvPr id="7" name="Rectángulo 6">
            <a:extLst>
              <a:ext uri="{FF2B5EF4-FFF2-40B4-BE49-F238E27FC236}">
                <a16:creationId xmlns:a16="http://schemas.microsoft.com/office/drawing/2014/main" id="{B5AB81E6-1CEB-4DAC-9256-365E3764CCAB}"/>
              </a:ext>
            </a:extLst>
          </p:cNvPr>
          <p:cNvSpPr/>
          <p:nvPr userDrawn="1"/>
        </p:nvSpPr>
        <p:spPr>
          <a:xfrm>
            <a:off x="0" y="6564052"/>
            <a:ext cx="12192000" cy="2939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s-ES"/>
          </a:p>
        </p:txBody>
      </p:sp>
      <p:sp>
        <p:nvSpPr>
          <p:cNvPr id="8" name="Rectángulo 7">
            <a:extLst>
              <a:ext uri="{FF2B5EF4-FFF2-40B4-BE49-F238E27FC236}">
                <a16:creationId xmlns:a16="http://schemas.microsoft.com/office/drawing/2014/main" id="{7A4309CD-82EC-4297-AAFD-8A4FCC5D393E}"/>
              </a:ext>
            </a:extLst>
          </p:cNvPr>
          <p:cNvSpPr/>
          <p:nvPr userDrawn="1"/>
        </p:nvSpPr>
        <p:spPr>
          <a:xfrm>
            <a:off x="9605554" y="6228355"/>
            <a:ext cx="2586446" cy="3544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s-ES"/>
          </a:p>
        </p:txBody>
      </p:sp>
      <p:sp>
        <p:nvSpPr>
          <p:cNvPr id="18" name="Marcador de número de diapositiva 21">
            <a:extLst>
              <a:ext uri="{FF2B5EF4-FFF2-40B4-BE49-F238E27FC236}">
                <a16:creationId xmlns:a16="http://schemas.microsoft.com/office/drawing/2014/main" id="{072BE8AA-42A9-4582-89AE-E5FC0723BE84}"/>
              </a:ext>
            </a:extLst>
          </p:cNvPr>
          <p:cNvSpPr>
            <a:spLocks noGrp="1"/>
          </p:cNvSpPr>
          <p:nvPr>
            <p:ph type="sldNum" sz="quarter" idx="17"/>
          </p:nvPr>
        </p:nvSpPr>
        <p:spPr>
          <a:xfrm>
            <a:off x="9605553" y="6241991"/>
            <a:ext cx="637904" cy="365125"/>
          </a:xfrm>
        </p:spPr>
        <p:txBody>
          <a:bodyPr/>
          <a:lstStyle>
            <a:lvl1pPr>
              <a:defRPr>
                <a:solidFill>
                  <a:schemeClr val="bg1">
                    <a:lumMod val="85000"/>
                  </a:schemeClr>
                </a:solidFill>
              </a:defRPr>
            </a:lvl1pPr>
          </a:lstStyle>
          <a:p>
            <a:fld id="{BC0D97B6-E32F-4D7D-B839-7C3B51F2640F}" type="slidenum">
              <a:rPr lang="es-ES" smtClean="0"/>
              <a:pPr/>
              <a:t>‹Nº›</a:t>
            </a:fld>
            <a:endParaRPr lang="es-ES"/>
          </a:p>
        </p:txBody>
      </p:sp>
      <p:pic>
        <p:nvPicPr>
          <p:cNvPr id="20" name="Imagen 19">
            <a:extLst>
              <a:ext uri="{FF2B5EF4-FFF2-40B4-BE49-F238E27FC236}">
                <a16:creationId xmlns:a16="http://schemas.microsoft.com/office/drawing/2014/main" id="{CB31407A-A594-4E2E-A1A5-E2F6691D8D55}"/>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684134" y="6175752"/>
            <a:ext cx="1477388" cy="669979"/>
          </a:xfrm>
          <a:prstGeom prst="rect">
            <a:avLst/>
          </a:prstGeom>
        </p:spPr>
      </p:pic>
    </p:spTree>
    <p:extLst>
      <p:ext uri="{BB962C8B-B14F-4D97-AF65-F5344CB8AC3E}">
        <p14:creationId xmlns:p14="http://schemas.microsoft.com/office/powerpoint/2010/main" val="3148307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ido y gráfico ">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s-ES" dirty="0"/>
              <a:t>Editar los estilos de texto del patrón</a:t>
            </a:r>
          </a:p>
        </p:txBody>
      </p:sp>
      <p:sp>
        <p:nvSpPr>
          <p:cNvPr id="9" name="Título 1">
            <a:extLst>
              <a:ext uri="{FF2B5EF4-FFF2-40B4-BE49-F238E27FC236}">
                <a16:creationId xmlns:a16="http://schemas.microsoft.com/office/drawing/2014/main" id="{3AABE934-895B-422A-B16D-773558A762E3}"/>
              </a:ext>
            </a:extLst>
          </p:cNvPr>
          <p:cNvSpPr>
            <a:spLocks noGrp="1"/>
          </p:cNvSpPr>
          <p:nvPr>
            <p:ph type="title" hasCustomPrompt="1"/>
          </p:nvPr>
        </p:nvSpPr>
        <p:spPr>
          <a:xfrm>
            <a:off x="722243" y="1087458"/>
            <a:ext cx="3911401" cy="1183132"/>
          </a:xfrm>
        </p:spPr>
        <p:txBody>
          <a:bodyPr anchor="t">
            <a:normAutofit/>
          </a:bodyPr>
          <a:lstStyle>
            <a:lvl1pPr>
              <a:defRPr sz="3600">
                <a:solidFill>
                  <a:schemeClr val="accent1"/>
                </a:solidFill>
              </a:defRPr>
            </a:lvl1pPr>
          </a:lstStyle>
          <a:p>
            <a:r>
              <a:rPr lang="es-ES" dirty="0"/>
              <a:t>Título del patrón</a:t>
            </a:r>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5" y="2517170"/>
            <a:ext cx="3911401" cy="3659794"/>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s-ES" dirty="0"/>
              <a:t>Editar los estilos de texto del patrón</a:t>
            </a:r>
          </a:p>
        </p:txBody>
      </p:sp>
      <p:sp>
        <p:nvSpPr>
          <p:cNvPr id="6" name="Marcador de gráfico 5">
            <a:extLst>
              <a:ext uri="{FF2B5EF4-FFF2-40B4-BE49-F238E27FC236}">
                <a16:creationId xmlns:a16="http://schemas.microsoft.com/office/drawing/2014/main" id="{2444BFBF-CC97-48FB-BE66-A28460A7384B}"/>
              </a:ext>
            </a:extLst>
          </p:cNvPr>
          <p:cNvSpPr>
            <a:spLocks noGrp="1"/>
          </p:cNvSpPr>
          <p:nvPr>
            <p:ph type="chart" sz="quarter" idx="17" hasCustomPrompt="1"/>
          </p:nvPr>
        </p:nvSpPr>
        <p:spPr>
          <a:xfrm>
            <a:off x="4797425" y="1087438"/>
            <a:ext cx="6683550" cy="5122862"/>
          </a:xfrm>
        </p:spPr>
        <p:txBody>
          <a:bodyPr>
            <a:normAutofit/>
          </a:bodyPr>
          <a:lstStyle>
            <a:lvl1pPr marL="0" indent="0" algn="ctr">
              <a:buNone/>
              <a:defRPr sz="1600"/>
            </a:lvl1pPr>
          </a:lstStyle>
          <a:p>
            <a:r>
              <a:rPr lang="es-MX" dirty="0"/>
              <a:t>Inserte </a:t>
            </a:r>
            <a:r>
              <a:rPr lang="es-MX" dirty="0" err="1"/>
              <a:t>aqu</a:t>
            </a:r>
            <a:r>
              <a:rPr lang="es-ES" dirty="0"/>
              <a:t>í su gráfico</a:t>
            </a:r>
          </a:p>
        </p:txBody>
      </p:sp>
      <p:sp>
        <p:nvSpPr>
          <p:cNvPr id="8" name="Rectángulo 7">
            <a:extLst>
              <a:ext uri="{FF2B5EF4-FFF2-40B4-BE49-F238E27FC236}">
                <a16:creationId xmlns:a16="http://schemas.microsoft.com/office/drawing/2014/main" id="{037CF5D8-B8B6-4106-9452-E8FCB4212321}"/>
              </a:ext>
            </a:extLst>
          </p:cNvPr>
          <p:cNvSpPr/>
          <p:nvPr userDrawn="1"/>
        </p:nvSpPr>
        <p:spPr>
          <a:xfrm>
            <a:off x="0" y="6564052"/>
            <a:ext cx="12192000" cy="2939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s-ES"/>
          </a:p>
        </p:txBody>
      </p:sp>
      <p:sp>
        <p:nvSpPr>
          <p:cNvPr id="12" name="Rectángulo 11">
            <a:extLst>
              <a:ext uri="{FF2B5EF4-FFF2-40B4-BE49-F238E27FC236}">
                <a16:creationId xmlns:a16="http://schemas.microsoft.com/office/drawing/2014/main" id="{21F9F3BE-6229-47F1-B663-DA843A6A24DF}"/>
              </a:ext>
            </a:extLst>
          </p:cNvPr>
          <p:cNvSpPr/>
          <p:nvPr userDrawn="1"/>
        </p:nvSpPr>
        <p:spPr>
          <a:xfrm>
            <a:off x="9605554" y="6228355"/>
            <a:ext cx="2586446" cy="3544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s-ES"/>
          </a:p>
        </p:txBody>
      </p:sp>
      <p:sp>
        <p:nvSpPr>
          <p:cNvPr id="20" name="Marcador de número de diapositiva 21">
            <a:extLst>
              <a:ext uri="{FF2B5EF4-FFF2-40B4-BE49-F238E27FC236}">
                <a16:creationId xmlns:a16="http://schemas.microsoft.com/office/drawing/2014/main" id="{EA8D68A0-CB9D-4A84-B9F6-D2863B8542E2}"/>
              </a:ext>
            </a:extLst>
          </p:cNvPr>
          <p:cNvSpPr>
            <a:spLocks noGrp="1"/>
          </p:cNvSpPr>
          <p:nvPr>
            <p:ph type="sldNum" sz="quarter" idx="18"/>
          </p:nvPr>
        </p:nvSpPr>
        <p:spPr>
          <a:xfrm>
            <a:off x="9605553" y="6241991"/>
            <a:ext cx="637904" cy="365125"/>
          </a:xfrm>
        </p:spPr>
        <p:txBody>
          <a:bodyPr/>
          <a:lstStyle>
            <a:lvl1pPr>
              <a:defRPr>
                <a:solidFill>
                  <a:schemeClr val="bg1">
                    <a:lumMod val="85000"/>
                  </a:schemeClr>
                </a:solidFill>
              </a:defRPr>
            </a:lvl1pPr>
          </a:lstStyle>
          <a:p>
            <a:fld id="{BC0D97B6-E32F-4D7D-B839-7C3B51F2640F}" type="slidenum">
              <a:rPr lang="es-ES" smtClean="0"/>
              <a:pPr/>
              <a:t>‹Nº›</a:t>
            </a:fld>
            <a:endParaRPr lang="es-ES"/>
          </a:p>
        </p:txBody>
      </p:sp>
      <p:pic>
        <p:nvPicPr>
          <p:cNvPr id="21" name="Imagen 20">
            <a:extLst>
              <a:ext uri="{FF2B5EF4-FFF2-40B4-BE49-F238E27FC236}">
                <a16:creationId xmlns:a16="http://schemas.microsoft.com/office/drawing/2014/main" id="{B3C40DBD-CD06-41EC-B11E-82458866C8B7}"/>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684134" y="6175752"/>
            <a:ext cx="1477388" cy="669979"/>
          </a:xfrm>
          <a:prstGeom prst="rect">
            <a:avLst/>
          </a:prstGeom>
        </p:spPr>
      </p:pic>
    </p:spTree>
    <p:extLst>
      <p:ext uri="{BB962C8B-B14F-4D97-AF65-F5344CB8AC3E}">
        <p14:creationId xmlns:p14="http://schemas.microsoft.com/office/powerpoint/2010/main" val="3428648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ido y gráfico 2">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s-ES" dirty="0"/>
              <a:t>Editar los estilos de texto del patrón</a:t>
            </a:r>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5" y="1191802"/>
            <a:ext cx="3911401" cy="4985162"/>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s-ES" dirty="0"/>
              <a:t>Editar los estilos de texto del patrón</a:t>
            </a:r>
          </a:p>
        </p:txBody>
      </p:sp>
      <p:sp>
        <p:nvSpPr>
          <p:cNvPr id="12" name="Marcador de tabla 4">
            <a:extLst>
              <a:ext uri="{FF2B5EF4-FFF2-40B4-BE49-F238E27FC236}">
                <a16:creationId xmlns:a16="http://schemas.microsoft.com/office/drawing/2014/main" id="{DF826A4E-1A0C-46D7-8327-402D7A34DE68}"/>
              </a:ext>
            </a:extLst>
          </p:cNvPr>
          <p:cNvSpPr>
            <a:spLocks noGrp="1"/>
          </p:cNvSpPr>
          <p:nvPr>
            <p:ph type="tbl" sz="quarter" idx="18" hasCustomPrompt="1"/>
          </p:nvPr>
        </p:nvSpPr>
        <p:spPr>
          <a:xfrm>
            <a:off x="4867835" y="1707776"/>
            <a:ext cx="6612965" cy="4502524"/>
          </a:xfrm>
        </p:spPr>
        <p:txBody>
          <a:bodyPr>
            <a:normAutofit/>
          </a:bodyPr>
          <a:lstStyle>
            <a:lvl1pPr marL="0" indent="0" algn="ctr">
              <a:buFontTx/>
              <a:buNone/>
              <a:defRPr lang="es-ES" sz="1200" kern="1200" smtClean="0">
                <a:solidFill>
                  <a:schemeClr val="tx2"/>
                </a:solidFill>
                <a:latin typeface="+mn-lt"/>
                <a:ea typeface="+mn-ea"/>
                <a:cs typeface="+mn-cs"/>
              </a:defRPr>
            </a:lvl1pPr>
          </a:lstStyle>
          <a:p>
            <a:r>
              <a:rPr lang="es-ES" dirty="0"/>
              <a:t>Inserte aquí su tabla</a:t>
            </a:r>
          </a:p>
        </p:txBody>
      </p:sp>
      <p:sp>
        <p:nvSpPr>
          <p:cNvPr id="14" name="Marcador de texto 16">
            <a:extLst>
              <a:ext uri="{FF2B5EF4-FFF2-40B4-BE49-F238E27FC236}">
                <a16:creationId xmlns:a16="http://schemas.microsoft.com/office/drawing/2014/main" id="{C96F8991-1F66-478E-8C12-FB0275A2F299}"/>
              </a:ext>
            </a:extLst>
          </p:cNvPr>
          <p:cNvSpPr>
            <a:spLocks noGrp="1"/>
          </p:cNvSpPr>
          <p:nvPr>
            <p:ph type="body" sz="quarter" idx="19"/>
          </p:nvPr>
        </p:nvSpPr>
        <p:spPr>
          <a:xfrm>
            <a:off x="4867835" y="1191802"/>
            <a:ext cx="6587576" cy="381504"/>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s-ES" dirty="0"/>
              <a:t>Editar los estilos de texto del patrón</a:t>
            </a:r>
          </a:p>
        </p:txBody>
      </p:sp>
      <p:sp>
        <p:nvSpPr>
          <p:cNvPr id="8" name="Rectángulo 7">
            <a:extLst>
              <a:ext uri="{FF2B5EF4-FFF2-40B4-BE49-F238E27FC236}">
                <a16:creationId xmlns:a16="http://schemas.microsoft.com/office/drawing/2014/main" id="{55B713A2-826A-4E82-B201-1ADD3FC8A417}"/>
              </a:ext>
            </a:extLst>
          </p:cNvPr>
          <p:cNvSpPr/>
          <p:nvPr userDrawn="1"/>
        </p:nvSpPr>
        <p:spPr>
          <a:xfrm>
            <a:off x="0" y="6564052"/>
            <a:ext cx="12192000" cy="2939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s-ES"/>
          </a:p>
        </p:txBody>
      </p:sp>
      <p:sp>
        <p:nvSpPr>
          <p:cNvPr id="9" name="Rectángulo 8">
            <a:extLst>
              <a:ext uri="{FF2B5EF4-FFF2-40B4-BE49-F238E27FC236}">
                <a16:creationId xmlns:a16="http://schemas.microsoft.com/office/drawing/2014/main" id="{C21976C2-844C-444B-9147-3D9F98D850A9}"/>
              </a:ext>
            </a:extLst>
          </p:cNvPr>
          <p:cNvSpPr/>
          <p:nvPr userDrawn="1"/>
        </p:nvSpPr>
        <p:spPr>
          <a:xfrm>
            <a:off x="9605554" y="6228355"/>
            <a:ext cx="2586446" cy="3544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s-ES"/>
          </a:p>
        </p:txBody>
      </p:sp>
      <p:sp>
        <p:nvSpPr>
          <p:cNvPr id="21" name="Marcador de número de diapositiva 21">
            <a:extLst>
              <a:ext uri="{FF2B5EF4-FFF2-40B4-BE49-F238E27FC236}">
                <a16:creationId xmlns:a16="http://schemas.microsoft.com/office/drawing/2014/main" id="{7A868CEC-DE3C-4772-97CA-6944E56C722F}"/>
              </a:ext>
            </a:extLst>
          </p:cNvPr>
          <p:cNvSpPr>
            <a:spLocks noGrp="1"/>
          </p:cNvSpPr>
          <p:nvPr>
            <p:ph type="sldNum" sz="quarter" idx="17"/>
          </p:nvPr>
        </p:nvSpPr>
        <p:spPr>
          <a:xfrm>
            <a:off x="9605553" y="6241991"/>
            <a:ext cx="637904" cy="365125"/>
          </a:xfrm>
        </p:spPr>
        <p:txBody>
          <a:bodyPr/>
          <a:lstStyle>
            <a:lvl1pPr>
              <a:defRPr>
                <a:solidFill>
                  <a:schemeClr val="bg1">
                    <a:lumMod val="85000"/>
                  </a:schemeClr>
                </a:solidFill>
              </a:defRPr>
            </a:lvl1pPr>
          </a:lstStyle>
          <a:p>
            <a:fld id="{BC0D97B6-E32F-4D7D-B839-7C3B51F2640F}" type="slidenum">
              <a:rPr lang="es-ES" smtClean="0"/>
              <a:pPr/>
              <a:t>‹Nº›</a:t>
            </a:fld>
            <a:endParaRPr lang="es-ES"/>
          </a:p>
        </p:txBody>
      </p:sp>
      <p:pic>
        <p:nvPicPr>
          <p:cNvPr id="22" name="Imagen 21">
            <a:extLst>
              <a:ext uri="{FF2B5EF4-FFF2-40B4-BE49-F238E27FC236}">
                <a16:creationId xmlns:a16="http://schemas.microsoft.com/office/drawing/2014/main" id="{375ED1BF-2FC1-4633-8A14-13686942A4DE}"/>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684134" y="6175752"/>
            <a:ext cx="1477388" cy="669979"/>
          </a:xfrm>
          <a:prstGeom prst="rect">
            <a:avLst/>
          </a:prstGeom>
        </p:spPr>
      </p:pic>
    </p:spTree>
    <p:extLst>
      <p:ext uri="{BB962C8B-B14F-4D97-AF65-F5344CB8AC3E}">
        <p14:creationId xmlns:p14="http://schemas.microsoft.com/office/powerpoint/2010/main" val="2947261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ido y gráfico 3 ">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s-ES" dirty="0"/>
              <a:t>Editar los estilos de texto del patrón</a:t>
            </a:r>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5" y="1191802"/>
            <a:ext cx="3911401" cy="657546"/>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s-ES" dirty="0"/>
              <a:t>Editar los estilos de texto del patrón</a:t>
            </a:r>
          </a:p>
        </p:txBody>
      </p:sp>
      <p:sp>
        <p:nvSpPr>
          <p:cNvPr id="9" name="Marcador de texto 16">
            <a:extLst>
              <a:ext uri="{FF2B5EF4-FFF2-40B4-BE49-F238E27FC236}">
                <a16:creationId xmlns:a16="http://schemas.microsoft.com/office/drawing/2014/main" id="{714DD14E-5956-4FB9-8BE1-1064DD293193}"/>
              </a:ext>
            </a:extLst>
          </p:cNvPr>
          <p:cNvSpPr>
            <a:spLocks noGrp="1"/>
          </p:cNvSpPr>
          <p:nvPr>
            <p:ph type="body" sz="quarter" idx="19"/>
          </p:nvPr>
        </p:nvSpPr>
        <p:spPr>
          <a:xfrm>
            <a:off x="5024062" y="1191802"/>
            <a:ext cx="6456737" cy="657546"/>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s-ES" dirty="0"/>
              <a:t>Editar los estilos de texto del patrón</a:t>
            </a:r>
          </a:p>
        </p:txBody>
      </p:sp>
      <p:sp>
        <p:nvSpPr>
          <p:cNvPr id="16" name="Marcador de gráfico 4">
            <a:extLst>
              <a:ext uri="{FF2B5EF4-FFF2-40B4-BE49-F238E27FC236}">
                <a16:creationId xmlns:a16="http://schemas.microsoft.com/office/drawing/2014/main" id="{9BA63F5F-FC37-4202-A6A3-A0F3EFAC9EB6}"/>
              </a:ext>
            </a:extLst>
          </p:cNvPr>
          <p:cNvSpPr>
            <a:spLocks noGrp="1"/>
          </p:cNvSpPr>
          <p:nvPr>
            <p:ph type="chart" sz="quarter" idx="20" hasCustomPrompt="1"/>
          </p:nvPr>
        </p:nvSpPr>
        <p:spPr>
          <a:xfrm>
            <a:off x="711200" y="1993900"/>
            <a:ext cx="3911600" cy="3605788"/>
          </a:xfrm>
        </p:spPr>
        <p:txBody>
          <a:bodyPr>
            <a:normAutofit/>
          </a:bodyPr>
          <a:lstStyle>
            <a:lvl1pPr marL="0" indent="0" algn="ctr">
              <a:buFontTx/>
              <a:buNone/>
              <a:defRPr sz="1400">
                <a:solidFill>
                  <a:schemeClr val="tx2"/>
                </a:solidFill>
              </a:defRPr>
            </a:lvl1pPr>
          </a:lstStyle>
          <a:p>
            <a:r>
              <a:rPr lang="es-ES" dirty="0"/>
              <a:t>Inserte aquí su gráfico</a:t>
            </a:r>
          </a:p>
        </p:txBody>
      </p:sp>
      <p:sp>
        <p:nvSpPr>
          <p:cNvPr id="17" name="Marcador de gráfico 4">
            <a:extLst>
              <a:ext uri="{FF2B5EF4-FFF2-40B4-BE49-F238E27FC236}">
                <a16:creationId xmlns:a16="http://schemas.microsoft.com/office/drawing/2014/main" id="{0CABFB2C-905F-4A94-BBC0-7C32FA7695A4}"/>
              </a:ext>
            </a:extLst>
          </p:cNvPr>
          <p:cNvSpPr>
            <a:spLocks noGrp="1"/>
          </p:cNvSpPr>
          <p:nvPr>
            <p:ph type="chart" sz="quarter" idx="21" hasCustomPrompt="1"/>
          </p:nvPr>
        </p:nvSpPr>
        <p:spPr>
          <a:xfrm>
            <a:off x="5024063" y="1993900"/>
            <a:ext cx="6472718" cy="3605788"/>
          </a:xfrm>
        </p:spPr>
        <p:txBody>
          <a:bodyPr>
            <a:normAutofit/>
          </a:bodyPr>
          <a:lstStyle>
            <a:lvl1pPr marL="0" indent="0" algn="ctr">
              <a:buFontTx/>
              <a:buNone/>
              <a:defRPr sz="1400">
                <a:solidFill>
                  <a:schemeClr val="tx2"/>
                </a:solidFill>
              </a:defRPr>
            </a:lvl1pPr>
          </a:lstStyle>
          <a:p>
            <a:r>
              <a:rPr lang="es-ES" dirty="0"/>
              <a:t>Inserte aquí su gráfico</a:t>
            </a:r>
          </a:p>
        </p:txBody>
      </p:sp>
      <p:sp>
        <p:nvSpPr>
          <p:cNvPr id="18" name="Forma libre: forma 17">
            <a:extLst>
              <a:ext uri="{FF2B5EF4-FFF2-40B4-BE49-F238E27FC236}">
                <a16:creationId xmlns:a16="http://schemas.microsoft.com/office/drawing/2014/main" id="{AEAA6F10-C407-4622-AF96-B2605139D86B}"/>
              </a:ext>
            </a:extLst>
          </p:cNvPr>
          <p:cNvSpPr/>
          <p:nvPr userDrawn="1"/>
        </p:nvSpPr>
        <p:spPr>
          <a:xfrm>
            <a:off x="4742395" y="3685061"/>
            <a:ext cx="187151" cy="207057"/>
          </a:xfrm>
          <a:custGeom>
            <a:avLst/>
            <a:gdLst/>
            <a:ahLst/>
            <a:cxnLst/>
            <a:rect l="l" t="t" r="r" b="b"/>
            <a:pathLst>
              <a:path w="187151" h="207057">
                <a:moveTo>
                  <a:pt x="0" y="0"/>
                </a:moveTo>
                <a:lnTo>
                  <a:pt x="187151" y="80925"/>
                </a:lnTo>
                <a:lnTo>
                  <a:pt x="187151" y="125574"/>
                </a:lnTo>
                <a:lnTo>
                  <a:pt x="0" y="207057"/>
                </a:lnTo>
                <a:lnTo>
                  <a:pt x="0" y="154409"/>
                </a:lnTo>
                <a:lnTo>
                  <a:pt x="130596" y="103064"/>
                </a:lnTo>
                <a:lnTo>
                  <a:pt x="0" y="5227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Rectángulo 11">
            <a:extLst>
              <a:ext uri="{FF2B5EF4-FFF2-40B4-BE49-F238E27FC236}">
                <a16:creationId xmlns:a16="http://schemas.microsoft.com/office/drawing/2014/main" id="{B329C37B-1C06-4E3B-841B-7D3046A50273}"/>
              </a:ext>
            </a:extLst>
          </p:cNvPr>
          <p:cNvSpPr/>
          <p:nvPr userDrawn="1"/>
        </p:nvSpPr>
        <p:spPr>
          <a:xfrm>
            <a:off x="0" y="6564052"/>
            <a:ext cx="12192000" cy="2939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s-ES"/>
          </a:p>
        </p:txBody>
      </p:sp>
      <p:sp>
        <p:nvSpPr>
          <p:cNvPr id="14" name="Rectángulo 13">
            <a:extLst>
              <a:ext uri="{FF2B5EF4-FFF2-40B4-BE49-F238E27FC236}">
                <a16:creationId xmlns:a16="http://schemas.microsoft.com/office/drawing/2014/main" id="{CBD1B6AC-2664-4B1A-997A-D167A7D0ACE3}"/>
              </a:ext>
            </a:extLst>
          </p:cNvPr>
          <p:cNvSpPr/>
          <p:nvPr userDrawn="1"/>
        </p:nvSpPr>
        <p:spPr>
          <a:xfrm>
            <a:off x="9605554" y="6228355"/>
            <a:ext cx="2586446" cy="3544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s-ES"/>
          </a:p>
        </p:txBody>
      </p:sp>
      <p:sp>
        <p:nvSpPr>
          <p:cNvPr id="24" name="Marcador de número de diapositiva 21">
            <a:extLst>
              <a:ext uri="{FF2B5EF4-FFF2-40B4-BE49-F238E27FC236}">
                <a16:creationId xmlns:a16="http://schemas.microsoft.com/office/drawing/2014/main" id="{20268DA5-71D0-4005-9A0F-7C2D16E7C07F}"/>
              </a:ext>
            </a:extLst>
          </p:cNvPr>
          <p:cNvSpPr>
            <a:spLocks noGrp="1"/>
          </p:cNvSpPr>
          <p:nvPr>
            <p:ph type="sldNum" sz="quarter" idx="17"/>
          </p:nvPr>
        </p:nvSpPr>
        <p:spPr>
          <a:xfrm>
            <a:off x="9605553" y="6241991"/>
            <a:ext cx="637904" cy="365125"/>
          </a:xfrm>
        </p:spPr>
        <p:txBody>
          <a:bodyPr/>
          <a:lstStyle>
            <a:lvl1pPr>
              <a:defRPr>
                <a:solidFill>
                  <a:schemeClr val="bg1">
                    <a:lumMod val="85000"/>
                  </a:schemeClr>
                </a:solidFill>
              </a:defRPr>
            </a:lvl1pPr>
          </a:lstStyle>
          <a:p>
            <a:fld id="{BC0D97B6-E32F-4D7D-B839-7C3B51F2640F}" type="slidenum">
              <a:rPr lang="es-ES" smtClean="0"/>
              <a:pPr/>
              <a:t>‹Nº›</a:t>
            </a:fld>
            <a:endParaRPr lang="es-ES"/>
          </a:p>
        </p:txBody>
      </p:sp>
      <p:pic>
        <p:nvPicPr>
          <p:cNvPr id="25" name="Imagen 24">
            <a:extLst>
              <a:ext uri="{FF2B5EF4-FFF2-40B4-BE49-F238E27FC236}">
                <a16:creationId xmlns:a16="http://schemas.microsoft.com/office/drawing/2014/main" id="{3DF21A10-8B0D-463D-ACD9-B875B27FA4A5}"/>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684134" y="6175752"/>
            <a:ext cx="1477388" cy="669979"/>
          </a:xfrm>
          <a:prstGeom prst="rect">
            <a:avLst/>
          </a:prstGeom>
        </p:spPr>
      </p:pic>
    </p:spTree>
    <p:extLst>
      <p:ext uri="{BB962C8B-B14F-4D97-AF65-F5344CB8AC3E}">
        <p14:creationId xmlns:p14="http://schemas.microsoft.com/office/powerpoint/2010/main" val="3805660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ierre y contacto">
    <p:spTree>
      <p:nvGrpSpPr>
        <p:cNvPr id="1" name=""/>
        <p:cNvGrpSpPr/>
        <p:nvPr/>
      </p:nvGrpSpPr>
      <p:grpSpPr>
        <a:xfrm>
          <a:off x="0" y="0"/>
          <a:ext cx="0" cy="0"/>
          <a:chOff x="0" y="0"/>
          <a:chExt cx="0" cy="0"/>
        </a:xfrm>
      </p:grpSpPr>
      <p:sp>
        <p:nvSpPr>
          <p:cNvPr id="23" name="CuadroTexto 22">
            <a:extLst>
              <a:ext uri="{FF2B5EF4-FFF2-40B4-BE49-F238E27FC236}">
                <a16:creationId xmlns:a16="http://schemas.microsoft.com/office/drawing/2014/main" id="{B163354C-97AE-4FC8-BF01-B7FCA9B2C7C0}"/>
              </a:ext>
            </a:extLst>
          </p:cNvPr>
          <p:cNvSpPr txBox="1"/>
          <p:nvPr userDrawn="1"/>
        </p:nvSpPr>
        <p:spPr>
          <a:xfrm>
            <a:off x="719288" y="1945649"/>
            <a:ext cx="3365478" cy="1169551"/>
          </a:xfrm>
          <a:prstGeom prst="rect">
            <a:avLst/>
          </a:prstGeom>
          <a:noFill/>
        </p:spPr>
        <p:txBody>
          <a:bodyPr wrap="square" rtlCol="0">
            <a:spAutoFit/>
          </a:bodyPr>
          <a:lstStyle/>
          <a:p>
            <a:r>
              <a:rPr lang="es-ES" sz="1400" dirty="0">
                <a:solidFill>
                  <a:schemeClr val="tx2"/>
                </a:solidFill>
              </a:rPr>
              <a:t>Nuestro propósito es ayudar a personas y empresas a prosperar.</a:t>
            </a:r>
          </a:p>
          <a:p>
            <a:endParaRPr lang="es-ES" sz="1400" dirty="0">
              <a:solidFill>
                <a:schemeClr val="tx2"/>
              </a:solidFill>
            </a:endParaRPr>
          </a:p>
          <a:p>
            <a:r>
              <a:rPr lang="es-ES" sz="1400" dirty="0">
                <a:solidFill>
                  <a:schemeClr val="tx2"/>
                </a:solidFill>
              </a:rPr>
              <a:t>Nuestra cultura se basa en la creencia de que todo lo que hacemos debe ser</a:t>
            </a:r>
          </a:p>
        </p:txBody>
      </p:sp>
      <p:pic>
        <p:nvPicPr>
          <p:cNvPr id="25" name="Gráfico 24">
            <a:extLst>
              <a:ext uri="{FF2B5EF4-FFF2-40B4-BE49-F238E27FC236}">
                <a16:creationId xmlns:a16="http://schemas.microsoft.com/office/drawing/2014/main" id="{B0E05CB1-1BF0-48C0-9240-26433BD0868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19150" y="3461863"/>
            <a:ext cx="2790825" cy="202298"/>
          </a:xfrm>
          <a:prstGeom prst="rect">
            <a:avLst/>
          </a:prstGeom>
        </p:spPr>
      </p:pic>
      <p:sp>
        <p:nvSpPr>
          <p:cNvPr id="28" name="CuadroTexto 27">
            <a:extLst>
              <a:ext uri="{FF2B5EF4-FFF2-40B4-BE49-F238E27FC236}">
                <a16:creationId xmlns:a16="http://schemas.microsoft.com/office/drawing/2014/main" id="{68E35268-345F-47C7-ADB2-CE92421E8EED}"/>
              </a:ext>
            </a:extLst>
          </p:cNvPr>
          <p:cNvSpPr txBox="1"/>
          <p:nvPr userDrawn="1"/>
        </p:nvSpPr>
        <p:spPr>
          <a:xfrm>
            <a:off x="721506" y="628193"/>
            <a:ext cx="3365478" cy="707886"/>
          </a:xfrm>
          <a:prstGeom prst="rect">
            <a:avLst/>
          </a:prstGeom>
          <a:noFill/>
        </p:spPr>
        <p:txBody>
          <a:bodyPr wrap="square" rtlCol="0">
            <a:spAutoFit/>
          </a:bodyPr>
          <a:lstStyle/>
          <a:p>
            <a:r>
              <a:rPr lang="es-ES" sz="4000" dirty="0">
                <a:solidFill>
                  <a:schemeClr val="accent1"/>
                </a:solidFill>
              </a:rPr>
              <a:t>Gracias.</a:t>
            </a:r>
          </a:p>
        </p:txBody>
      </p:sp>
      <p:sp>
        <p:nvSpPr>
          <p:cNvPr id="26" name="Forma libre: forma 25">
            <a:extLst>
              <a:ext uri="{FF2B5EF4-FFF2-40B4-BE49-F238E27FC236}">
                <a16:creationId xmlns:a16="http://schemas.microsoft.com/office/drawing/2014/main" id="{0BB74D91-4BBB-4BA5-8174-C7E35E5961C9}"/>
              </a:ext>
            </a:extLst>
          </p:cNvPr>
          <p:cNvSpPr/>
          <p:nvPr userDrawn="1"/>
        </p:nvSpPr>
        <p:spPr>
          <a:xfrm>
            <a:off x="0" y="5229922"/>
            <a:ext cx="12192000" cy="1628078"/>
          </a:xfrm>
          <a:custGeom>
            <a:avLst/>
            <a:gdLst>
              <a:gd name="connsiteX0" fmla="*/ 8943278 w 12192000"/>
              <a:gd name="connsiteY0" fmla="*/ 0 h 1628078"/>
              <a:gd name="connsiteX1" fmla="*/ 12192000 w 12192000"/>
              <a:gd name="connsiteY1" fmla="*/ 0 h 1628078"/>
              <a:gd name="connsiteX2" fmla="*/ 12192000 w 12192000"/>
              <a:gd name="connsiteY2" fmla="*/ 1628078 h 1628078"/>
              <a:gd name="connsiteX3" fmla="*/ 0 w 12192000"/>
              <a:gd name="connsiteY3" fmla="*/ 1628078 h 1628078"/>
              <a:gd name="connsiteX4" fmla="*/ 0 w 12192000"/>
              <a:gd name="connsiteY4" fmla="*/ 1226634 h 1628078"/>
              <a:gd name="connsiteX5" fmla="*/ 8943278 w 12192000"/>
              <a:gd name="connsiteY5" fmla="*/ 1226634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1628078">
                <a:moveTo>
                  <a:pt x="8943278" y="0"/>
                </a:moveTo>
                <a:lnTo>
                  <a:pt x="12192000" y="0"/>
                </a:lnTo>
                <a:lnTo>
                  <a:pt x="12192000" y="1628078"/>
                </a:lnTo>
                <a:lnTo>
                  <a:pt x="0" y="1628078"/>
                </a:lnTo>
                <a:lnTo>
                  <a:pt x="0" y="1226634"/>
                </a:lnTo>
                <a:lnTo>
                  <a:pt x="8943278" y="1226634"/>
                </a:lnTo>
                <a:close/>
              </a:path>
            </a:pathLst>
          </a:cu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7" name="Gráfico 26">
            <a:extLst>
              <a:ext uri="{FF2B5EF4-FFF2-40B4-BE49-F238E27FC236}">
                <a16:creationId xmlns:a16="http://schemas.microsoft.com/office/drawing/2014/main" id="{453C94BF-7264-43A7-A285-3A79527C0FB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21978" y="5727401"/>
            <a:ext cx="1896592" cy="332588"/>
          </a:xfrm>
          <a:prstGeom prst="rect">
            <a:avLst/>
          </a:prstGeom>
        </p:spPr>
      </p:pic>
      <p:pic>
        <p:nvPicPr>
          <p:cNvPr id="29" name="Picture 2" descr="Resultado de imagen de DJSI Member Log">
            <a:extLst>
              <a:ext uri="{FF2B5EF4-FFF2-40B4-BE49-F238E27FC236}">
                <a16:creationId xmlns:a16="http://schemas.microsoft.com/office/drawing/2014/main" id="{68EE0471-3230-4495-9C15-4D531B9107E8}"/>
              </a:ext>
            </a:extLst>
          </p:cNvPr>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5796918" y="5573143"/>
            <a:ext cx="1347482" cy="455449"/>
          </a:xfrm>
          <a:prstGeom prst="rect">
            <a:avLst/>
          </a:prstGeom>
          <a:noFill/>
          <a:extLst>
            <a:ext uri="{909E8E84-426E-40DD-AFC4-6F175D3DCCD1}">
              <a14:hiddenFill xmlns:a14="http://schemas.microsoft.com/office/drawing/2010/main">
                <a:solidFill>
                  <a:srgbClr val="FFFFFF"/>
                </a:solidFill>
              </a14:hiddenFill>
            </a:ext>
          </a:extLst>
        </p:spPr>
      </p:pic>
      <p:grpSp>
        <p:nvGrpSpPr>
          <p:cNvPr id="30" name="Grupo 29">
            <a:extLst>
              <a:ext uri="{FF2B5EF4-FFF2-40B4-BE49-F238E27FC236}">
                <a16:creationId xmlns:a16="http://schemas.microsoft.com/office/drawing/2014/main" id="{D62E46C0-9602-463B-AC58-4C1569F300B6}"/>
              </a:ext>
            </a:extLst>
          </p:cNvPr>
          <p:cNvGrpSpPr/>
          <p:nvPr userDrawn="1"/>
        </p:nvGrpSpPr>
        <p:grpSpPr>
          <a:xfrm>
            <a:off x="7612559" y="5573576"/>
            <a:ext cx="578707" cy="455017"/>
            <a:chOff x="2203451" y="-4230356"/>
            <a:chExt cx="6896100" cy="5422158"/>
          </a:xfrm>
        </p:grpSpPr>
        <p:pic>
          <p:nvPicPr>
            <p:cNvPr id="32" name="Imagen 31" descr="Imagen relacionada">
              <a:extLst>
                <a:ext uri="{FF2B5EF4-FFF2-40B4-BE49-F238E27FC236}">
                  <a16:creationId xmlns:a16="http://schemas.microsoft.com/office/drawing/2014/main" id="{DA0EEF74-467A-4782-B609-7489F80D3EB5}"/>
                </a:ext>
              </a:extLst>
            </p:cNvPr>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l="22544" t="3352" r="22378" b="28229"/>
            <a:stretch>
              <a:fillRect/>
            </a:stretch>
          </p:blipFill>
          <p:spPr bwMode="auto">
            <a:xfrm>
              <a:off x="3758085" y="-4230356"/>
              <a:ext cx="3798276" cy="3838472"/>
            </a:xfrm>
            <a:custGeom>
              <a:avLst/>
              <a:gdLst>
                <a:gd name="connsiteX0" fmla="*/ 1899138 w 3798276"/>
                <a:gd name="connsiteY0" fmla="*/ 0 h 3838472"/>
                <a:gd name="connsiteX1" fmla="*/ 3798276 w 3798276"/>
                <a:gd name="connsiteY1" fmla="*/ 1919236 h 3838472"/>
                <a:gd name="connsiteX2" fmla="*/ 1899138 w 3798276"/>
                <a:gd name="connsiteY2" fmla="*/ 3838472 h 3838472"/>
                <a:gd name="connsiteX3" fmla="*/ 0 w 3798276"/>
                <a:gd name="connsiteY3" fmla="*/ 1919236 h 3838472"/>
                <a:gd name="connsiteX4" fmla="*/ 1899138 w 3798276"/>
                <a:gd name="connsiteY4" fmla="*/ 0 h 3838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8276" h="3838472">
                  <a:moveTo>
                    <a:pt x="1899138" y="0"/>
                  </a:moveTo>
                  <a:cubicBezTo>
                    <a:pt x="2948003" y="0"/>
                    <a:pt x="3798276" y="859271"/>
                    <a:pt x="3798276" y="1919236"/>
                  </a:cubicBezTo>
                  <a:cubicBezTo>
                    <a:pt x="3798276" y="2979201"/>
                    <a:pt x="2948003" y="3838472"/>
                    <a:pt x="1899138" y="3838472"/>
                  </a:cubicBezTo>
                  <a:cubicBezTo>
                    <a:pt x="850273" y="3838472"/>
                    <a:pt x="0" y="2979201"/>
                    <a:pt x="0" y="1919236"/>
                  </a:cubicBezTo>
                  <a:cubicBezTo>
                    <a:pt x="0" y="859271"/>
                    <a:pt x="850273" y="0"/>
                    <a:pt x="1899138" y="0"/>
                  </a:cubicBezTo>
                  <a:close/>
                </a:path>
              </a:pathLst>
            </a:custGeom>
            <a:noFill/>
            <a:extLst>
              <a:ext uri="{909E8E84-426E-40DD-AFC4-6F175D3DCCD1}">
                <a14:hiddenFill xmlns:a14="http://schemas.microsoft.com/office/drawing/2010/main">
                  <a:solidFill>
                    <a:srgbClr val="FFFFFF"/>
                  </a:solidFill>
                </a14:hiddenFill>
              </a:ext>
            </a:extLst>
          </p:spPr>
        </p:pic>
        <p:pic>
          <p:nvPicPr>
            <p:cNvPr id="33" name="Imagen 32" descr="Imagen relacionada">
              <a:extLst>
                <a:ext uri="{FF2B5EF4-FFF2-40B4-BE49-F238E27FC236}">
                  <a16:creationId xmlns:a16="http://schemas.microsoft.com/office/drawing/2014/main" id="{0B868B31-2647-4055-889B-D4DBD9C79F04}"/>
                </a:ext>
              </a:extLst>
            </p:cNvPr>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t="78757"/>
            <a:stretch>
              <a:fillRect/>
            </a:stretch>
          </p:blipFill>
          <p:spPr bwMode="auto">
            <a:xfrm>
              <a:off x="2203451" y="0"/>
              <a:ext cx="6896100" cy="1191802"/>
            </a:xfrm>
            <a:custGeom>
              <a:avLst/>
              <a:gdLst>
                <a:gd name="connsiteX0" fmla="*/ 0 w 6896100"/>
                <a:gd name="connsiteY0" fmla="*/ 0 h 1191802"/>
                <a:gd name="connsiteX1" fmla="*/ 6896100 w 6896100"/>
                <a:gd name="connsiteY1" fmla="*/ 0 h 1191802"/>
                <a:gd name="connsiteX2" fmla="*/ 6896100 w 6896100"/>
                <a:gd name="connsiteY2" fmla="*/ 1191802 h 1191802"/>
                <a:gd name="connsiteX3" fmla="*/ 0 w 6896100"/>
                <a:gd name="connsiteY3" fmla="*/ 1191802 h 1191802"/>
              </a:gdLst>
              <a:ahLst/>
              <a:cxnLst>
                <a:cxn ang="0">
                  <a:pos x="connsiteX0" y="connsiteY0"/>
                </a:cxn>
                <a:cxn ang="0">
                  <a:pos x="connsiteX1" y="connsiteY1"/>
                </a:cxn>
                <a:cxn ang="0">
                  <a:pos x="connsiteX2" y="connsiteY2"/>
                </a:cxn>
                <a:cxn ang="0">
                  <a:pos x="connsiteX3" y="connsiteY3"/>
                </a:cxn>
              </a:cxnLst>
              <a:rect l="l" t="t" r="r" b="b"/>
              <a:pathLst>
                <a:path w="6896100" h="1191802">
                  <a:moveTo>
                    <a:pt x="0" y="0"/>
                  </a:moveTo>
                  <a:lnTo>
                    <a:pt x="6896100" y="0"/>
                  </a:lnTo>
                  <a:lnTo>
                    <a:pt x="6896100" y="1191802"/>
                  </a:lnTo>
                  <a:lnTo>
                    <a:pt x="0" y="1191802"/>
                  </a:lnTo>
                  <a:close/>
                </a:path>
              </a:pathLst>
            </a:custGeom>
            <a:noFill/>
            <a:extLst>
              <a:ext uri="{909E8E84-426E-40DD-AFC4-6F175D3DCCD1}">
                <a14:hiddenFill xmlns:a14="http://schemas.microsoft.com/office/drawing/2010/main">
                  <a:solidFill>
                    <a:srgbClr val="FFFFFF"/>
                  </a:solidFill>
                </a14:hiddenFill>
              </a:ext>
            </a:extLst>
          </p:spPr>
        </p:pic>
      </p:grpSp>
      <p:sp>
        <p:nvSpPr>
          <p:cNvPr id="34" name="Forma libre: forma 33">
            <a:extLst>
              <a:ext uri="{FF2B5EF4-FFF2-40B4-BE49-F238E27FC236}">
                <a16:creationId xmlns:a16="http://schemas.microsoft.com/office/drawing/2014/main" id="{74E24BE0-5011-4D14-A921-84A0D68DF3C0}"/>
              </a:ext>
            </a:extLst>
          </p:cNvPr>
          <p:cNvSpPr/>
          <p:nvPr userDrawn="1"/>
        </p:nvSpPr>
        <p:spPr>
          <a:xfrm>
            <a:off x="0" y="5229922"/>
            <a:ext cx="12196689"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p>
        </p:txBody>
      </p:sp>
      <p:sp>
        <p:nvSpPr>
          <p:cNvPr id="35" name="Marcador de número de diapositiva 20">
            <a:extLst>
              <a:ext uri="{FF2B5EF4-FFF2-40B4-BE49-F238E27FC236}">
                <a16:creationId xmlns:a16="http://schemas.microsoft.com/office/drawing/2014/main" id="{C89DCEB1-7503-4C8F-BD92-9D17F45BAD8F}"/>
              </a:ext>
            </a:extLst>
          </p:cNvPr>
          <p:cNvSpPr>
            <a:spLocks noGrp="1"/>
          </p:cNvSpPr>
          <p:nvPr>
            <p:ph type="sldNum" sz="quarter" idx="17"/>
          </p:nvPr>
        </p:nvSpPr>
        <p:spPr>
          <a:xfrm>
            <a:off x="7500257" y="6241991"/>
            <a:ext cx="2743200" cy="365125"/>
          </a:xfrm>
        </p:spPr>
        <p:txBody>
          <a:bodyPr/>
          <a:lstStyle/>
          <a:p>
            <a:fld id="{BC0D97B6-E32F-4D7D-B839-7C3B51F2640F}" type="slidenum">
              <a:rPr lang="es-ES" smtClean="0"/>
              <a:t>‹Nº›</a:t>
            </a:fld>
            <a:endParaRPr lang="es-ES"/>
          </a:p>
        </p:txBody>
      </p:sp>
      <p:pic>
        <p:nvPicPr>
          <p:cNvPr id="36" name="Imagen 35">
            <a:extLst>
              <a:ext uri="{FF2B5EF4-FFF2-40B4-BE49-F238E27FC236}">
                <a16:creationId xmlns:a16="http://schemas.microsoft.com/office/drawing/2014/main" id="{13FF58FC-DBDC-45DD-8B2A-9B8F03329BBF}"/>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9370936" y="5460275"/>
            <a:ext cx="2437890" cy="1105555"/>
          </a:xfrm>
          <a:prstGeom prst="rect">
            <a:avLst/>
          </a:prstGeom>
        </p:spPr>
      </p:pic>
    </p:spTree>
    <p:extLst>
      <p:ext uri="{BB962C8B-B14F-4D97-AF65-F5344CB8AC3E}">
        <p14:creationId xmlns:p14="http://schemas.microsoft.com/office/powerpoint/2010/main" val="2817619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Índice">
    <p:spTree>
      <p:nvGrpSpPr>
        <p:cNvPr id="1" name=""/>
        <p:cNvGrpSpPr/>
        <p:nvPr/>
      </p:nvGrpSpPr>
      <p:grpSpPr>
        <a:xfrm>
          <a:off x="0" y="0"/>
          <a:ext cx="0" cy="0"/>
          <a:chOff x="0" y="0"/>
          <a:chExt cx="0" cy="0"/>
        </a:xfrm>
      </p:grpSpPr>
      <p:pic>
        <p:nvPicPr>
          <p:cNvPr id="9" name="Gráfico 8">
            <a:extLst>
              <a:ext uri="{FF2B5EF4-FFF2-40B4-BE49-F238E27FC236}">
                <a16:creationId xmlns:a16="http://schemas.microsoft.com/office/drawing/2014/main" id="{AC1B0227-D6EB-4F05-832D-EB54916F79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2642" y="6262326"/>
            <a:ext cx="1172108" cy="205543"/>
          </a:xfrm>
          <a:prstGeom prst="rect">
            <a:avLst/>
          </a:prstGeom>
        </p:spPr>
      </p:pic>
      <p:pic>
        <p:nvPicPr>
          <p:cNvPr id="5" name="Imagen 4">
            <a:extLst>
              <a:ext uri="{FF2B5EF4-FFF2-40B4-BE49-F238E27FC236}">
                <a16:creationId xmlns:a16="http://schemas.microsoft.com/office/drawing/2014/main" id="{BED12A1D-2539-46EE-A31E-B7035AE1F30E}"/>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732425" y="6204642"/>
            <a:ext cx="1442162" cy="653358"/>
          </a:xfrm>
          <a:prstGeom prst="rect">
            <a:avLst/>
          </a:prstGeom>
        </p:spPr>
      </p:pic>
    </p:spTree>
    <p:extLst>
      <p:ext uri="{BB962C8B-B14F-4D97-AF65-F5344CB8AC3E}">
        <p14:creationId xmlns:p14="http://schemas.microsoft.com/office/powerpoint/2010/main" val="3206557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Null_2">
    <p:spTree>
      <p:nvGrpSpPr>
        <p:cNvPr id="1" name=""/>
        <p:cNvGrpSpPr/>
        <p:nvPr/>
      </p:nvGrpSpPr>
      <p:grpSpPr>
        <a:xfrm>
          <a:off x="0" y="0"/>
          <a:ext cx="0" cy="0"/>
          <a:chOff x="0" y="0"/>
          <a:chExt cx="0" cy="0"/>
        </a:xfrm>
      </p:grpSpPr>
      <p:sp>
        <p:nvSpPr>
          <p:cNvPr id="2" name="Marcador de texto 3"/>
          <p:cNvSpPr>
            <a:spLocks noGrp="1"/>
          </p:cNvSpPr>
          <p:nvPr>
            <p:ph type="body" sz="quarter" idx="12" hasCustomPrompt="1"/>
          </p:nvPr>
        </p:nvSpPr>
        <p:spPr>
          <a:xfrm>
            <a:off x="653142" y="328774"/>
            <a:ext cx="10833365" cy="318498"/>
          </a:xfrm>
          <a:prstGeom prst="rect">
            <a:avLst/>
          </a:prstGeom>
        </p:spPr>
        <p:txBody>
          <a:bodyPr>
            <a:normAutofit/>
          </a:bodyPr>
          <a:lstStyle>
            <a:lvl1pPr marL="0" indent="0">
              <a:buFontTx/>
              <a:buNone/>
              <a:defRPr sz="1300" b="1" baseline="0">
                <a:solidFill>
                  <a:srgbClr val="EB0000"/>
                </a:solidFill>
                <a:latin typeface="Arial cuerpo"/>
                <a:ea typeface="Segoe UI" panose="020B0502040204020203" pitchFamily="34" charset="0"/>
                <a:cs typeface="Segoe UI" panose="020B0502040204020203" pitchFamily="34" charset="0"/>
              </a:defRPr>
            </a:lvl1pPr>
            <a:lvl2pPr marL="457200" indent="0">
              <a:buFontTx/>
              <a:buNone/>
              <a:defRPr sz="3200">
                <a:solidFill>
                  <a:srgbClr val="FF0000"/>
                </a:solidFill>
              </a:defRPr>
            </a:lvl2pPr>
            <a:lvl3pPr marL="914400" indent="0">
              <a:buFontTx/>
              <a:buNone/>
              <a:defRPr sz="3200">
                <a:solidFill>
                  <a:srgbClr val="FF0000"/>
                </a:solidFill>
              </a:defRPr>
            </a:lvl3pPr>
            <a:lvl4pPr marL="1371600" indent="0">
              <a:buFontTx/>
              <a:buNone/>
              <a:defRPr sz="3200">
                <a:solidFill>
                  <a:srgbClr val="FF0000"/>
                </a:solidFill>
              </a:defRPr>
            </a:lvl4pPr>
            <a:lvl5pPr marL="1828800" indent="0">
              <a:buFontTx/>
              <a:buNone/>
              <a:defRPr sz="3200">
                <a:solidFill>
                  <a:srgbClr val="FF0000"/>
                </a:solidFill>
              </a:defRPr>
            </a:lvl5pPr>
          </a:lstStyle>
          <a:p>
            <a:pPr lvl="0"/>
            <a:r>
              <a:rPr lang="es-ES" dirty="0"/>
              <a:t>Clic para editar el título</a:t>
            </a:r>
          </a:p>
        </p:txBody>
      </p:sp>
      <p:sp>
        <p:nvSpPr>
          <p:cNvPr id="4" name="Text Placeholder 2"/>
          <p:cNvSpPr>
            <a:spLocks noGrp="1"/>
          </p:cNvSpPr>
          <p:nvPr>
            <p:ph type="body" idx="13"/>
          </p:nvPr>
        </p:nvSpPr>
        <p:spPr>
          <a:xfrm>
            <a:off x="653141" y="740515"/>
            <a:ext cx="10833365" cy="276627"/>
          </a:xfrm>
          <a:prstGeom prst="rect">
            <a:avLst/>
          </a:prstGeom>
        </p:spPr>
        <p:txBody>
          <a:bodyPr anchor="t" anchorCtr="0">
            <a:normAutofit/>
          </a:bodyPr>
          <a:lstStyle>
            <a:lvl1pPr marL="0" indent="0">
              <a:buFontTx/>
              <a:buNone/>
              <a:defRPr lang="es-ES" sz="1200" i="1"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1pPr>
          </a:lstStyle>
          <a:p>
            <a:pPr marL="182563" lvl="0" indent="-182563">
              <a:lnSpc>
                <a:spcPct val="100000"/>
              </a:lnSpc>
              <a:spcBef>
                <a:spcPts val="1800"/>
              </a:spcBef>
              <a:buClr>
                <a:srgbClr val="FF0000"/>
              </a:buClr>
            </a:pPr>
            <a:r>
              <a:rPr lang="es-ES" dirty="0"/>
              <a:t>Clic para modificar el </a:t>
            </a:r>
            <a:r>
              <a:rPr lang="es-ES" dirty="0" err="1"/>
              <a:t>subt</a:t>
            </a:r>
            <a:r>
              <a:rPr lang="es-ES_tradnl" dirty="0" err="1"/>
              <a:t>ítulo</a:t>
            </a:r>
            <a:endParaRPr lang="es-ES" dirty="0"/>
          </a:p>
        </p:txBody>
      </p:sp>
      <p:sp>
        <p:nvSpPr>
          <p:cNvPr id="5" name="Shape 172"/>
          <p:cNvSpPr>
            <a:spLocks noGrp="1"/>
          </p:cNvSpPr>
          <p:nvPr>
            <p:ph type="body" sz="quarter" idx="1" hasCustomPrompt="1"/>
          </p:nvPr>
        </p:nvSpPr>
        <p:spPr>
          <a:xfrm>
            <a:off x="653143" y="1266092"/>
            <a:ext cx="10833363" cy="4682532"/>
          </a:xfrm>
          <a:prstGeom prst="rect">
            <a:avLst/>
          </a:prstGeom>
        </p:spPr>
        <p:txBody>
          <a:bodyPr>
            <a:normAutofit/>
          </a:bodyPr>
          <a:lstStyle>
            <a:lvl1pPr marL="0" marR="0" indent="0" algn="just" defTabSz="868680" rtl="0" eaLnBrk="1" fontAlgn="auto" latinLnBrk="0" hangingPunct="1">
              <a:lnSpc>
                <a:spcPct val="110000"/>
              </a:lnSpc>
              <a:spcBef>
                <a:spcPts val="900"/>
              </a:spcBef>
              <a:spcAft>
                <a:spcPts val="0"/>
              </a:spcAft>
              <a:buClrTx/>
              <a:buSzTx/>
              <a:buFont typeface="Arial" panose="020B0604020202020204" pitchFamily="34" charset="0"/>
              <a:buNone/>
              <a:tabLst/>
              <a:defRPr sz="1200" baseline="0">
                <a:solidFill>
                  <a:schemeClr val="tx1">
                    <a:lumMod val="50000"/>
                    <a:lumOff val="50000"/>
                  </a:schemeClr>
                </a:solidFill>
                <a:latin typeface="Arial cuerpo"/>
              </a:defRPr>
            </a:lvl1pPr>
          </a:lstStyle>
          <a:p>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Suspendisse</a:t>
            </a:r>
            <a:r>
              <a:rPr lang="es-ES" dirty="0"/>
              <a:t> </a:t>
            </a:r>
            <a:r>
              <a:rPr lang="es-ES" dirty="0" err="1"/>
              <a:t>eleifend</a:t>
            </a:r>
            <a:r>
              <a:rPr lang="es-ES" dirty="0"/>
              <a:t> leo ut </a:t>
            </a:r>
            <a:r>
              <a:rPr lang="es-ES" dirty="0" err="1"/>
              <a:t>lectus</a:t>
            </a:r>
            <a:r>
              <a:rPr lang="es-ES" dirty="0"/>
              <a:t> </a:t>
            </a:r>
            <a:r>
              <a:rPr lang="es-ES" dirty="0" err="1"/>
              <a:t>rhoncus</a:t>
            </a:r>
            <a:r>
              <a:rPr lang="es-ES" dirty="0"/>
              <a:t> </a:t>
            </a:r>
            <a:r>
              <a:rPr lang="es-ES" dirty="0" err="1"/>
              <a:t>posuere</a:t>
            </a:r>
            <a:r>
              <a:rPr lang="es-ES" dirty="0"/>
              <a:t>. </a:t>
            </a:r>
            <a:r>
              <a:rPr lang="es-ES" dirty="0" err="1"/>
              <a:t>Cras</a:t>
            </a:r>
            <a:r>
              <a:rPr lang="es-ES" dirty="0"/>
              <a:t> </a:t>
            </a:r>
            <a:r>
              <a:rPr lang="es-ES" dirty="0" err="1"/>
              <a:t>ac</a:t>
            </a:r>
            <a:r>
              <a:rPr lang="es-ES" dirty="0"/>
              <a:t> </a:t>
            </a:r>
            <a:r>
              <a:rPr lang="es-ES" dirty="0" err="1"/>
              <a:t>accumsan</a:t>
            </a:r>
            <a:r>
              <a:rPr lang="es-ES" dirty="0"/>
              <a:t> dolor. </a:t>
            </a:r>
            <a:r>
              <a:rPr lang="es-ES" dirty="0" err="1"/>
              <a:t>Etiam</a:t>
            </a:r>
            <a:r>
              <a:rPr lang="es-ES" dirty="0"/>
              <a:t> </a:t>
            </a:r>
            <a:r>
              <a:rPr lang="es-ES" dirty="0" err="1"/>
              <a:t>consectetur</a:t>
            </a:r>
            <a:r>
              <a:rPr lang="es-ES" dirty="0"/>
              <a:t>, </a:t>
            </a:r>
            <a:r>
              <a:rPr lang="es-ES" dirty="0" err="1"/>
              <a:t>nibh</a:t>
            </a:r>
            <a:r>
              <a:rPr lang="es-ES" dirty="0"/>
              <a:t> non vehicula </a:t>
            </a:r>
            <a:r>
              <a:rPr lang="es-ES" dirty="0" err="1"/>
              <a:t>blandit</a:t>
            </a:r>
            <a:r>
              <a:rPr lang="es-ES" dirty="0"/>
              <a:t>, </a:t>
            </a:r>
            <a:r>
              <a:rPr lang="es-ES" dirty="0" err="1"/>
              <a:t>neque</a:t>
            </a:r>
            <a:r>
              <a:rPr lang="es-ES" dirty="0"/>
              <a:t> </a:t>
            </a:r>
            <a:r>
              <a:rPr lang="es-ES" dirty="0" err="1"/>
              <a:t>ipsum</a:t>
            </a:r>
            <a:r>
              <a:rPr lang="es-ES" dirty="0"/>
              <a:t> </a:t>
            </a:r>
            <a:r>
              <a:rPr lang="es-ES" dirty="0" err="1"/>
              <a:t>imperdiet</a:t>
            </a:r>
            <a:r>
              <a:rPr lang="es-ES" dirty="0"/>
              <a:t> </a:t>
            </a:r>
            <a:r>
              <a:rPr lang="es-ES" dirty="0" err="1"/>
              <a:t>est</a:t>
            </a:r>
            <a:r>
              <a:rPr lang="es-ES" dirty="0"/>
              <a:t>, ut </a:t>
            </a:r>
            <a:r>
              <a:rPr lang="es-ES" dirty="0" err="1"/>
              <a:t>euismod</a:t>
            </a:r>
            <a:r>
              <a:rPr lang="es-ES" dirty="0"/>
              <a:t> </a:t>
            </a:r>
            <a:r>
              <a:rPr lang="es-ES" dirty="0" err="1"/>
              <a:t>purus</a:t>
            </a:r>
            <a:r>
              <a:rPr lang="es-ES" dirty="0"/>
              <a:t> </a:t>
            </a:r>
            <a:r>
              <a:rPr lang="es-ES" dirty="0" err="1"/>
              <a:t>est</a:t>
            </a:r>
            <a:r>
              <a:rPr lang="es-ES" dirty="0"/>
              <a:t> sed </a:t>
            </a:r>
            <a:r>
              <a:rPr lang="es-ES" dirty="0" err="1"/>
              <a:t>lacus</a:t>
            </a:r>
            <a:r>
              <a:rPr lang="es-ES" dirty="0"/>
              <a:t>. </a:t>
            </a:r>
            <a:r>
              <a:rPr lang="es-ES" dirty="0" err="1"/>
              <a:t>Fusce</a:t>
            </a:r>
            <a:r>
              <a:rPr lang="es-ES" dirty="0"/>
              <a:t> </a:t>
            </a:r>
            <a:r>
              <a:rPr lang="es-ES" dirty="0" err="1"/>
              <a:t>ultricies</a:t>
            </a:r>
            <a:r>
              <a:rPr lang="es-ES" dirty="0"/>
              <a:t> </a:t>
            </a:r>
            <a:r>
              <a:rPr lang="es-ES" dirty="0" err="1"/>
              <a:t>metus</a:t>
            </a:r>
            <a:r>
              <a:rPr lang="es-ES" dirty="0"/>
              <a:t> </a:t>
            </a:r>
            <a:r>
              <a:rPr lang="es-ES" dirty="0" err="1"/>
              <a:t>nisl</a:t>
            </a:r>
            <a:r>
              <a:rPr lang="es-ES" dirty="0"/>
              <a:t>, a </a:t>
            </a:r>
            <a:r>
              <a:rPr lang="es-ES" dirty="0" err="1"/>
              <a:t>sagittis</a:t>
            </a:r>
            <a:r>
              <a:rPr lang="es-ES" dirty="0"/>
              <a:t> </a:t>
            </a:r>
            <a:r>
              <a:rPr lang="es-ES" dirty="0" err="1"/>
              <a:t>metus</a:t>
            </a:r>
            <a:r>
              <a:rPr lang="es-ES" dirty="0"/>
              <a:t> </a:t>
            </a:r>
            <a:r>
              <a:rPr lang="es-ES" dirty="0" err="1"/>
              <a:t>facilisis</a:t>
            </a:r>
            <a:r>
              <a:rPr lang="es-ES" dirty="0"/>
              <a:t> </a:t>
            </a:r>
            <a:r>
              <a:rPr lang="es-ES" dirty="0" err="1"/>
              <a:t>ac</a:t>
            </a:r>
            <a:r>
              <a:rPr lang="es-ES" dirty="0"/>
              <a:t>. </a:t>
            </a:r>
            <a:r>
              <a:rPr lang="es-ES" dirty="0" err="1"/>
              <a:t>Nulla</a:t>
            </a:r>
            <a:r>
              <a:rPr lang="es-ES" dirty="0"/>
              <a:t> </a:t>
            </a:r>
            <a:r>
              <a:rPr lang="es-ES" dirty="0" err="1"/>
              <a:t>vulputate</a:t>
            </a:r>
            <a:r>
              <a:rPr lang="es-ES" dirty="0"/>
              <a:t> eros in </a:t>
            </a:r>
            <a:r>
              <a:rPr lang="es-ES" dirty="0" err="1"/>
              <a:t>commodo</a:t>
            </a:r>
            <a:r>
              <a:rPr lang="es-ES" dirty="0"/>
              <a:t> </a:t>
            </a:r>
            <a:r>
              <a:rPr lang="es-ES" dirty="0" err="1"/>
              <a:t>accumsan</a:t>
            </a:r>
            <a:r>
              <a:rPr lang="es-ES" dirty="0"/>
              <a:t>. </a:t>
            </a:r>
            <a:r>
              <a:rPr lang="es-ES" dirty="0" err="1"/>
              <a:t>Maecenas</a:t>
            </a:r>
            <a:r>
              <a:rPr lang="es-ES" dirty="0"/>
              <a:t> </a:t>
            </a:r>
            <a:r>
              <a:rPr lang="es-ES" dirty="0" err="1"/>
              <a:t>eu</a:t>
            </a:r>
            <a:r>
              <a:rPr lang="es-ES" dirty="0"/>
              <a:t> odio </a:t>
            </a:r>
            <a:r>
              <a:rPr lang="es-ES" dirty="0" err="1"/>
              <a:t>tempor</a:t>
            </a:r>
            <a:r>
              <a:rPr lang="es-ES" dirty="0"/>
              <a:t>, </a:t>
            </a:r>
            <a:r>
              <a:rPr lang="es-ES" dirty="0" err="1"/>
              <a:t>mollis</a:t>
            </a:r>
            <a:r>
              <a:rPr lang="es-ES" dirty="0"/>
              <a:t> </a:t>
            </a:r>
            <a:r>
              <a:rPr lang="es-ES" dirty="0" err="1"/>
              <a:t>purus</a:t>
            </a:r>
            <a:r>
              <a:rPr lang="es-ES" dirty="0"/>
              <a:t> a, </a:t>
            </a:r>
            <a:r>
              <a:rPr lang="es-ES" dirty="0" err="1"/>
              <a:t>sodales</a:t>
            </a:r>
            <a:r>
              <a:rPr lang="es-ES" dirty="0"/>
              <a:t> </a:t>
            </a:r>
            <a:r>
              <a:rPr lang="es-ES" dirty="0" err="1"/>
              <a:t>turpis</a:t>
            </a:r>
            <a:r>
              <a:rPr lang="es-ES" dirty="0"/>
              <a:t>. </a:t>
            </a:r>
            <a:r>
              <a:rPr lang="es-ES" dirty="0" err="1"/>
              <a:t>Cras</a:t>
            </a:r>
            <a:r>
              <a:rPr lang="es-ES" dirty="0"/>
              <a:t> vitae </a:t>
            </a:r>
            <a:r>
              <a:rPr lang="es-ES" dirty="0" err="1"/>
              <a:t>sollicitudin</a:t>
            </a:r>
            <a:r>
              <a:rPr lang="es-ES" dirty="0"/>
              <a:t> magna.</a:t>
            </a:r>
            <a:endParaRPr dirty="0"/>
          </a:p>
        </p:txBody>
      </p:sp>
      <p:pic>
        <p:nvPicPr>
          <p:cNvPr id="6" name="Gráfico 5">
            <a:extLst>
              <a:ext uri="{FF2B5EF4-FFF2-40B4-BE49-F238E27FC236}">
                <a16:creationId xmlns:a16="http://schemas.microsoft.com/office/drawing/2014/main" id="{E42D9E5F-4B4D-4859-A3A3-0C42F1D47BE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2642" y="6262326"/>
            <a:ext cx="1172108" cy="205543"/>
          </a:xfrm>
          <a:prstGeom prst="rect">
            <a:avLst/>
          </a:prstGeom>
        </p:spPr>
      </p:pic>
      <p:sp>
        <p:nvSpPr>
          <p:cNvPr id="7" name="Rectángulo 6">
            <a:extLst>
              <a:ext uri="{FF2B5EF4-FFF2-40B4-BE49-F238E27FC236}">
                <a16:creationId xmlns:a16="http://schemas.microsoft.com/office/drawing/2014/main" id="{1FB43B95-5CFA-41E4-A945-2ACFD1F13BBF}"/>
              </a:ext>
            </a:extLst>
          </p:cNvPr>
          <p:cNvSpPr/>
          <p:nvPr userDrawn="1"/>
        </p:nvSpPr>
        <p:spPr>
          <a:xfrm>
            <a:off x="0" y="6564052"/>
            <a:ext cx="12192000" cy="293948"/>
          </a:xfrm>
          <a:prstGeom prst="rect">
            <a:avLst/>
          </a:prstGeom>
          <a:solidFill>
            <a:srgbClr val="EB000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prstClr val="white"/>
              </a:solidFill>
              <a:effectLst/>
              <a:uLnTx/>
              <a:uFillTx/>
              <a:latin typeface="Arial"/>
              <a:ea typeface="+mn-ea"/>
              <a:cs typeface="+mn-cs"/>
            </a:endParaRPr>
          </a:p>
        </p:txBody>
      </p:sp>
      <p:sp>
        <p:nvSpPr>
          <p:cNvPr id="8" name="Rectángulo 7">
            <a:extLst>
              <a:ext uri="{FF2B5EF4-FFF2-40B4-BE49-F238E27FC236}">
                <a16:creationId xmlns:a16="http://schemas.microsoft.com/office/drawing/2014/main" id="{230AD7D1-3883-4658-9D57-EB66C2B2D1E6}"/>
              </a:ext>
            </a:extLst>
          </p:cNvPr>
          <p:cNvSpPr/>
          <p:nvPr userDrawn="1"/>
        </p:nvSpPr>
        <p:spPr>
          <a:xfrm>
            <a:off x="9605554" y="6228355"/>
            <a:ext cx="2586446" cy="354452"/>
          </a:xfrm>
          <a:prstGeom prst="rect">
            <a:avLst/>
          </a:prstGeom>
          <a:solidFill>
            <a:srgbClr val="EB000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prstClr val="white"/>
              </a:solidFill>
              <a:effectLst/>
              <a:uLnTx/>
              <a:uFillTx/>
              <a:latin typeface="Arial"/>
              <a:ea typeface="+mn-ea"/>
              <a:cs typeface="+mn-cs"/>
            </a:endParaRPr>
          </a:p>
        </p:txBody>
      </p:sp>
      <p:sp>
        <p:nvSpPr>
          <p:cNvPr id="9" name="Marcador de número de diapositiva 21">
            <a:extLst>
              <a:ext uri="{FF2B5EF4-FFF2-40B4-BE49-F238E27FC236}">
                <a16:creationId xmlns:a16="http://schemas.microsoft.com/office/drawing/2014/main" id="{E0EF7333-652F-4EAC-91AA-CEB0DEA98780}"/>
              </a:ext>
            </a:extLst>
          </p:cNvPr>
          <p:cNvSpPr txBox="1">
            <a:spLocks/>
          </p:cNvSpPr>
          <p:nvPr userDrawn="1"/>
        </p:nvSpPr>
        <p:spPr>
          <a:xfrm>
            <a:off x="9605553" y="6241991"/>
            <a:ext cx="637904" cy="365125"/>
          </a:xfrm>
          <a:prstGeom prst="rect">
            <a:avLst/>
          </a:prstGeom>
        </p:spPr>
        <p:txBody>
          <a:bodyPr vert="horz" lIns="91440" tIns="45720" rIns="91440" bIns="45720" rtlCol="0" anchor="ctr"/>
          <a:lstStyle>
            <a:defPPr>
              <a:defRPr lang="es-ES"/>
            </a:defPPr>
            <a:lvl1pPr marL="0" algn="r" defTabSz="914400" rtl="0" eaLnBrk="1" latinLnBrk="0" hangingPunct="1">
              <a:defRPr sz="1200" kern="1200">
                <a:solidFill>
                  <a:schemeClr val="bg1">
                    <a:lumMod val="8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C0D97B6-E32F-4D7D-B839-7C3B51F2640F}" type="slidenum">
              <a:rPr lang="es-ES" smtClean="0">
                <a:solidFill>
                  <a:prstClr val="white">
                    <a:lumMod val="85000"/>
                  </a:prstClr>
                </a:solidFill>
                <a:latin typeface="Arial"/>
              </a:rPr>
              <a:pPr/>
              <a:t>‹Nº›</a:t>
            </a:fld>
            <a:endParaRPr lang="es-ES">
              <a:solidFill>
                <a:prstClr val="white">
                  <a:lumMod val="85000"/>
                </a:prstClr>
              </a:solidFill>
              <a:latin typeface="Arial"/>
            </a:endParaRPr>
          </a:p>
        </p:txBody>
      </p:sp>
      <p:pic>
        <p:nvPicPr>
          <p:cNvPr id="10" name="Imagen 9">
            <a:extLst>
              <a:ext uri="{FF2B5EF4-FFF2-40B4-BE49-F238E27FC236}">
                <a16:creationId xmlns:a16="http://schemas.microsoft.com/office/drawing/2014/main" id="{1F37DF03-9A13-41DB-AF7B-F6737C6EB1A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684134" y="6175752"/>
            <a:ext cx="1477388" cy="669979"/>
          </a:xfrm>
          <a:prstGeom prst="rect">
            <a:avLst/>
          </a:prstGeom>
        </p:spPr>
      </p:pic>
    </p:spTree>
    <p:extLst>
      <p:ext uri="{BB962C8B-B14F-4D97-AF65-F5344CB8AC3E}">
        <p14:creationId xmlns:p14="http://schemas.microsoft.com/office/powerpoint/2010/main" val="19310965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25" name="Marcador de número de diapositiva 21">
            <a:extLst>
              <a:ext uri="{FF2B5EF4-FFF2-40B4-BE49-F238E27FC236}">
                <a16:creationId xmlns:a16="http://schemas.microsoft.com/office/drawing/2014/main" id="{FE60F559-F9A2-4161-8BCF-36A8545EEA4A}"/>
              </a:ext>
            </a:extLst>
          </p:cNvPr>
          <p:cNvSpPr txBox="1">
            <a:spLocks/>
          </p:cNvSpPr>
          <p:nvPr userDrawn="1"/>
        </p:nvSpPr>
        <p:spPr>
          <a:xfrm>
            <a:off x="9605553" y="6241991"/>
            <a:ext cx="637904" cy="365125"/>
          </a:xfrm>
          <a:prstGeom prst="rect">
            <a:avLst/>
          </a:prstGeom>
        </p:spPr>
        <p:txBody>
          <a:bodyPr vert="horz" lIns="91440" tIns="45720" rIns="91440" bIns="45720" rtlCol="0" anchor="ctr"/>
          <a:lstStyle>
            <a:defPPr>
              <a:defRPr lang="es-ES"/>
            </a:defPPr>
            <a:lvl1pPr marL="0" algn="r" defTabSz="914400" rtl="0" eaLnBrk="1" latinLnBrk="0" hangingPunct="1">
              <a:defRPr sz="1200" kern="1200">
                <a:solidFill>
                  <a:schemeClr val="bg1">
                    <a:lumMod val="8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C0D97B6-E32F-4D7D-B839-7C3B51F2640F}" type="slidenum">
              <a:rPr lang="es-ES" smtClean="0">
                <a:solidFill>
                  <a:prstClr val="white">
                    <a:lumMod val="85000"/>
                  </a:prstClr>
                </a:solidFill>
                <a:latin typeface="Arial"/>
              </a:rPr>
              <a:pPr/>
              <a:t>‹Nº›</a:t>
            </a:fld>
            <a:endParaRPr lang="es-ES">
              <a:solidFill>
                <a:prstClr val="white">
                  <a:lumMod val="85000"/>
                </a:prstClr>
              </a:solidFill>
              <a:latin typeface="Arial"/>
            </a:endParaRPr>
          </a:p>
        </p:txBody>
      </p:sp>
      <p:pic>
        <p:nvPicPr>
          <p:cNvPr id="27" name="Imagen 26">
            <a:extLst>
              <a:ext uri="{FF2B5EF4-FFF2-40B4-BE49-F238E27FC236}">
                <a16:creationId xmlns:a16="http://schemas.microsoft.com/office/drawing/2014/main" id="{D6F810C4-0100-4422-9FFF-9C7F02DEE07D}"/>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9370936" y="5460275"/>
            <a:ext cx="2437890" cy="1105555"/>
          </a:xfrm>
          <a:prstGeom prst="rect">
            <a:avLst/>
          </a:prstGeom>
        </p:spPr>
      </p:pic>
    </p:spTree>
    <p:extLst>
      <p:ext uri="{BB962C8B-B14F-4D97-AF65-F5344CB8AC3E}">
        <p14:creationId xmlns:p14="http://schemas.microsoft.com/office/powerpoint/2010/main" val="4161578133"/>
      </p:ext>
    </p:extLst>
  </p:cSld>
  <p:clrMap bg1="lt1" tx1="dk1" bg2="lt2" tx2="dk2" accent1="accent1" accent2="accent2" accent3="accent3" accent4="accent4" accent5="accent5" accent6="accent6" hlink="hlink" folHlink="folHlink"/>
  <p:sldLayoutIdLst>
    <p:sldLayoutId id="2147483692" r:id="rId1"/>
    <p:sldLayoutId id="2147483681" r:id="rId2"/>
    <p:sldLayoutId id="2147483687" r:id="rId3"/>
    <p:sldLayoutId id="2147483691" r:id="rId4"/>
    <p:sldLayoutId id="2147483707" r:id="rId5"/>
    <p:sldLayoutId id="2147483709" r:id="rId6"/>
    <p:sldLayoutId id="2147483710" r:id="rId7"/>
    <p:sldLayoutId id="2147483711" r:id="rId8"/>
  </p:sldLayoutIdLst>
  <p:hf sldNum="0" hdr="0" dt="0"/>
  <p:txStyles>
    <p:titleStyle>
      <a:lvl1pPr algn="l" defTabSz="914400" rtl="0" eaLnBrk="1" latinLnBrk="0" hangingPunct="1">
        <a:lnSpc>
          <a:spcPct val="90000"/>
        </a:lnSpc>
        <a:spcBef>
          <a:spcPct val="0"/>
        </a:spcBef>
        <a:buNone/>
        <a:defRPr sz="4400" kern="1200">
          <a:solidFill>
            <a:schemeClr val="tx1"/>
          </a:solidFill>
          <a:latin typeface="Arial cuerpo"/>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508141E-100E-4635-9FC3-353399DFCC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dirty="0"/>
              <a:t>Haga clic para modificar el estilo de título del patrón</a:t>
            </a:r>
          </a:p>
        </p:txBody>
      </p:sp>
      <p:sp>
        <p:nvSpPr>
          <p:cNvPr id="3" name="Marcador de texto 2">
            <a:extLst>
              <a:ext uri="{FF2B5EF4-FFF2-40B4-BE49-F238E27FC236}">
                <a16:creationId xmlns:a16="http://schemas.microsoft.com/office/drawing/2014/main" id="{70BD3726-4CCC-4808-AF74-D4FC34B77C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dirty="0"/>
              <a:t>Editar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4" name="Marcador de fecha 3">
            <a:extLst>
              <a:ext uri="{FF2B5EF4-FFF2-40B4-BE49-F238E27FC236}">
                <a16:creationId xmlns:a16="http://schemas.microsoft.com/office/drawing/2014/main" id="{289DA10A-F167-488F-8E2B-A0FE565022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s-ES"/>
          </a:p>
        </p:txBody>
      </p:sp>
      <p:sp>
        <p:nvSpPr>
          <p:cNvPr id="5" name="Marcador de pie de página 4">
            <a:extLst>
              <a:ext uri="{FF2B5EF4-FFF2-40B4-BE49-F238E27FC236}">
                <a16:creationId xmlns:a16="http://schemas.microsoft.com/office/drawing/2014/main" id="{0C937220-A8C8-4E71-8BA2-4260C5636D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2D5E98D6-3F4E-4F5E-9BFB-DDFD9AC1E7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0D97B6-E32F-4D7D-B839-7C3B51F2640F}" type="slidenum">
              <a:rPr lang="es-ES" smtClean="0"/>
              <a:t>‹Nº›</a:t>
            </a:fld>
            <a:endParaRPr lang="es-ES"/>
          </a:p>
        </p:txBody>
      </p:sp>
    </p:spTree>
    <p:extLst>
      <p:ext uri="{BB962C8B-B14F-4D97-AF65-F5344CB8AC3E}">
        <p14:creationId xmlns:p14="http://schemas.microsoft.com/office/powerpoint/2010/main" val="3177224700"/>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8"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tiff"/><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tiff"/><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18" Type="http://schemas.openxmlformats.org/officeDocument/2006/relationships/slide" Target="slide8.xml"/><Relationship Id="rId26" Type="http://schemas.microsoft.com/office/2007/relationships/hdphoto" Target="../media/hdphoto1.wdp"/><Relationship Id="rId3" Type="http://schemas.openxmlformats.org/officeDocument/2006/relationships/image" Target="../media/image20.png"/><Relationship Id="rId21" Type="http://schemas.openxmlformats.org/officeDocument/2006/relationships/image" Target="../media/image37.jpeg"/><Relationship Id="rId7" Type="http://schemas.openxmlformats.org/officeDocument/2006/relationships/image" Target="../media/image24.png"/><Relationship Id="rId12" Type="http://schemas.openxmlformats.org/officeDocument/2006/relationships/image" Target="../media/image29.png"/><Relationship Id="rId17" Type="http://schemas.openxmlformats.org/officeDocument/2006/relationships/image" Target="../media/image34.png"/><Relationship Id="rId25" Type="http://schemas.openxmlformats.org/officeDocument/2006/relationships/image" Target="../media/image40.png"/><Relationship Id="rId2" Type="http://schemas.openxmlformats.org/officeDocument/2006/relationships/notesSlide" Target="../notesSlides/notesSlide2.xml"/><Relationship Id="rId16" Type="http://schemas.openxmlformats.org/officeDocument/2006/relationships/image" Target="../media/image33.jpeg"/><Relationship Id="rId20" Type="http://schemas.openxmlformats.org/officeDocument/2006/relationships/image" Target="../media/image36.png"/><Relationship Id="rId29" Type="http://schemas.openxmlformats.org/officeDocument/2006/relationships/image" Target="../media/image43.png"/><Relationship Id="rId1" Type="http://schemas.openxmlformats.org/officeDocument/2006/relationships/slideLayout" Target="../slideLayouts/slideLayout3.xml"/><Relationship Id="rId6" Type="http://schemas.openxmlformats.org/officeDocument/2006/relationships/image" Target="../media/image23.jpeg"/><Relationship Id="rId11" Type="http://schemas.openxmlformats.org/officeDocument/2006/relationships/image" Target="../media/image28.png"/><Relationship Id="rId24" Type="http://schemas.openxmlformats.org/officeDocument/2006/relationships/image" Target="../media/image39.png"/><Relationship Id="rId5" Type="http://schemas.openxmlformats.org/officeDocument/2006/relationships/image" Target="../media/image22.png"/><Relationship Id="rId15" Type="http://schemas.openxmlformats.org/officeDocument/2006/relationships/image" Target="../media/image32.png"/><Relationship Id="rId23" Type="http://schemas.openxmlformats.org/officeDocument/2006/relationships/image" Target="../media/image38.png"/><Relationship Id="rId28" Type="http://schemas.openxmlformats.org/officeDocument/2006/relationships/image" Target="../media/image42.png"/><Relationship Id="rId10" Type="http://schemas.openxmlformats.org/officeDocument/2006/relationships/image" Target="../media/image27.png"/><Relationship Id="rId19" Type="http://schemas.openxmlformats.org/officeDocument/2006/relationships/image" Target="../media/image35.jpe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jpeg"/><Relationship Id="rId22" Type="http://schemas.openxmlformats.org/officeDocument/2006/relationships/image" Target="../media/image12.wmf"/><Relationship Id="rId27" Type="http://schemas.openxmlformats.org/officeDocument/2006/relationships/image" Target="../media/image41.jpeg"/><Relationship Id="rId30" Type="http://schemas.openxmlformats.org/officeDocument/2006/relationships/image" Target="../media/image4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8" Type="http://schemas.openxmlformats.org/officeDocument/2006/relationships/image" Target="../media/image50.png"/><Relationship Id="rId13" Type="http://schemas.openxmlformats.org/officeDocument/2006/relationships/image" Target="../media/image12.wmf"/><Relationship Id="rId3" Type="http://schemas.openxmlformats.org/officeDocument/2006/relationships/image" Target="../media/image45.png"/><Relationship Id="rId7" Type="http://schemas.openxmlformats.org/officeDocument/2006/relationships/image" Target="../media/image49.png"/><Relationship Id="rId12" Type="http://schemas.openxmlformats.org/officeDocument/2006/relationships/image" Target="../media/image39.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8.png"/><Relationship Id="rId11" Type="http://schemas.openxmlformats.org/officeDocument/2006/relationships/image" Target="../media/image20.png"/><Relationship Id="rId5" Type="http://schemas.openxmlformats.org/officeDocument/2006/relationships/image" Target="../media/image47.png"/><Relationship Id="rId10" Type="http://schemas.openxmlformats.org/officeDocument/2006/relationships/image" Target="../media/image51.jpeg"/><Relationship Id="rId4" Type="http://schemas.openxmlformats.org/officeDocument/2006/relationships/image" Target="../media/image46.png"/><Relationship Id="rId9" Type="http://schemas.openxmlformats.org/officeDocument/2006/relationships/hyperlink" Target="http://www.google.es/url?url=http://www.freepik.es/fotos-vectores-gratis/servidores-publicos&amp;rct=j&amp;frm=1&amp;q=&amp;esrc=s&amp;sa=U&amp;ei=12yAVKW6BuWS7Abn9YGwDA&amp;ved=0CBgQ9QEwAQ&amp;usg=AFQjCNHdTFU0IK-Tm4BmvjyyaR3j7c-D4g"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9.png"/><Relationship Id="rId12" Type="http://schemas.openxmlformats.org/officeDocument/2006/relationships/image" Target="../media/image52.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48.png"/><Relationship Id="rId11" Type="http://schemas.openxmlformats.org/officeDocument/2006/relationships/image" Target="../media/image20.png"/><Relationship Id="rId5" Type="http://schemas.openxmlformats.org/officeDocument/2006/relationships/image" Target="../media/image47.png"/><Relationship Id="rId10" Type="http://schemas.openxmlformats.org/officeDocument/2006/relationships/image" Target="../media/image51.jpeg"/><Relationship Id="rId4" Type="http://schemas.openxmlformats.org/officeDocument/2006/relationships/image" Target="../media/image46.png"/><Relationship Id="rId9" Type="http://schemas.openxmlformats.org/officeDocument/2006/relationships/hyperlink" Target="http://www.google.es/url?url=http://www.freepik.es/fotos-vectores-gratis/servidores-publicos&amp;rct=j&amp;frm=1&amp;q=&amp;esrc=s&amp;sa=U&amp;ei=12yAVKW6BuWS7Abn9YGwDA&amp;ved=0CBgQ9QEwAQ&amp;usg=AFQjCNHdTFU0IK-Tm4BmvjyyaR3j7c-D4g" TargetMode="Externa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48.png"/><Relationship Id="rId11" Type="http://schemas.openxmlformats.org/officeDocument/2006/relationships/image" Target="../media/image20.png"/><Relationship Id="rId5" Type="http://schemas.openxmlformats.org/officeDocument/2006/relationships/image" Target="../media/image47.png"/><Relationship Id="rId10" Type="http://schemas.openxmlformats.org/officeDocument/2006/relationships/image" Target="../media/image51.jpeg"/><Relationship Id="rId4" Type="http://schemas.openxmlformats.org/officeDocument/2006/relationships/image" Target="../media/image46.png"/><Relationship Id="rId9" Type="http://schemas.openxmlformats.org/officeDocument/2006/relationships/hyperlink" Target="http://www.google.es/url?url=http://www.freepik.es/fotos-vectores-gratis/servidores-publicos&amp;rct=j&amp;frm=1&amp;q=&amp;esrc=s&amp;sa=U&amp;ei=12yAVKW6BuWS7Abn9YGwDA&amp;ved=0CBgQ9QEwAQ&amp;usg=AFQjCNHdTFU0IK-Tm4BmvjyyaR3j7c-D4g" TargetMode="Externa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20.png"/><Relationship Id="rId3" Type="http://schemas.openxmlformats.org/officeDocument/2006/relationships/tags" Target="../tags/tag3.xml"/><Relationship Id="rId7" Type="http://schemas.openxmlformats.org/officeDocument/2006/relationships/image" Target="../media/image46.png"/><Relationship Id="rId12" Type="http://schemas.openxmlformats.org/officeDocument/2006/relationships/image" Target="../media/image53.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notesSlide" Target="../notesSlides/notesSlide9.xml"/><Relationship Id="rId10" Type="http://schemas.openxmlformats.org/officeDocument/2006/relationships/image" Target="../media/image49.png"/><Relationship Id="rId4" Type="http://schemas.openxmlformats.org/officeDocument/2006/relationships/slideLayout" Target="../slideLayouts/slideLayout7.xml"/><Relationship Id="rId9" Type="http://schemas.openxmlformats.org/officeDocument/2006/relationships/image" Target="../media/image48.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46.png"/><Relationship Id="rId10" Type="http://schemas.openxmlformats.org/officeDocument/2006/relationships/image" Target="../media/image25.png"/><Relationship Id="rId4" Type="http://schemas.openxmlformats.org/officeDocument/2006/relationships/image" Target="../media/image54.png"/><Relationship Id="rId9" Type="http://schemas.openxmlformats.org/officeDocument/2006/relationships/image" Target="../media/image5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1.xml"/></Relationships>
</file>

<file path=ppt/slides/_rels/slide50.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18.xml"/><Relationship Id="rId1" Type="http://schemas.openxmlformats.org/officeDocument/2006/relationships/slideLayout" Target="../slideLayouts/slideLayout2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56.png"/></Relationships>
</file>

<file path=ppt/slides/_rels/slide5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56.png"/></Relationships>
</file>

<file path=ppt/slides/_rels/slide58.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8" Type="http://schemas.openxmlformats.org/officeDocument/2006/relationships/image" Target="../media/image58.wmf"/><Relationship Id="rId3" Type="http://schemas.openxmlformats.org/officeDocument/2006/relationships/hyperlink" Target="https://sanes.atlassian.net/wiki/download/attachments/9293693432/20210410%20TCA%20DI%20Tramitaci%C3%B3n%20-%20H%C3%A1gase%20Cliente%20Santander%20Espa%C3%B1a%20ES%20V.5.2.pptx?api=v2" TargetMode="External"/><Relationship Id="rId7" Type="http://schemas.openxmlformats.org/officeDocument/2006/relationships/package" Target="../embeddings/Microsoft_PowerPoint_Presentation.pptx"/><Relationship Id="rId2" Type="http://schemas.openxmlformats.org/officeDocument/2006/relationships/slideLayout" Target="../slideLayouts/slideLayout3.xml"/><Relationship Id="rId1" Type="http://schemas.openxmlformats.org/officeDocument/2006/relationships/vmlDrawing" Target="../drawings/vmlDrawing1.vml"/><Relationship Id="rId6" Type="http://schemas.openxmlformats.org/officeDocument/2006/relationships/hyperlink" Target="https://www.inbenta.com/en/compliance/sla/" TargetMode="External"/><Relationship Id="rId5" Type="http://schemas.openxmlformats.org/officeDocument/2006/relationships/hyperlink" Target="https://www.inbenta.com/en/security/" TargetMode="External"/><Relationship Id="rId4" Type="http://schemas.openxmlformats.org/officeDocument/2006/relationships/hyperlink" Target="https://sanes.atlassian.net/wiki/download/attachments/9293693432/20210410%20ASW%20IMACC-DT-Supernet%20-%20Tramitaci%C3%B3n%20H%C3%A1gase%20Cliente-V4.3.pptx?api=v2" TargetMode="External"/></Relationships>
</file>

<file path=ppt/slides/_rels/slide62.xml.rels><?xml version="1.0" encoding="UTF-8" standalone="yes"?>
<Relationships xmlns="http://schemas.openxmlformats.org/package/2006/relationships"><Relationship Id="rId8" Type="http://schemas.openxmlformats.org/officeDocument/2006/relationships/hyperlink" Target="https://sanes.atlassian.net/wiki/spaces/STSERVARQ/pages/23924211793/DS+Broker+OCR+v2.0.0" TargetMode="External"/><Relationship Id="rId3" Type="http://schemas.openxmlformats.org/officeDocument/2006/relationships/hyperlink" Target="https://sanes.atlassian.net/wiki/spaces/SANFIRMA/overview" TargetMode="External"/><Relationship Id="rId7" Type="http://schemas.openxmlformats.org/officeDocument/2006/relationships/hyperlink" Target="https://sanes.atlassian.net/wiki/spaces/SANACLOUD/pages/23909531969/UDS" TargetMode="External"/><Relationship Id="rId2" Type="http://schemas.openxmlformats.org/officeDocument/2006/relationships/slideLayout" Target="../slideLayouts/slideLayout3.xml"/><Relationship Id="rId1" Type="http://schemas.openxmlformats.org/officeDocument/2006/relationships/vmlDrawing" Target="../drawings/vmlDrawing2.vml"/><Relationship Id="rId6" Type="http://schemas.openxmlformats.org/officeDocument/2006/relationships/hyperlink" Target="https://sanes.atlassian.net/wiki/spaces/NARQREF/pages/14677940143/7.3.1.8.-+SAS" TargetMode="External"/><Relationship Id="rId5" Type="http://schemas.openxmlformats.org/officeDocument/2006/relationships/hyperlink" Target="https://confluence.alm.europe.cloudcenter.corp/pages/viewpage.action?pageId=44820208" TargetMode="External"/><Relationship Id="rId10" Type="http://schemas.openxmlformats.org/officeDocument/2006/relationships/image" Target="../media/image59.emf"/><Relationship Id="rId4" Type="http://schemas.openxmlformats.org/officeDocument/2006/relationships/hyperlink" Target="https://confluence.ci.gsnet.corp/display/STSERVARQ/DTI+Planes+de+Servicios" TargetMode="External"/><Relationship Id="rId9" Type="http://schemas.openxmlformats.org/officeDocument/2006/relationships/package" Target="../embeddings/Microsoft_PowerPoint_Presentation1.pptx"/></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hyperlink" Target="mailto:Manuel.gonzalezlopez@servexternos.gruposantander.es" TargetMode="External"/><Relationship Id="rId2" Type="http://schemas.openxmlformats.org/officeDocument/2006/relationships/hyperlink" Target="mailto:JUANAN.PLAZA@servexternos.gruposantander.es" TargetMode="Externa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3BA286-C2DF-4336-8DB7-0A9EC9DB83CA}"/>
              </a:ext>
            </a:extLst>
          </p:cNvPr>
          <p:cNvSpPr>
            <a:spLocks noGrp="1"/>
          </p:cNvSpPr>
          <p:nvPr>
            <p:ph type="ctrTitle"/>
          </p:nvPr>
        </p:nvSpPr>
        <p:spPr>
          <a:xfrm>
            <a:off x="874145" y="1248885"/>
            <a:ext cx="11049150" cy="1407004"/>
          </a:xfrm>
        </p:spPr>
        <p:txBody>
          <a:bodyPr>
            <a:normAutofit/>
          </a:bodyPr>
          <a:lstStyle/>
          <a:p>
            <a:pPr fontAlgn="base"/>
            <a:r>
              <a:rPr lang="es-ES" dirty="0"/>
              <a:t>DS Hágase Cliente 2.0</a:t>
            </a:r>
          </a:p>
        </p:txBody>
      </p:sp>
      <p:sp>
        <p:nvSpPr>
          <p:cNvPr id="3" name="Subtítulo 2">
            <a:extLst>
              <a:ext uri="{FF2B5EF4-FFF2-40B4-BE49-F238E27FC236}">
                <a16:creationId xmlns:a16="http://schemas.microsoft.com/office/drawing/2014/main" id="{4E8B2039-F922-4BB3-84B2-765139F662EB}"/>
              </a:ext>
            </a:extLst>
          </p:cNvPr>
          <p:cNvSpPr>
            <a:spLocks noGrp="1"/>
          </p:cNvSpPr>
          <p:nvPr>
            <p:ph type="subTitle" idx="1"/>
          </p:nvPr>
        </p:nvSpPr>
        <p:spPr>
          <a:xfrm>
            <a:off x="877020" y="2874542"/>
            <a:ext cx="6113327" cy="446174"/>
          </a:xfrm>
        </p:spPr>
        <p:txBody>
          <a:bodyPr/>
          <a:lstStyle/>
          <a:p>
            <a:r>
              <a:rPr lang="es-ES" dirty="0"/>
              <a:t>Diseño de Solución(DS)</a:t>
            </a:r>
          </a:p>
          <a:p>
            <a:endParaRPr lang="es-ES" dirty="0"/>
          </a:p>
        </p:txBody>
      </p:sp>
      <p:sp>
        <p:nvSpPr>
          <p:cNvPr id="4" name="Marcador de texto 3">
            <a:extLst>
              <a:ext uri="{FF2B5EF4-FFF2-40B4-BE49-F238E27FC236}">
                <a16:creationId xmlns:a16="http://schemas.microsoft.com/office/drawing/2014/main" id="{D7D02CB2-5D46-4A6C-B679-821C32FBC299}"/>
              </a:ext>
            </a:extLst>
          </p:cNvPr>
          <p:cNvSpPr>
            <a:spLocks noGrp="1"/>
          </p:cNvSpPr>
          <p:nvPr>
            <p:ph type="body" sz="quarter" idx="14"/>
          </p:nvPr>
        </p:nvSpPr>
        <p:spPr/>
        <p:txBody>
          <a:bodyPr/>
          <a:lstStyle/>
          <a:p>
            <a:r>
              <a:rPr lang="es-ES" dirty="0"/>
              <a:t>Madrid, Junio de 2022</a:t>
            </a:r>
          </a:p>
        </p:txBody>
      </p:sp>
    </p:spTree>
    <p:extLst>
      <p:ext uri="{BB962C8B-B14F-4D97-AF65-F5344CB8AC3E}">
        <p14:creationId xmlns:p14="http://schemas.microsoft.com/office/powerpoint/2010/main" val="20521899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ChangeArrowheads="1"/>
          </p:cNvSpPr>
          <p:nvPr/>
        </p:nvSpPr>
        <p:spPr bwMode="auto">
          <a:xfrm>
            <a:off x="739035" y="1340285"/>
            <a:ext cx="10747331" cy="4613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3307" tIns="36655" rIns="73307" bIns="36655">
            <a:spAutoFit/>
          </a:bodyPr>
          <a:lstStyle/>
          <a:p>
            <a:pPr algn="just" defTabSz="733443">
              <a:spcBef>
                <a:spcPts val="300"/>
              </a:spcBef>
              <a:buClr>
                <a:schemeClr val="accent2"/>
              </a:buClr>
              <a:tabLst>
                <a:tab pos="6056861" algn="l"/>
              </a:tabLst>
            </a:pPr>
            <a:r>
              <a:rPr lang="es-ES" sz="1000" dirty="0">
                <a:latin typeface="Arial" panose="020B0604020202020204" pitchFamily="34" charset="0"/>
                <a:ea typeface="Lucida Grande" pitchFamily="2" charset="0"/>
                <a:cs typeface="Arial" panose="020B0604020202020204" pitchFamily="34" charset="0"/>
              </a:rPr>
              <a:t>Todo el contenido de este documento/presentación está protegido por derechos de autor y/o de propiedad intelectual a menos que se indique lo contrario. Todos los derechos están reservados y son propiedad de Santander Tecnología o Grupo Santander.</a:t>
            </a:r>
          </a:p>
          <a:p>
            <a:pPr algn="just" defTabSz="733443">
              <a:spcBef>
                <a:spcPts val="300"/>
              </a:spcBef>
              <a:buClr>
                <a:schemeClr val="accent2"/>
              </a:buClr>
              <a:tabLst>
                <a:tab pos="6056861" algn="l"/>
              </a:tabLst>
            </a:pPr>
            <a:endParaRPr lang="es-ES" sz="1000" dirty="0">
              <a:latin typeface="Arial" panose="020B0604020202020204" pitchFamily="34" charset="0"/>
              <a:ea typeface="Lucida Grande" pitchFamily="2" charset="0"/>
              <a:cs typeface="Arial" panose="020B0604020202020204" pitchFamily="34" charset="0"/>
            </a:endParaRPr>
          </a:p>
          <a:p>
            <a:pPr algn="just" defTabSz="733443">
              <a:spcBef>
                <a:spcPts val="300"/>
              </a:spcBef>
              <a:buClr>
                <a:schemeClr val="accent2"/>
              </a:buClr>
              <a:tabLst>
                <a:tab pos="6056861" algn="l"/>
              </a:tabLst>
            </a:pPr>
            <a:r>
              <a:rPr lang="es-ES" sz="1000" dirty="0">
                <a:latin typeface="Arial" panose="020B0604020202020204" pitchFamily="34" charset="0"/>
                <a:ea typeface="Lucida Grande" pitchFamily="2" charset="0"/>
                <a:cs typeface="Arial" panose="020B0604020202020204" pitchFamily="34" charset="0"/>
              </a:rPr>
              <a:t>Ninguna reproducción ni distribución puede hacerse de todo o parte de este documento sin antes recibir la autorización escrita de Santander Tecnología. Sólo a los exclusivos efectos por los cuales es Vd. Destinatario de este documento/presentación le estará permitido realizar una copia o impresión del mismo, siempre que no se realicen cambios en su contenido y se incluya esta nota para que los derechos queden acreditados e incorporados en la reproducción. Cualquier uso comercial está totalmente prohibido.</a:t>
            </a:r>
          </a:p>
          <a:p>
            <a:pPr algn="just" defTabSz="733443">
              <a:spcBef>
                <a:spcPts val="300"/>
              </a:spcBef>
              <a:buClr>
                <a:schemeClr val="accent2"/>
              </a:buClr>
              <a:tabLst>
                <a:tab pos="6056861" algn="l"/>
              </a:tabLst>
            </a:pPr>
            <a:endParaRPr lang="es-ES" sz="1000" dirty="0">
              <a:latin typeface="Arial" panose="020B0604020202020204" pitchFamily="34" charset="0"/>
              <a:ea typeface="Lucida Grande" pitchFamily="2" charset="0"/>
              <a:cs typeface="Arial" panose="020B0604020202020204" pitchFamily="34" charset="0"/>
            </a:endParaRPr>
          </a:p>
          <a:p>
            <a:pPr algn="just" defTabSz="733443">
              <a:spcBef>
                <a:spcPts val="300"/>
              </a:spcBef>
              <a:buClr>
                <a:schemeClr val="accent2"/>
              </a:buClr>
              <a:tabLst>
                <a:tab pos="6056861" algn="l"/>
              </a:tabLst>
            </a:pPr>
            <a:r>
              <a:rPr lang="es-ES" sz="1000" dirty="0">
                <a:latin typeface="Arial" panose="020B0604020202020204" pitchFamily="34" charset="0"/>
                <a:ea typeface="Lucida Grande" pitchFamily="2" charset="0"/>
                <a:cs typeface="Arial" panose="020B0604020202020204" pitchFamily="34" charset="0"/>
              </a:rPr>
              <a:t>Santander Tecnología es el propietario, titular de los derechos de propiedad intelectual e industrial o usuario autorizado y legítimo de todo el contenido y aspectos del presente documento /presentación incluyendo marcas, información, texto, fotografías y diseño, salvo indicación en contrario.</a:t>
            </a:r>
          </a:p>
          <a:p>
            <a:pPr algn="just" defTabSz="733443">
              <a:spcBef>
                <a:spcPts val="300"/>
              </a:spcBef>
              <a:buClr>
                <a:schemeClr val="accent2"/>
              </a:buClr>
              <a:tabLst>
                <a:tab pos="6056861" algn="l"/>
              </a:tabLst>
            </a:pPr>
            <a:endParaRPr lang="es-ES" sz="1000" dirty="0">
              <a:latin typeface="Arial" panose="020B0604020202020204" pitchFamily="34" charset="0"/>
              <a:ea typeface="Lucida Grande" pitchFamily="2" charset="0"/>
              <a:cs typeface="Arial" panose="020B0604020202020204" pitchFamily="34" charset="0"/>
            </a:endParaRPr>
          </a:p>
          <a:p>
            <a:pPr algn="just" defTabSz="733443">
              <a:spcBef>
                <a:spcPts val="300"/>
              </a:spcBef>
              <a:buClr>
                <a:schemeClr val="accent2"/>
              </a:buClr>
              <a:tabLst>
                <a:tab pos="6056861" algn="l"/>
              </a:tabLst>
            </a:pPr>
            <a:r>
              <a:rPr lang="es-ES" sz="1000" dirty="0">
                <a:latin typeface="Arial" panose="020B0604020202020204" pitchFamily="34" charset="0"/>
                <a:ea typeface="Lucida Grande" pitchFamily="2" charset="0"/>
                <a:cs typeface="Arial" panose="020B0604020202020204" pitchFamily="34" charset="0"/>
              </a:rPr>
              <a:t>Si bien se han realizado todos los esfuerzos para suministrar información precisa, los errores y omisiones pueden ocurrir. En consecuencia, Santander Tecnología no acepta ninguna responsabilidad por cualquier pérdida o daño que puedan, directa o indirectamente, el resultado de ningún consejo, opinión, información, representación u omisión, ya sea por negligencia o de otra índole, a datos o información que figura en este documento/presentación. </a:t>
            </a:r>
          </a:p>
          <a:p>
            <a:pPr algn="just" defTabSz="733443">
              <a:spcBef>
                <a:spcPts val="300"/>
              </a:spcBef>
              <a:buClr>
                <a:schemeClr val="accent2"/>
              </a:buClr>
              <a:tabLst>
                <a:tab pos="6056861" algn="l"/>
              </a:tabLst>
            </a:pPr>
            <a:endParaRPr lang="es-ES" sz="1000" dirty="0">
              <a:latin typeface="Arial" panose="020B0604020202020204" pitchFamily="34" charset="0"/>
              <a:ea typeface="Lucida Grande" pitchFamily="2" charset="0"/>
              <a:cs typeface="Arial" panose="020B0604020202020204" pitchFamily="34" charset="0"/>
            </a:endParaRPr>
          </a:p>
          <a:p>
            <a:pPr algn="just" defTabSz="733443">
              <a:spcBef>
                <a:spcPts val="300"/>
              </a:spcBef>
              <a:buClr>
                <a:schemeClr val="accent2"/>
              </a:buClr>
              <a:tabLst>
                <a:tab pos="6056861" algn="l"/>
              </a:tabLst>
            </a:pPr>
            <a:r>
              <a:rPr lang="es-ES" sz="1000" dirty="0">
                <a:solidFill>
                  <a:srgbClr val="EB0000"/>
                </a:solidFill>
                <a:latin typeface="Arial" panose="020B0604020202020204" pitchFamily="34" charset="0"/>
                <a:ea typeface="Lucida Grande" pitchFamily="2" charset="0"/>
                <a:cs typeface="Arial" panose="020B0604020202020204" pitchFamily="34" charset="0"/>
              </a:rPr>
              <a:t>Everything </a:t>
            </a:r>
            <a:r>
              <a:rPr lang="es-ES" sz="1000" dirty="0" err="1">
                <a:solidFill>
                  <a:srgbClr val="EB0000"/>
                </a:solidFill>
                <a:latin typeface="Arial" panose="020B0604020202020204" pitchFamily="34" charset="0"/>
                <a:ea typeface="Lucida Grande" pitchFamily="2" charset="0"/>
                <a:cs typeface="Arial" panose="020B0604020202020204" pitchFamily="34" charset="0"/>
              </a:rPr>
              <a:t>on</a:t>
            </a:r>
            <a:r>
              <a:rPr lang="es-ES" sz="1000" dirty="0">
                <a:solidFill>
                  <a:srgbClr val="EB0000"/>
                </a:solidFill>
                <a:latin typeface="Arial" panose="020B0604020202020204" pitchFamily="34" charset="0"/>
                <a:ea typeface="Lucida Grande" pitchFamily="2" charset="0"/>
                <a:cs typeface="Arial" panose="020B0604020202020204" pitchFamily="34" charset="0"/>
              </a:rPr>
              <a:t> this paper/presentation is copyrighted unless otherwise noted. All rights are reserved and remain the exclusive property of Santander Tecnología and Grupo Santander.</a:t>
            </a:r>
          </a:p>
          <a:p>
            <a:pPr algn="just" defTabSz="733443">
              <a:spcBef>
                <a:spcPts val="300"/>
              </a:spcBef>
              <a:buClr>
                <a:schemeClr val="accent2"/>
              </a:buClr>
              <a:tabLst>
                <a:tab pos="6056861" algn="l"/>
              </a:tabLst>
            </a:pPr>
            <a:endParaRPr lang="es-ES" sz="1000" dirty="0">
              <a:solidFill>
                <a:srgbClr val="EB0000"/>
              </a:solidFill>
              <a:latin typeface="Arial" panose="020B0604020202020204" pitchFamily="34" charset="0"/>
              <a:ea typeface="Lucida Grande" pitchFamily="2" charset="0"/>
              <a:cs typeface="Arial" panose="020B0604020202020204" pitchFamily="34" charset="0"/>
            </a:endParaRPr>
          </a:p>
          <a:p>
            <a:pPr algn="just" defTabSz="733443">
              <a:spcBef>
                <a:spcPts val="300"/>
              </a:spcBef>
              <a:buClr>
                <a:schemeClr val="accent2"/>
              </a:buClr>
              <a:tabLst>
                <a:tab pos="6056861" algn="l"/>
              </a:tabLst>
            </a:pPr>
            <a:r>
              <a:rPr lang="es-ES" sz="1000" dirty="0">
                <a:solidFill>
                  <a:srgbClr val="EB0000"/>
                </a:solidFill>
                <a:latin typeface="Arial" panose="020B0604020202020204" pitchFamily="34" charset="0"/>
                <a:ea typeface="Lucida Grande" pitchFamily="2" charset="0"/>
                <a:cs typeface="Arial" panose="020B0604020202020204" pitchFamily="34" charset="0"/>
              </a:rPr>
              <a:t>No reproduction or distribution may be made of any part of the paper/presentation for any reason without first receiving written permission </a:t>
            </a:r>
            <a:r>
              <a:rPr lang="es-ES" sz="1000" dirty="0" err="1">
                <a:solidFill>
                  <a:srgbClr val="EB0000"/>
                </a:solidFill>
                <a:latin typeface="Arial" panose="020B0604020202020204" pitchFamily="34" charset="0"/>
                <a:ea typeface="Lucida Grande" pitchFamily="2" charset="0"/>
                <a:cs typeface="Arial" panose="020B0604020202020204" pitchFamily="34" charset="0"/>
              </a:rPr>
              <a:t>from</a:t>
            </a:r>
            <a:r>
              <a:rPr lang="es-ES" sz="1000" dirty="0">
                <a:solidFill>
                  <a:srgbClr val="EB0000"/>
                </a:solidFill>
                <a:latin typeface="Arial" panose="020B0604020202020204" pitchFamily="34" charset="0"/>
                <a:ea typeface="Lucida Grande" pitchFamily="2" charset="0"/>
                <a:cs typeface="Arial" panose="020B0604020202020204" pitchFamily="34" charset="0"/>
              </a:rPr>
              <a:t> Santander Tecnología. Only for the intended purpose for which you are receiving this paper/presentation you would be allowed to make a single copy of print it, provided that no changes are made to the content and provided that a copyright notice accrediting the content is attached to the reproduction. Beyond that, no further copies may be made or distributed without written authorization. All commercial use is expressly forbidden.</a:t>
            </a:r>
          </a:p>
          <a:p>
            <a:pPr algn="just" defTabSz="733443">
              <a:spcBef>
                <a:spcPts val="300"/>
              </a:spcBef>
              <a:buClr>
                <a:schemeClr val="accent2"/>
              </a:buClr>
              <a:tabLst>
                <a:tab pos="6056861" algn="l"/>
              </a:tabLst>
            </a:pPr>
            <a:endParaRPr lang="es-ES" sz="1000" dirty="0">
              <a:solidFill>
                <a:srgbClr val="EB0000"/>
              </a:solidFill>
              <a:latin typeface="Arial" panose="020B0604020202020204" pitchFamily="34" charset="0"/>
              <a:ea typeface="Lucida Grande" pitchFamily="2" charset="0"/>
              <a:cs typeface="Arial" panose="020B0604020202020204" pitchFamily="34" charset="0"/>
            </a:endParaRPr>
          </a:p>
          <a:p>
            <a:pPr algn="just" defTabSz="733443">
              <a:spcBef>
                <a:spcPts val="300"/>
              </a:spcBef>
              <a:buClr>
                <a:schemeClr val="accent2"/>
              </a:buClr>
              <a:tabLst>
                <a:tab pos="6056861" algn="l"/>
              </a:tabLst>
            </a:pPr>
            <a:r>
              <a:rPr lang="es-ES" sz="1000" dirty="0">
                <a:solidFill>
                  <a:srgbClr val="EB0000"/>
                </a:solidFill>
                <a:latin typeface="Arial" panose="020B0604020202020204" pitchFamily="34" charset="0"/>
                <a:ea typeface="Lucida Grande" pitchFamily="2" charset="0"/>
                <a:cs typeface="Arial" panose="020B0604020202020204" pitchFamily="34" charset="0"/>
              </a:rPr>
              <a:t>Santander Tecnología </a:t>
            </a:r>
            <a:r>
              <a:rPr lang="es-ES" sz="1000" dirty="0" err="1">
                <a:solidFill>
                  <a:srgbClr val="EB0000"/>
                </a:solidFill>
                <a:latin typeface="Arial" panose="020B0604020202020204" pitchFamily="34" charset="0"/>
                <a:ea typeface="Lucida Grande" pitchFamily="2" charset="0"/>
                <a:cs typeface="Arial" panose="020B0604020202020204" pitchFamily="34" charset="0"/>
              </a:rPr>
              <a:t>is</a:t>
            </a:r>
            <a:r>
              <a:rPr lang="es-ES" sz="1000" dirty="0">
                <a:solidFill>
                  <a:srgbClr val="EB0000"/>
                </a:solidFill>
                <a:latin typeface="Arial" panose="020B0604020202020204" pitchFamily="34" charset="0"/>
                <a:ea typeface="Lucida Grande" pitchFamily="2" charset="0"/>
                <a:cs typeface="Arial" panose="020B0604020202020204" pitchFamily="34" charset="0"/>
              </a:rPr>
              <a:t> the owner, copyright owner or authorized user for all other aspects and content of this paper/presentation including trademark, information, text, photographs and design unless otherwise stated.</a:t>
            </a:r>
          </a:p>
          <a:p>
            <a:pPr algn="just" defTabSz="733443">
              <a:spcBef>
                <a:spcPts val="300"/>
              </a:spcBef>
              <a:buClr>
                <a:schemeClr val="accent2"/>
              </a:buClr>
              <a:tabLst>
                <a:tab pos="6056861" algn="l"/>
              </a:tabLst>
            </a:pPr>
            <a:endParaRPr lang="es-ES" sz="1000" dirty="0">
              <a:solidFill>
                <a:srgbClr val="EB0000"/>
              </a:solidFill>
              <a:latin typeface="Arial" panose="020B0604020202020204" pitchFamily="34" charset="0"/>
              <a:ea typeface="Lucida Grande" pitchFamily="2" charset="0"/>
              <a:cs typeface="Arial" panose="020B0604020202020204" pitchFamily="34" charset="0"/>
            </a:endParaRPr>
          </a:p>
          <a:p>
            <a:pPr algn="just" defTabSz="733443">
              <a:spcBef>
                <a:spcPts val="300"/>
              </a:spcBef>
              <a:buClr>
                <a:schemeClr val="accent2"/>
              </a:buClr>
              <a:tabLst>
                <a:tab pos="6056861" algn="l"/>
              </a:tabLst>
            </a:pPr>
            <a:r>
              <a:rPr lang="es-ES" sz="1000" dirty="0">
                <a:solidFill>
                  <a:srgbClr val="EB0000"/>
                </a:solidFill>
                <a:latin typeface="Arial" panose="020B0604020202020204" pitchFamily="34" charset="0"/>
                <a:ea typeface="Lucida Grande" pitchFamily="2" charset="0"/>
                <a:cs typeface="Arial" panose="020B0604020202020204" pitchFamily="34" charset="0"/>
              </a:rPr>
              <a:t>While every endeavour has been made to supply accurate information, errors and omissions may occur. Accordingly, Santander Tecnología </a:t>
            </a:r>
            <a:r>
              <a:rPr lang="es-ES" sz="1000" dirty="0" err="1">
                <a:solidFill>
                  <a:srgbClr val="EB0000"/>
                </a:solidFill>
                <a:latin typeface="Arial" panose="020B0604020202020204" pitchFamily="34" charset="0"/>
                <a:ea typeface="Lucida Grande" pitchFamily="2" charset="0"/>
                <a:cs typeface="Arial" panose="020B0604020202020204" pitchFamily="34" charset="0"/>
              </a:rPr>
              <a:t>does</a:t>
            </a:r>
            <a:r>
              <a:rPr lang="es-ES" sz="1000" dirty="0">
                <a:solidFill>
                  <a:srgbClr val="EB0000"/>
                </a:solidFill>
                <a:latin typeface="Arial" panose="020B0604020202020204" pitchFamily="34" charset="0"/>
                <a:ea typeface="Lucida Grande" pitchFamily="2" charset="0"/>
                <a:cs typeface="Arial" panose="020B0604020202020204" pitchFamily="34" charset="0"/>
              </a:rPr>
              <a:t> not accept any liability for any loss or damage which may directly or indirectly result from any advice, opinion, information, representation or omission, whether negligent or otherwise, contained </a:t>
            </a:r>
            <a:r>
              <a:rPr lang="es-ES" sz="1000" dirty="0" err="1">
                <a:solidFill>
                  <a:srgbClr val="EB0000"/>
                </a:solidFill>
                <a:latin typeface="Arial" panose="020B0604020202020204" pitchFamily="34" charset="0"/>
                <a:ea typeface="Lucida Grande" pitchFamily="2" charset="0"/>
                <a:cs typeface="Arial" panose="020B0604020202020204" pitchFamily="34" charset="0"/>
              </a:rPr>
              <a:t>on</a:t>
            </a:r>
            <a:r>
              <a:rPr lang="es-ES" sz="1000" dirty="0">
                <a:solidFill>
                  <a:srgbClr val="EB0000"/>
                </a:solidFill>
                <a:latin typeface="Arial" panose="020B0604020202020204" pitchFamily="34" charset="0"/>
                <a:ea typeface="Lucida Grande" pitchFamily="2" charset="0"/>
                <a:cs typeface="Arial" panose="020B0604020202020204" pitchFamily="34" charset="0"/>
              </a:rPr>
              <a:t> this site.</a:t>
            </a:r>
          </a:p>
        </p:txBody>
      </p:sp>
      <p:sp>
        <p:nvSpPr>
          <p:cNvPr id="3" name="Rectangle 26"/>
          <p:cNvSpPr>
            <a:spLocks/>
          </p:cNvSpPr>
          <p:nvPr/>
        </p:nvSpPr>
        <p:spPr bwMode="auto">
          <a:xfrm>
            <a:off x="876822" y="662536"/>
            <a:ext cx="9753600" cy="333375"/>
          </a:xfrm>
          <a:prstGeom prst="rect">
            <a:avLst/>
          </a:prstGeom>
          <a:noFill/>
          <a:ln w="9525">
            <a:noFill/>
            <a:round/>
            <a:headEnd/>
            <a:tailEnd/>
          </a:ln>
        </p:spPr>
        <p:txBody>
          <a:bodyPr lIns="0" tIns="0" rIns="0" bIns="0" anchor="ctr"/>
          <a:lstStyle/>
          <a:p>
            <a:pPr eaLnBrk="0" hangingPunct="0">
              <a:defRPr/>
            </a:pPr>
            <a:r>
              <a:rPr lang="es-ES" sz="2100" kern="0" dirty="0">
                <a:solidFill>
                  <a:schemeClr val="tx1">
                    <a:lumMod val="65000"/>
                    <a:lumOff val="35000"/>
                  </a:schemeClr>
                </a:solidFill>
                <a:latin typeface="+mj-lt"/>
                <a:ea typeface="ヒラギノ角ゴ ProN W3"/>
                <a:cs typeface="+mj-cs"/>
              </a:rPr>
              <a:t>Copyright, IP Rights, Propietary Information</a:t>
            </a:r>
          </a:p>
        </p:txBody>
      </p:sp>
    </p:spTree>
    <p:extLst>
      <p:ext uri="{BB962C8B-B14F-4D97-AF65-F5344CB8AC3E}">
        <p14:creationId xmlns:p14="http://schemas.microsoft.com/office/powerpoint/2010/main" val="6317356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6 Grupo">
            <a:extLst>
              <a:ext uri="{FF2B5EF4-FFF2-40B4-BE49-F238E27FC236}">
                <a16:creationId xmlns:a16="http://schemas.microsoft.com/office/drawing/2014/main" id="{5B7D8D5B-1DDE-443E-A6DD-543CDC429B4A}"/>
              </a:ext>
            </a:extLst>
          </p:cNvPr>
          <p:cNvGrpSpPr/>
          <p:nvPr/>
        </p:nvGrpSpPr>
        <p:grpSpPr>
          <a:xfrm>
            <a:off x="2806481" y="4999783"/>
            <a:ext cx="6480719" cy="1051218"/>
            <a:chOff x="1331641" y="4941168"/>
            <a:chExt cx="6480719" cy="1051218"/>
          </a:xfrm>
        </p:grpSpPr>
        <p:graphicFrame>
          <p:nvGraphicFramePr>
            <p:cNvPr id="5" name="Tabla iconos">
              <a:extLst>
                <a:ext uri="{FF2B5EF4-FFF2-40B4-BE49-F238E27FC236}">
                  <a16:creationId xmlns:a16="http://schemas.microsoft.com/office/drawing/2014/main" id="{7A77657A-2C1F-4554-A30E-8830D206B133}"/>
                </a:ext>
              </a:extLst>
            </p:cNvPr>
            <p:cNvGraphicFramePr>
              <a:graphicFrameLocks/>
            </p:cNvGraphicFramePr>
            <p:nvPr>
              <p:extLst>
                <p:ext uri="{D42A27DB-BD31-4B8C-83A1-F6EECF244321}">
                  <p14:modId xmlns:p14="http://schemas.microsoft.com/office/powerpoint/2010/main" val="2569626113"/>
                </p:ext>
              </p:extLst>
            </p:nvPr>
          </p:nvGraphicFramePr>
          <p:xfrm>
            <a:off x="1331641" y="4941168"/>
            <a:ext cx="6480719" cy="1051218"/>
          </p:xfrm>
          <a:graphic>
            <a:graphicData uri="http://schemas.openxmlformats.org/drawingml/2006/table">
              <a:tbl>
                <a:tblPr firstRow="1" bandRow="1">
                  <a:tableStyleId>{21E4AEA4-8DFA-4A89-87EB-49C32662AFE0}</a:tableStyleId>
                </a:tblPr>
                <a:tblGrid>
                  <a:gridCol w="953047">
                    <a:extLst>
                      <a:ext uri="{9D8B030D-6E8A-4147-A177-3AD203B41FA5}">
                        <a16:colId xmlns:a16="http://schemas.microsoft.com/office/drawing/2014/main" val="20000"/>
                      </a:ext>
                    </a:extLst>
                  </a:gridCol>
                  <a:gridCol w="5527672">
                    <a:extLst>
                      <a:ext uri="{9D8B030D-6E8A-4147-A177-3AD203B41FA5}">
                        <a16:colId xmlns:a16="http://schemas.microsoft.com/office/drawing/2014/main" val="20001"/>
                      </a:ext>
                    </a:extLst>
                  </a:gridCol>
                </a:tblGrid>
                <a:tr h="259025">
                  <a:tc>
                    <a:txBody>
                      <a:bodyPr/>
                      <a:lstStyle/>
                      <a:p>
                        <a:pPr marL="0" marR="0" lvl="0" indent="0" algn="ctr" defTabSz="914400" rtl="0" eaLnBrk="1" fontAlgn="base" latinLnBrk="0" hangingPunct="1">
                          <a:lnSpc>
                            <a:spcPct val="100000"/>
                          </a:lnSpc>
                          <a:spcBef>
                            <a:spcPts val="600"/>
                          </a:spcBef>
                          <a:spcAft>
                            <a:spcPct val="0"/>
                          </a:spcAft>
                          <a:buClrTx/>
                          <a:buSzTx/>
                          <a:buFont typeface="Wingdings" pitchFamily="2" charset="2"/>
                          <a:buNone/>
                          <a:tabLst/>
                        </a:pPr>
                        <a:r>
                          <a:rPr kumimoji="0" lang="es-ES_tradnl" sz="1200" u="none" strike="noStrike" kern="1200" cap="none" normalizeH="0" baseline="0" dirty="0">
                            <a:ln>
                              <a:noFill/>
                            </a:ln>
                            <a:effectLst/>
                            <a:latin typeface="Arial" panose="020B0604020202020204" pitchFamily="34" charset="0"/>
                            <a:cs typeface="Arial" panose="020B0604020202020204" pitchFamily="34" charset="0"/>
                          </a:rPr>
                          <a:t>ICONO</a:t>
                        </a:r>
                        <a:endParaRPr kumimoji="0" lang="es-ES_tradnl" sz="1200" b="1" i="0" u="none" strike="noStrike" kern="1200" cap="none" normalizeH="0" baseline="0" dirty="0">
                          <a:ln>
                            <a:noFill/>
                          </a:ln>
                          <a:solidFill>
                            <a:schemeClr val="bg1"/>
                          </a:solidFill>
                          <a:effectLst/>
                          <a:latin typeface="Arial" panose="020B0604020202020204" pitchFamily="34" charset="0"/>
                          <a:ea typeface="+mn-ea"/>
                          <a:cs typeface="Arial" panose="020B0604020202020204"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B0000"/>
                      </a:solidFill>
                    </a:tcPr>
                  </a:tc>
                  <a:tc>
                    <a:txBody>
                      <a:bodyPr/>
                      <a:lstStyle/>
                      <a:p>
                        <a:pPr marL="0" marR="0" lvl="0" indent="0" algn="ctr" defTabSz="914400" rtl="0" eaLnBrk="1" fontAlgn="base" latinLnBrk="0" hangingPunct="1">
                          <a:lnSpc>
                            <a:spcPct val="100000"/>
                          </a:lnSpc>
                          <a:spcBef>
                            <a:spcPts val="600"/>
                          </a:spcBef>
                          <a:spcAft>
                            <a:spcPct val="0"/>
                          </a:spcAft>
                          <a:buClrTx/>
                          <a:buSzTx/>
                          <a:buFont typeface="Wingdings" pitchFamily="2" charset="2"/>
                          <a:buNone/>
                          <a:tabLst/>
                        </a:pPr>
                        <a:r>
                          <a:rPr kumimoji="0" lang="es-ES_tradnl" sz="1200" u="none" strike="noStrike" kern="1200" cap="none" normalizeH="0" baseline="0" dirty="0">
                            <a:ln>
                              <a:noFill/>
                            </a:ln>
                            <a:effectLst/>
                            <a:latin typeface="Arial" panose="020B0604020202020204" pitchFamily="34" charset="0"/>
                            <a:cs typeface="Arial" panose="020B0604020202020204" pitchFamily="34" charset="0"/>
                          </a:rPr>
                          <a:t>Significado</a:t>
                        </a:r>
                        <a:endParaRPr kumimoji="0" lang="es-ES_tradnl" sz="1200" b="1" i="0" u="none" strike="noStrike" kern="1200" cap="none" normalizeH="0" baseline="0" dirty="0">
                          <a:ln>
                            <a:noFill/>
                          </a:ln>
                          <a:solidFill>
                            <a:schemeClr val="bg1"/>
                          </a:solidFill>
                          <a:effectLst/>
                          <a:latin typeface="Arial" panose="020B0604020202020204" pitchFamily="34" charset="0"/>
                          <a:ea typeface="+mn-ea"/>
                          <a:cs typeface="Arial" panose="020B0604020202020204"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B0000"/>
                      </a:solidFill>
                    </a:tcPr>
                  </a:tc>
                  <a:extLst>
                    <a:ext uri="{0D108BD9-81ED-4DB2-BD59-A6C34878D82A}">
                      <a16:rowId xmlns:a16="http://schemas.microsoft.com/office/drawing/2014/main" val="10000"/>
                    </a:ext>
                  </a:extLst>
                </a:tr>
                <a:tr h="403655">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endParaRPr kumimoji="0" lang="es-ES" sz="1100" b="0" i="0" u="none" strike="noStrike" kern="1200" cap="none" normalizeH="0" baseline="0" dirty="0">
                          <a:ln>
                            <a:noFill/>
                          </a:ln>
                          <a:solidFill>
                            <a:schemeClr val="tx1"/>
                          </a:solidFill>
                          <a:effectLst/>
                          <a:latin typeface="Arial" charset="0"/>
                          <a:ea typeface="+mn-ea"/>
                          <a:cs typeface="+mn-cs"/>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defRPr/>
                        </a:pPr>
                        <a:r>
                          <a:rPr kumimoji="0" lang="es-ES" sz="1000" u="none" strike="noStrike" kern="1200" cap="none" normalizeH="0" baseline="0" dirty="0">
                            <a:ln>
                              <a:noFill/>
                            </a:ln>
                            <a:effectLst/>
                            <a:latin typeface="+mn-lt"/>
                          </a:rPr>
                          <a:t>Llama la atención sobre algo que es nuevo o ha sido modificado en esta versión del DI</a:t>
                        </a:r>
                        <a:endParaRPr kumimoji="0" lang="es-ES" sz="1000" b="0" i="0" u="none" strike="noStrike" kern="1200" cap="none" normalizeH="0" baseline="0" dirty="0">
                          <a:ln>
                            <a:noFill/>
                          </a:ln>
                          <a:solidFill>
                            <a:schemeClr val="tx1"/>
                          </a:solidFill>
                          <a:effectLst/>
                          <a:latin typeface="+mn-lt"/>
                          <a:ea typeface="+mn-ea"/>
                          <a:cs typeface="+mn-cs"/>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88538">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endParaRPr kumimoji="0" lang="es-ES" sz="1100" b="0" i="0" u="none" strike="noStrike" kern="1200" cap="none" normalizeH="0" baseline="0" dirty="0">
                          <a:ln>
                            <a:noFill/>
                          </a:ln>
                          <a:solidFill>
                            <a:schemeClr val="tx1"/>
                          </a:solidFill>
                          <a:effectLst/>
                          <a:latin typeface="Arial" charset="0"/>
                          <a:ea typeface="+mn-ea"/>
                          <a:cs typeface="+mn-cs"/>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000" b="0" i="0" u="none" strike="noStrike" kern="1200" cap="none" normalizeH="0" baseline="0" dirty="0">
                            <a:ln>
                              <a:noFill/>
                            </a:ln>
                            <a:solidFill>
                              <a:schemeClr val="tx1"/>
                            </a:solidFill>
                            <a:effectLst/>
                            <a:latin typeface="+mn-lt"/>
                            <a:ea typeface="+mn-ea"/>
                            <a:cs typeface="+mn-cs"/>
                          </a:rPr>
                          <a:t>Punto clave dentro del diseño al que habría que prestar especial atención</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pic>
          <p:nvPicPr>
            <p:cNvPr id="6" name="Picture 662" descr="MC900434391[1]">
              <a:extLst>
                <a:ext uri="{FF2B5EF4-FFF2-40B4-BE49-F238E27FC236}">
                  <a16:creationId xmlns:a16="http://schemas.microsoft.com/office/drawing/2014/main" id="{07B6DC14-E7A8-4B55-B1D8-E6DC786083E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98404" y="5229200"/>
              <a:ext cx="353316"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Ojo" descr="MCj04377970000[1]">
              <a:hlinkClick r:id="" action="ppaction://noaction"/>
              <a:extLst>
                <a:ext uri="{FF2B5EF4-FFF2-40B4-BE49-F238E27FC236}">
                  <a16:creationId xmlns:a16="http://schemas.microsoft.com/office/drawing/2014/main" id="{F82A7F08-C087-415E-8D0C-7E5735909C5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07923" y="5648463"/>
              <a:ext cx="360920" cy="324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aphicFrame>
        <p:nvGraphicFramePr>
          <p:cNvPr id="8" name="Group 64">
            <a:extLst>
              <a:ext uri="{FF2B5EF4-FFF2-40B4-BE49-F238E27FC236}">
                <a16:creationId xmlns:a16="http://schemas.microsoft.com/office/drawing/2014/main" id="{B5EDAD54-E7F6-4603-95FB-40A4C25DE9B9}"/>
              </a:ext>
            </a:extLst>
          </p:cNvPr>
          <p:cNvGraphicFramePr>
            <a:graphicFrameLocks noGrp="1"/>
          </p:cNvGraphicFramePr>
          <p:nvPr>
            <p:extLst>
              <p:ext uri="{D42A27DB-BD31-4B8C-83A1-F6EECF244321}">
                <p14:modId xmlns:p14="http://schemas.microsoft.com/office/powerpoint/2010/main" val="2984250793"/>
              </p:ext>
            </p:extLst>
          </p:nvPr>
        </p:nvGraphicFramePr>
        <p:xfrm>
          <a:off x="701127" y="978654"/>
          <a:ext cx="10691426" cy="2850030"/>
        </p:xfrm>
        <a:graphic>
          <a:graphicData uri="http://schemas.openxmlformats.org/drawingml/2006/table">
            <a:tbl>
              <a:tblPr/>
              <a:tblGrid>
                <a:gridCol w="885870">
                  <a:extLst>
                    <a:ext uri="{9D8B030D-6E8A-4147-A177-3AD203B41FA5}">
                      <a16:colId xmlns:a16="http://schemas.microsoft.com/office/drawing/2014/main" val="20000"/>
                    </a:ext>
                  </a:extLst>
                </a:gridCol>
                <a:gridCol w="935420">
                  <a:extLst>
                    <a:ext uri="{9D8B030D-6E8A-4147-A177-3AD203B41FA5}">
                      <a16:colId xmlns:a16="http://schemas.microsoft.com/office/drawing/2014/main" val="20001"/>
                    </a:ext>
                  </a:extLst>
                </a:gridCol>
                <a:gridCol w="6705600">
                  <a:extLst>
                    <a:ext uri="{9D8B030D-6E8A-4147-A177-3AD203B41FA5}">
                      <a16:colId xmlns:a16="http://schemas.microsoft.com/office/drawing/2014/main" val="20002"/>
                    </a:ext>
                  </a:extLst>
                </a:gridCol>
                <a:gridCol w="2164536">
                  <a:extLst>
                    <a:ext uri="{9D8B030D-6E8A-4147-A177-3AD203B41FA5}">
                      <a16:colId xmlns:a16="http://schemas.microsoft.com/office/drawing/2014/main" val="20003"/>
                    </a:ext>
                  </a:extLst>
                </a:gridCol>
              </a:tblGrid>
              <a:tr h="352927">
                <a:tc>
                  <a:txBody>
                    <a:bodyPr/>
                    <a:lstStyle/>
                    <a:p>
                      <a:pPr marL="0" marR="0" lvl="0" indent="0" algn="ctr" defTabSz="914400" rtl="0" eaLnBrk="0" fontAlgn="base" latinLnBrk="0" hangingPunct="0">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en-GB" sz="1400" b="1" i="0" u="none" strike="noStrike" cap="none" normalizeH="0" baseline="0" dirty="0" err="1">
                          <a:ln>
                            <a:noFill/>
                          </a:ln>
                          <a:solidFill>
                            <a:schemeClr val="bg1"/>
                          </a:solidFill>
                          <a:effectLst/>
                          <a:latin typeface="Arial" charset="0"/>
                        </a:rPr>
                        <a:t>Versi</a:t>
                      </a:r>
                      <a:r>
                        <a:rPr kumimoji="0" lang="es-ES_tradnl" sz="1400" b="1" i="0" u="none" strike="noStrike" cap="none" normalizeH="0" baseline="0" dirty="0">
                          <a:ln>
                            <a:noFill/>
                          </a:ln>
                          <a:solidFill>
                            <a:schemeClr val="bg1"/>
                          </a:solidFill>
                          <a:effectLst/>
                          <a:latin typeface="Arial" charset="0"/>
                        </a:rPr>
                        <a:t>ó</a:t>
                      </a:r>
                      <a:r>
                        <a:rPr kumimoji="0" lang="en-GB" sz="1400" b="1" i="0" u="none" strike="noStrike" cap="none" normalizeH="0" baseline="0" dirty="0">
                          <a:ln>
                            <a:noFill/>
                          </a:ln>
                          <a:solidFill>
                            <a:schemeClr val="bg1"/>
                          </a:solidFill>
                          <a:effectLst/>
                          <a:latin typeface="Arial" charset="0"/>
                        </a:rPr>
                        <a:t>n</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0" fontAlgn="base" latinLnBrk="0" hangingPunct="0">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en-GB" sz="1400" b="1" i="0" u="none" strike="noStrike" cap="none" normalizeH="0" baseline="0" dirty="0" err="1">
                          <a:ln>
                            <a:noFill/>
                          </a:ln>
                          <a:solidFill>
                            <a:schemeClr val="bg1"/>
                          </a:solidFill>
                          <a:effectLst/>
                          <a:latin typeface="Arial" charset="0"/>
                        </a:rPr>
                        <a:t>Fecha</a:t>
                      </a:r>
                      <a:endParaRPr kumimoji="0" lang="en-GB" sz="1400" b="1" i="0" u="none" strike="noStrike" cap="none" normalizeH="0" baseline="0" dirty="0">
                        <a:ln>
                          <a:noFill/>
                        </a:ln>
                        <a:solidFill>
                          <a:schemeClr val="bg1"/>
                        </a:solidFill>
                        <a:effectLst/>
                        <a:latin typeface="Arial" charset="0"/>
                      </a:endParaRP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0" fontAlgn="base" latinLnBrk="0" hangingPunct="0">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en-GB" sz="1400" b="1" i="0" u="none" strike="noStrike" cap="none" normalizeH="0" baseline="0">
                          <a:ln>
                            <a:noFill/>
                          </a:ln>
                          <a:solidFill>
                            <a:schemeClr val="bg1"/>
                          </a:solidFill>
                          <a:effectLst/>
                          <a:latin typeface="Arial" charset="0"/>
                        </a:rPr>
                        <a:t>Descripción del Cambio</a:t>
                      </a:r>
                    </a:p>
                  </a:txBody>
                  <a:tcPr marL="72000" marR="72000" marT="71975" marB="7197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0" fontAlgn="base" latinLnBrk="0" hangingPunct="0">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en-GB" sz="1400" b="1" i="0" u="none" strike="noStrike" cap="none" normalizeH="0" baseline="0" dirty="0">
                          <a:ln>
                            <a:noFill/>
                          </a:ln>
                          <a:solidFill>
                            <a:schemeClr val="bg1"/>
                          </a:solidFill>
                          <a:effectLst/>
                          <a:latin typeface="Arial" charset="0"/>
                        </a:rPr>
                        <a:t>Autor/</a:t>
                      </a:r>
                      <a:r>
                        <a:rPr kumimoji="0" lang="en-GB" sz="1400" b="1" i="0" u="none" strike="noStrike" cap="none" normalizeH="0" baseline="0" dirty="0" err="1">
                          <a:ln>
                            <a:noFill/>
                          </a:ln>
                          <a:solidFill>
                            <a:schemeClr val="bg1"/>
                          </a:solidFill>
                          <a:effectLst/>
                          <a:latin typeface="Arial" charset="0"/>
                        </a:rPr>
                        <a:t>Departamento</a:t>
                      </a:r>
                      <a:endParaRPr kumimoji="0" lang="en-GB" sz="1400" b="1" i="0" u="none" strike="noStrike" cap="none" normalizeH="0" baseline="0" dirty="0">
                        <a:ln>
                          <a:noFill/>
                        </a:ln>
                        <a:solidFill>
                          <a:schemeClr val="bg1"/>
                        </a:solidFill>
                        <a:effectLst/>
                        <a:latin typeface="Arial" charset="0"/>
                      </a:endParaRP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0"/>
                  </a:ext>
                </a:extLst>
              </a:tr>
              <a:tr h="307768">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U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1.0.0</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U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17/05/2021</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defRPr/>
                      </a:pPr>
                      <a:r>
                        <a:rPr lang="es-ES" sz="1100" b="0" i="0" u="none" strike="noStrike" dirty="0">
                          <a:solidFill>
                            <a:schemeClr val="tx1">
                              <a:lumMod val="85000"/>
                              <a:lumOff val="15000"/>
                            </a:schemeClr>
                          </a:solidFill>
                          <a:effectLst/>
                          <a:latin typeface="Arial" panose="020B0604020202020204" pitchFamily="34" charset="0"/>
                          <a:cs typeface="Arial" panose="020B0604020202020204" pitchFamily="34" charset="0"/>
                        </a:rPr>
                        <a:t>Versión Inicial </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defRPr/>
                      </a:pPr>
                      <a:r>
                        <a:rPr kumimoji="0" lang="es-ES" sz="1100" b="0" i="0" u="none" strike="noStrike" kern="1200" cap="none" normalizeH="0" baseline="0" dirty="0">
                          <a:ln>
                            <a:noFill/>
                          </a:ln>
                          <a:solidFill>
                            <a:schemeClr val="tx1">
                              <a:lumMod val="85000"/>
                              <a:lumOff val="15000"/>
                            </a:schemeClr>
                          </a:solidFill>
                          <a:effectLst/>
                          <a:latin typeface="Arial" panose="020B0604020202020204" pitchFamily="34" charset="0"/>
                          <a:ea typeface="+mn-ea"/>
                          <a:cs typeface="Arial" panose="020B0604020202020204" pitchFamily="34" charset="0"/>
                        </a:rPr>
                        <a:t>Arquitectura de Dominios</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7768">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U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2.0.0</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U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22/06/2021</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s-E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Modificación a un solo PaaS (internet). Pg:14,15, 35, 44, 49, 50</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defRPr/>
                      </a:pPr>
                      <a:r>
                        <a:rPr kumimoji="0" lang="es-ES" sz="1100" b="0" i="0" u="none" strike="noStrike" kern="1200" cap="none" normalizeH="0" baseline="0" dirty="0">
                          <a:ln>
                            <a:noFill/>
                          </a:ln>
                          <a:solidFill>
                            <a:schemeClr val="tx1">
                              <a:lumMod val="85000"/>
                              <a:lumOff val="15000"/>
                            </a:schemeClr>
                          </a:solidFill>
                          <a:effectLst/>
                          <a:latin typeface="Arial" panose="020B0604020202020204" pitchFamily="34" charset="0"/>
                          <a:ea typeface="+mn-ea"/>
                          <a:cs typeface="Arial" panose="020B0604020202020204" pitchFamily="34" charset="0"/>
                        </a:rPr>
                        <a:t>Arquitectura de Dominios</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7768">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U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2.1.0</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U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26/07/2021</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s-E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Integración </a:t>
                      </a:r>
                      <a:r>
                        <a:rPr kumimoji="0" lang="es-ES" sz="1100" b="0" i="0" u="none" strike="noStrike" cap="none" normalizeH="0" baseline="0" dirty="0" err="1">
                          <a:ln>
                            <a:noFill/>
                          </a:ln>
                          <a:solidFill>
                            <a:schemeClr val="tx1">
                              <a:lumMod val="85000"/>
                              <a:lumOff val="15000"/>
                            </a:schemeClr>
                          </a:solidFill>
                          <a:effectLst/>
                          <a:latin typeface="Arial" panose="020B0604020202020204" pitchFamily="34" charset="0"/>
                          <a:cs typeface="Arial" panose="020B0604020202020204" pitchFamily="34" charset="0"/>
                        </a:rPr>
                        <a:t>Chatbot</a:t>
                      </a:r>
                      <a:r>
                        <a:rPr kumimoji="0" lang="es-E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 </a:t>
                      </a:r>
                      <a:r>
                        <a:rPr kumimoji="0" lang="es-ES" sz="1100" b="0" i="0" u="none" strike="noStrike" cap="none" normalizeH="0" baseline="0" dirty="0" err="1">
                          <a:ln>
                            <a:noFill/>
                          </a:ln>
                          <a:solidFill>
                            <a:schemeClr val="tx1">
                              <a:lumMod val="85000"/>
                              <a:lumOff val="15000"/>
                            </a:schemeClr>
                          </a:solidFill>
                          <a:effectLst/>
                          <a:latin typeface="Arial" panose="020B0604020202020204" pitchFamily="34" charset="0"/>
                          <a:cs typeface="Arial" panose="020B0604020202020204" pitchFamily="34" charset="0"/>
                        </a:rPr>
                        <a:t>Inbentia</a:t>
                      </a:r>
                      <a:endParaRPr kumimoji="0" lang="es-E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endParaRP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defRPr/>
                      </a:pPr>
                      <a:r>
                        <a:rPr kumimoji="0" lang="es-ES" sz="1100" b="0" i="0" u="none" strike="noStrike" kern="1200" cap="none" normalizeH="0" baseline="0" dirty="0">
                          <a:ln>
                            <a:noFill/>
                          </a:ln>
                          <a:solidFill>
                            <a:schemeClr val="tx1">
                              <a:lumMod val="85000"/>
                              <a:lumOff val="15000"/>
                            </a:schemeClr>
                          </a:solidFill>
                          <a:effectLst/>
                          <a:latin typeface="Arial" panose="020B0604020202020204" pitchFamily="34" charset="0"/>
                          <a:ea typeface="+mn-ea"/>
                          <a:cs typeface="Arial" panose="020B0604020202020204" pitchFamily="34" charset="0"/>
                        </a:rPr>
                        <a:t>Arquitectura de Dominios</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50628545"/>
                  </a:ext>
                </a:extLst>
              </a:tr>
              <a:tr h="307768">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U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2.2.0</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U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02/09/2021</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s-E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Acceso AAD Credentials a Blob Storage</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defRPr/>
                      </a:pPr>
                      <a:r>
                        <a:rPr kumimoji="0" lang="es-ES" sz="1100" b="0" i="0" u="none" strike="noStrike" kern="1200" cap="none" normalizeH="0" baseline="0" dirty="0">
                          <a:ln>
                            <a:noFill/>
                          </a:ln>
                          <a:solidFill>
                            <a:schemeClr val="tx1">
                              <a:lumMod val="85000"/>
                              <a:lumOff val="15000"/>
                            </a:schemeClr>
                          </a:solidFill>
                          <a:effectLst/>
                          <a:latin typeface="Arial" panose="020B0604020202020204" pitchFamily="34" charset="0"/>
                          <a:ea typeface="+mn-ea"/>
                          <a:cs typeface="Arial" panose="020B0604020202020204" pitchFamily="34" charset="0"/>
                        </a:rPr>
                        <a:t>Arquitectura de Dominios</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61413773"/>
                  </a:ext>
                </a:extLst>
              </a:tr>
              <a:tr h="307768">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U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2.3.0</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U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20/10/2021</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s-E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Integración con procesos estructurales  </a:t>
                      </a:r>
                      <a:r>
                        <a:rPr kumimoji="0" lang="es-ES" sz="1100" b="0" i="0" u="none" strike="noStrike" cap="none" normalizeH="0" baseline="0" dirty="0" err="1">
                          <a:ln>
                            <a:noFill/>
                          </a:ln>
                          <a:solidFill>
                            <a:schemeClr val="tx1">
                              <a:lumMod val="85000"/>
                              <a:lumOff val="15000"/>
                            </a:schemeClr>
                          </a:solidFill>
                          <a:effectLst/>
                          <a:latin typeface="Arial" panose="020B0604020202020204" pitchFamily="34" charset="0"/>
                          <a:cs typeface="Arial" panose="020B0604020202020204" pitchFamily="34" charset="0"/>
                        </a:rPr>
                        <a:t>Pg</a:t>
                      </a:r>
                      <a:r>
                        <a:rPr kumimoji="0" lang="es-E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 10,13,16,19,20,57</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defRPr/>
                      </a:pPr>
                      <a:r>
                        <a:rPr kumimoji="0" lang="es-ES" sz="1100" b="0" i="0" u="none" strike="noStrike" kern="1200" cap="none" normalizeH="0" baseline="0" dirty="0">
                          <a:ln>
                            <a:noFill/>
                          </a:ln>
                          <a:solidFill>
                            <a:schemeClr val="tx1">
                              <a:lumMod val="85000"/>
                              <a:lumOff val="15000"/>
                            </a:schemeClr>
                          </a:solidFill>
                          <a:effectLst/>
                          <a:latin typeface="Arial" panose="020B0604020202020204" pitchFamily="34" charset="0"/>
                          <a:ea typeface="+mn-ea"/>
                          <a:cs typeface="Arial" panose="020B0604020202020204" pitchFamily="34" charset="0"/>
                        </a:rPr>
                        <a:t>Arquitectura de Dominios</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24510729"/>
                  </a:ext>
                </a:extLst>
              </a:tr>
              <a:tr h="307768">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U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2.4.0</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U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20/10/2021</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s-E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Sustitución de Azure Blob Storage por S3 OHE</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defRPr/>
                      </a:pPr>
                      <a:r>
                        <a:rPr kumimoji="0" lang="es-ES" sz="1100" b="0" i="0" u="none" strike="noStrike" kern="1200" cap="none" normalizeH="0" baseline="0" dirty="0">
                          <a:ln>
                            <a:noFill/>
                          </a:ln>
                          <a:solidFill>
                            <a:schemeClr val="tx1">
                              <a:lumMod val="85000"/>
                              <a:lumOff val="15000"/>
                            </a:schemeClr>
                          </a:solidFill>
                          <a:effectLst/>
                          <a:latin typeface="Arial" panose="020B0604020202020204" pitchFamily="34" charset="0"/>
                          <a:ea typeface="+mn-ea"/>
                          <a:cs typeface="Arial" panose="020B0604020202020204" pitchFamily="34" charset="0"/>
                        </a:rPr>
                        <a:t>Arquitectura de Dominios</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73487447"/>
                  </a:ext>
                </a:extLst>
              </a:tr>
              <a:tr h="307768">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U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2.4.1</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U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20/10/2021</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s-E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Correcciones versión anterior</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defRPr/>
                      </a:pPr>
                      <a:r>
                        <a:rPr kumimoji="0" lang="es-ES" sz="1100" b="0" i="0" u="none" strike="noStrike" kern="1200" cap="none" normalizeH="0" baseline="0" dirty="0">
                          <a:ln>
                            <a:noFill/>
                          </a:ln>
                          <a:solidFill>
                            <a:schemeClr val="tx1">
                              <a:lumMod val="85000"/>
                              <a:lumOff val="15000"/>
                            </a:schemeClr>
                          </a:solidFill>
                          <a:effectLst/>
                          <a:latin typeface="Arial" panose="020B0604020202020204" pitchFamily="34" charset="0"/>
                          <a:ea typeface="+mn-ea"/>
                          <a:cs typeface="Arial" panose="020B0604020202020204" pitchFamily="34" charset="0"/>
                        </a:rPr>
                        <a:t>Arquitectura de Dominios</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11699096"/>
                  </a:ext>
                </a:extLst>
              </a:tr>
              <a:tr h="307768">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U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2.5.0</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U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24/06/2022</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s-E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Incorporación del motor de procesos Appian. </a:t>
                      </a:r>
                      <a:r>
                        <a:rPr kumimoji="0" lang="es-ES" sz="1100" b="0" i="0" u="none" strike="noStrike" cap="none" normalizeH="0" baseline="0" dirty="0" err="1">
                          <a:ln>
                            <a:noFill/>
                          </a:ln>
                          <a:solidFill>
                            <a:schemeClr val="tx1">
                              <a:lumMod val="85000"/>
                              <a:lumOff val="15000"/>
                            </a:schemeClr>
                          </a:solidFill>
                          <a:effectLst/>
                          <a:latin typeface="Arial" panose="020B0604020202020204" pitchFamily="34" charset="0"/>
                          <a:cs typeface="Arial" panose="020B0604020202020204" pitchFamily="34" charset="0"/>
                        </a:rPr>
                        <a:t>Pg</a:t>
                      </a:r>
                      <a:r>
                        <a:rPr kumimoji="0" lang="es-E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rPr>
                        <a:t>: 17, 22, </a:t>
                      </a:r>
                      <a:r>
                        <a:rPr kumimoji="0" lang="es-ES" sz="1100" b="0" i="0" u="none" strike="noStrike" cap="none" normalizeH="0" baseline="0">
                          <a:ln>
                            <a:noFill/>
                          </a:ln>
                          <a:solidFill>
                            <a:schemeClr val="tx1">
                              <a:lumMod val="85000"/>
                              <a:lumOff val="15000"/>
                            </a:schemeClr>
                          </a:solidFill>
                          <a:effectLst/>
                          <a:latin typeface="Arial" panose="020B0604020202020204" pitchFamily="34" charset="0"/>
                          <a:cs typeface="Arial" panose="020B0604020202020204" pitchFamily="34" charset="0"/>
                        </a:rPr>
                        <a:t>33 , 38 y 50</a:t>
                      </a:r>
                      <a:endParaRPr kumimoji="0" lang="es-ES" sz="1100" b="0" i="0" u="none" strike="noStrike" cap="none" normalizeH="0" baseline="0" dirty="0">
                        <a:ln>
                          <a:noFill/>
                        </a:ln>
                        <a:solidFill>
                          <a:schemeClr val="tx1">
                            <a:lumMod val="85000"/>
                            <a:lumOff val="15000"/>
                          </a:schemeClr>
                        </a:solidFill>
                        <a:effectLst/>
                        <a:latin typeface="Arial" panose="020B0604020202020204" pitchFamily="34" charset="0"/>
                        <a:cs typeface="Arial" panose="020B0604020202020204" pitchFamily="34" charset="0"/>
                      </a:endParaRP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defRPr/>
                      </a:pPr>
                      <a:r>
                        <a:rPr kumimoji="0" lang="es-ES" sz="1100" b="0" i="0" u="none" strike="noStrike" kern="1200" cap="none" normalizeH="0" baseline="0" dirty="0">
                          <a:ln>
                            <a:noFill/>
                          </a:ln>
                          <a:solidFill>
                            <a:schemeClr val="tx1">
                              <a:lumMod val="85000"/>
                              <a:lumOff val="15000"/>
                            </a:schemeClr>
                          </a:solidFill>
                          <a:effectLst/>
                          <a:latin typeface="Arial" panose="020B0604020202020204" pitchFamily="34" charset="0"/>
                          <a:ea typeface="+mn-ea"/>
                          <a:cs typeface="Arial" panose="020B0604020202020204" pitchFamily="34" charset="0"/>
                        </a:rPr>
                        <a:t>Arquitectura de Dominios</a:t>
                      </a: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66996325"/>
                  </a:ext>
                </a:extLst>
              </a:tr>
            </a:tbl>
          </a:graphicData>
        </a:graphic>
      </p:graphicFrame>
      <p:sp>
        <p:nvSpPr>
          <p:cNvPr id="9" name="Marcador de texto 1">
            <a:extLst>
              <a:ext uri="{FF2B5EF4-FFF2-40B4-BE49-F238E27FC236}">
                <a16:creationId xmlns:a16="http://schemas.microsoft.com/office/drawing/2014/main" id="{F9D2A28D-1309-4ED6-ACDD-573A77AE08BE}"/>
              </a:ext>
            </a:extLst>
          </p:cNvPr>
          <p:cNvSpPr>
            <a:spLocks noGrp="1"/>
          </p:cNvSpPr>
          <p:nvPr>
            <p:ph type="body" sz="quarter" idx="12"/>
          </p:nvPr>
        </p:nvSpPr>
        <p:spPr>
          <a:xfrm>
            <a:off x="653142" y="328774"/>
            <a:ext cx="10833365" cy="318498"/>
          </a:xfrm>
        </p:spPr>
        <p:txBody>
          <a:bodyPr>
            <a:noAutofit/>
          </a:bodyPr>
          <a:lstStyle/>
          <a:p>
            <a:r>
              <a:rPr lang="es-ES" sz="1800" dirty="0">
                <a:solidFill>
                  <a:srgbClr val="EB0000"/>
                </a:solidFill>
              </a:rPr>
              <a:t>Control de cambios</a:t>
            </a:r>
          </a:p>
        </p:txBody>
      </p:sp>
    </p:spTree>
    <p:extLst>
      <p:ext uri="{BB962C8B-B14F-4D97-AF65-F5344CB8AC3E}">
        <p14:creationId xmlns:p14="http://schemas.microsoft.com/office/powerpoint/2010/main" val="24861064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BB85452-975F-4F0D-B3CC-55C1B3C85287}"/>
              </a:ext>
            </a:extLst>
          </p:cNvPr>
          <p:cNvSpPr>
            <a:spLocks noGrp="1"/>
          </p:cNvSpPr>
          <p:nvPr>
            <p:ph type="body" sz="quarter" idx="12"/>
          </p:nvPr>
        </p:nvSpPr>
        <p:spPr/>
        <p:txBody>
          <a:bodyPr>
            <a:noAutofit/>
          </a:bodyPr>
          <a:lstStyle/>
          <a:p>
            <a:r>
              <a:rPr lang="es-ES" sz="1800" dirty="0">
                <a:solidFill>
                  <a:srgbClr val="EB0000"/>
                </a:solidFill>
              </a:rPr>
              <a:t>Glosario de términos</a:t>
            </a:r>
          </a:p>
        </p:txBody>
      </p:sp>
      <p:graphicFrame>
        <p:nvGraphicFramePr>
          <p:cNvPr id="10" name="Group 64">
            <a:extLst>
              <a:ext uri="{FF2B5EF4-FFF2-40B4-BE49-F238E27FC236}">
                <a16:creationId xmlns:a16="http://schemas.microsoft.com/office/drawing/2014/main" id="{E459626D-ED73-43C8-B5ED-618D941D9E37}"/>
              </a:ext>
            </a:extLst>
          </p:cNvPr>
          <p:cNvGraphicFramePr>
            <a:graphicFrameLocks noGrp="1"/>
          </p:cNvGraphicFramePr>
          <p:nvPr>
            <p:extLst>
              <p:ext uri="{D42A27DB-BD31-4B8C-83A1-F6EECF244321}">
                <p14:modId xmlns:p14="http://schemas.microsoft.com/office/powerpoint/2010/main" val="590465334"/>
              </p:ext>
            </p:extLst>
          </p:nvPr>
        </p:nvGraphicFramePr>
        <p:xfrm>
          <a:off x="773718" y="676387"/>
          <a:ext cx="5004079" cy="4953961"/>
        </p:xfrm>
        <a:graphic>
          <a:graphicData uri="http://schemas.openxmlformats.org/drawingml/2006/table">
            <a:tbl>
              <a:tblPr/>
              <a:tblGrid>
                <a:gridCol w="954593">
                  <a:extLst>
                    <a:ext uri="{9D8B030D-6E8A-4147-A177-3AD203B41FA5}">
                      <a16:colId xmlns:a16="http://schemas.microsoft.com/office/drawing/2014/main" val="20000"/>
                    </a:ext>
                  </a:extLst>
                </a:gridCol>
                <a:gridCol w="4049486">
                  <a:extLst>
                    <a:ext uri="{9D8B030D-6E8A-4147-A177-3AD203B41FA5}">
                      <a16:colId xmlns:a16="http://schemas.microsoft.com/office/drawing/2014/main" val="20002"/>
                    </a:ext>
                  </a:extLst>
                </a:gridCol>
              </a:tblGrid>
              <a:tr h="241929">
                <a:tc>
                  <a:txBody>
                    <a:bodyPr/>
                    <a:lstStyle/>
                    <a:p>
                      <a:pPr marL="0" marR="0" lvl="0" indent="0" algn="ctr" defTabSz="914400" rtl="0" eaLnBrk="0" fontAlgn="base" latinLnBrk="0" hangingPunct="0">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es-ES" sz="1400" b="1" i="0" u="none" strike="noStrike" kern="1200" cap="none" normalizeH="0" baseline="0" dirty="0">
                          <a:ln>
                            <a:noFill/>
                          </a:ln>
                          <a:solidFill>
                            <a:schemeClr val="bg1"/>
                          </a:solidFill>
                          <a:effectLst/>
                          <a:latin typeface="Arial" charset="0"/>
                          <a:ea typeface="+mn-ea"/>
                          <a:cs typeface="+mn-cs"/>
                        </a:rPr>
                        <a:t>SIGLA</a:t>
                      </a:r>
                      <a:endParaRPr kumimoji="0" lang="en-GB" sz="1400" b="1" i="0" u="none" strike="noStrike" kern="1200" cap="none" normalizeH="0" baseline="0" dirty="0">
                        <a:ln>
                          <a:noFill/>
                        </a:ln>
                        <a:solidFill>
                          <a:schemeClr val="bg1"/>
                        </a:solidFill>
                        <a:effectLst/>
                        <a:latin typeface="Arial" charset="0"/>
                        <a:ea typeface="+mn-ea"/>
                        <a:cs typeface="+mn-cs"/>
                      </a:endParaRP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0" fontAlgn="base" latinLnBrk="0" hangingPunct="0">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en-GB" sz="1400" b="1" i="0" u="none" strike="noStrike" kern="1200" cap="none" normalizeH="0" baseline="0" dirty="0" err="1">
                          <a:ln>
                            <a:noFill/>
                          </a:ln>
                          <a:solidFill>
                            <a:schemeClr val="bg1"/>
                          </a:solidFill>
                          <a:effectLst/>
                          <a:latin typeface="Arial" charset="0"/>
                          <a:ea typeface="+mn-ea"/>
                          <a:cs typeface="+mn-cs"/>
                        </a:rPr>
                        <a:t>Significado</a:t>
                      </a:r>
                      <a:endParaRPr kumimoji="0" lang="en-GB" sz="1400" b="1" i="0" u="none" strike="noStrike" kern="1200" cap="none" normalizeH="0" baseline="0" dirty="0">
                        <a:ln>
                          <a:noFill/>
                        </a:ln>
                        <a:solidFill>
                          <a:schemeClr val="bg1"/>
                        </a:solidFill>
                        <a:effectLst/>
                        <a:latin typeface="Arial" charset="0"/>
                        <a:ea typeface="+mn-ea"/>
                        <a:cs typeface="+mn-cs"/>
                      </a:endParaRP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647138706"/>
                  </a:ext>
                </a:extLst>
              </a:tr>
              <a:tr h="241929">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APP</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Alhambra Process Platform</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81735054"/>
                  </a:ext>
                </a:extLst>
              </a:tr>
              <a:tr h="241929">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ASW</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Arquitectura del Software</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43430505"/>
                  </a:ext>
                </a:extLst>
              </a:tr>
              <a:tr h="241929">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BBDD</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Bases de Datos</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74106314"/>
                  </a:ext>
                </a:extLst>
              </a:tr>
              <a:tr h="241929">
                <a:tc>
                  <a:txBody>
                    <a:body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BDP</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Base de Datos de Personas</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10590299"/>
                  </a:ext>
                </a:extLst>
              </a:tr>
              <a:tr h="241929">
                <a:tc>
                  <a:txBody>
                    <a:body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BE</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Banca Electrónica</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07162169"/>
                  </a:ext>
                </a:extLst>
              </a:tr>
              <a:tr h="241929">
                <a:tc>
                  <a:txBody>
                    <a:body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BFF</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Backend For </a:t>
                      </a: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Frontend</a:t>
                      </a:r>
                      <a:endPar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0637779"/>
                  </a:ext>
                </a:extLst>
              </a:tr>
              <a:tr h="241929">
                <a:tc>
                  <a:txBody>
                    <a:body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BKS</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pP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BankSphere</a:t>
                      </a:r>
                      <a:endPar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8521532"/>
                  </a:ext>
                </a:extLst>
              </a:tr>
              <a:tr h="241929">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CCPP</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CC3300"/>
                        </a:buClr>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Cuentas Personales</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87051580"/>
                  </a:ext>
                </a:extLst>
              </a:tr>
              <a:tr h="241929">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CD</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IBM </a:t>
                      </a: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Sterling</a:t>
                      </a: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 </a:t>
                      </a: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Connect:Direct</a:t>
                      </a:r>
                      <a:endPar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7974338"/>
                  </a:ext>
                </a:extLst>
              </a:tr>
              <a:tr h="241929">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CM</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Content Manager</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75624012"/>
                  </a:ext>
                </a:extLst>
              </a:tr>
              <a:tr h="241929">
                <a:tc>
                  <a:txBody>
                    <a:body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CMC</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Contrato </a:t>
                      </a: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MultiCanal</a:t>
                      </a:r>
                      <a:endPar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32842429"/>
                  </a:ext>
                </a:extLst>
              </a:tr>
              <a:tr h="241929">
                <a:tc>
                  <a:txBody>
                    <a:body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CRS</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pP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Common</a:t>
                      </a: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 </a:t>
                      </a: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Reporting</a:t>
                      </a: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 Standard</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82188256"/>
                  </a:ext>
                </a:extLst>
              </a:tr>
              <a:tr h="241929">
                <a:tc>
                  <a:txBody>
                    <a:body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CSV</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Código Seguro de Verificación</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7531488"/>
                  </a:ext>
                </a:extLst>
              </a:tr>
              <a:tr h="241929">
                <a:tc>
                  <a:txBody>
                    <a:body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DS</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Dominio de Servicio</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41929">
                <a:tc>
                  <a:txBody>
                    <a:body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DTI</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Diseño Técnico y de Infraestructura</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46660906"/>
                  </a:ext>
                </a:extLst>
              </a:tr>
              <a:tr h="241929">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FIOC</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Formulario de Información Obligatoria de Cliente</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76897506"/>
                  </a:ext>
                </a:extLst>
              </a:tr>
              <a:tr h="241929">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HDFS</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defRPr/>
                      </a:pPr>
                      <a:r>
                        <a:rPr kumimoji="0" lang="es-ES" sz="1200" u="none" strike="noStrike" kern="1200" cap="none" normalizeH="0" baseline="0" dirty="0">
                          <a:ln>
                            <a:noFill/>
                          </a:ln>
                          <a:solidFill>
                            <a:schemeClr val="dk1"/>
                          </a:solidFill>
                          <a:effectLst/>
                          <a:latin typeface="+mn-lt"/>
                          <a:ea typeface="+mn-ea"/>
                          <a:cs typeface="+mn-cs"/>
                        </a:rPr>
                        <a:t>Hadoop </a:t>
                      </a:r>
                      <a:r>
                        <a:rPr kumimoji="0" lang="es-ES" sz="1200" u="none" strike="noStrike" kern="1200" cap="none" normalizeH="0" baseline="0" dirty="0" err="1">
                          <a:ln>
                            <a:noFill/>
                          </a:ln>
                          <a:solidFill>
                            <a:schemeClr val="dk1"/>
                          </a:solidFill>
                          <a:effectLst/>
                          <a:latin typeface="+mn-lt"/>
                          <a:ea typeface="+mn-ea"/>
                          <a:cs typeface="+mn-cs"/>
                        </a:rPr>
                        <a:t>Distributed</a:t>
                      </a:r>
                      <a:r>
                        <a:rPr kumimoji="0" lang="es-ES" sz="1200" u="none" strike="noStrike" kern="1200" cap="none" normalizeH="0" baseline="0" dirty="0">
                          <a:ln>
                            <a:noFill/>
                          </a:ln>
                          <a:solidFill>
                            <a:schemeClr val="dk1"/>
                          </a:solidFill>
                          <a:effectLst/>
                          <a:latin typeface="+mn-lt"/>
                          <a:ea typeface="+mn-ea"/>
                          <a:cs typeface="+mn-cs"/>
                        </a:rPr>
                        <a:t> File System</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51912599"/>
                  </a:ext>
                </a:extLst>
              </a:tr>
              <a:tr h="241929">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HTTP/S</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HyperText</a:t>
                      </a: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 Transfer </a:t>
                      </a: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Protocol</a:t>
                      </a: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a:t>
                      </a: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Secure</a:t>
                      </a:r>
                      <a:endPar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97955869"/>
                  </a:ext>
                </a:extLst>
              </a:tr>
              <a:tr h="241929">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ICED</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Información y Control del Estado de Documentos</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61280860"/>
                  </a:ext>
                </a:extLst>
              </a:tr>
            </a:tbl>
          </a:graphicData>
        </a:graphic>
      </p:graphicFrame>
      <p:graphicFrame>
        <p:nvGraphicFramePr>
          <p:cNvPr id="11" name="Group 64">
            <a:extLst>
              <a:ext uri="{FF2B5EF4-FFF2-40B4-BE49-F238E27FC236}">
                <a16:creationId xmlns:a16="http://schemas.microsoft.com/office/drawing/2014/main" id="{E489474E-A2F6-491F-B60A-99EC6182E427}"/>
              </a:ext>
            </a:extLst>
          </p:cNvPr>
          <p:cNvGraphicFramePr>
            <a:graphicFrameLocks noGrp="1"/>
          </p:cNvGraphicFramePr>
          <p:nvPr>
            <p:extLst>
              <p:ext uri="{D42A27DB-BD31-4B8C-83A1-F6EECF244321}">
                <p14:modId xmlns:p14="http://schemas.microsoft.com/office/powerpoint/2010/main" val="3431306942"/>
              </p:ext>
            </p:extLst>
          </p:nvPr>
        </p:nvGraphicFramePr>
        <p:xfrm>
          <a:off x="6241111" y="676387"/>
          <a:ext cx="5004079" cy="4953961"/>
        </p:xfrm>
        <a:graphic>
          <a:graphicData uri="http://schemas.openxmlformats.org/drawingml/2006/table">
            <a:tbl>
              <a:tblPr/>
              <a:tblGrid>
                <a:gridCol w="954593">
                  <a:extLst>
                    <a:ext uri="{9D8B030D-6E8A-4147-A177-3AD203B41FA5}">
                      <a16:colId xmlns:a16="http://schemas.microsoft.com/office/drawing/2014/main" val="20000"/>
                    </a:ext>
                  </a:extLst>
                </a:gridCol>
                <a:gridCol w="4049486">
                  <a:extLst>
                    <a:ext uri="{9D8B030D-6E8A-4147-A177-3AD203B41FA5}">
                      <a16:colId xmlns:a16="http://schemas.microsoft.com/office/drawing/2014/main" val="20002"/>
                    </a:ext>
                  </a:extLst>
                </a:gridCol>
              </a:tblGrid>
              <a:tr h="241929">
                <a:tc>
                  <a:txBody>
                    <a:bodyPr/>
                    <a:lstStyle/>
                    <a:p>
                      <a:pPr marL="0" marR="0" lvl="0" indent="0" algn="ctr" defTabSz="914400" rtl="0" eaLnBrk="0" fontAlgn="base" latinLnBrk="0" hangingPunct="0">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es-ES" sz="1400" b="1" i="0" u="none" strike="noStrike" kern="1200" cap="none" normalizeH="0" baseline="0" dirty="0">
                          <a:ln>
                            <a:noFill/>
                          </a:ln>
                          <a:solidFill>
                            <a:schemeClr val="bg1"/>
                          </a:solidFill>
                          <a:effectLst/>
                          <a:latin typeface="Arial" charset="0"/>
                          <a:ea typeface="+mn-ea"/>
                          <a:cs typeface="+mn-cs"/>
                        </a:rPr>
                        <a:t>SIGLA</a:t>
                      </a:r>
                      <a:endParaRPr kumimoji="0" lang="en-GB" sz="1400" b="1" i="0" u="none" strike="noStrike" kern="1200" cap="none" normalizeH="0" baseline="0" dirty="0">
                        <a:ln>
                          <a:noFill/>
                        </a:ln>
                        <a:solidFill>
                          <a:schemeClr val="bg1"/>
                        </a:solidFill>
                        <a:effectLst/>
                        <a:latin typeface="Arial" charset="0"/>
                        <a:ea typeface="+mn-ea"/>
                        <a:cs typeface="+mn-cs"/>
                      </a:endParaRP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0" fontAlgn="base" latinLnBrk="0" hangingPunct="0">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en-GB" sz="1400" b="1" i="0" u="none" strike="noStrike" kern="1200" cap="none" normalizeH="0" baseline="0" dirty="0" err="1">
                          <a:ln>
                            <a:noFill/>
                          </a:ln>
                          <a:solidFill>
                            <a:schemeClr val="bg1"/>
                          </a:solidFill>
                          <a:effectLst/>
                          <a:latin typeface="Arial" charset="0"/>
                          <a:ea typeface="+mn-ea"/>
                          <a:cs typeface="+mn-cs"/>
                        </a:rPr>
                        <a:t>Significado</a:t>
                      </a:r>
                      <a:endParaRPr kumimoji="0" lang="en-GB" sz="1400" b="1" i="0" u="none" strike="noStrike" kern="1200" cap="none" normalizeH="0" baseline="0" dirty="0">
                        <a:ln>
                          <a:noFill/>
                        </a:ln>
                        <a:solidFill>
                          <a:schemeClr val="bg1"/>
                        </a:solidFill>
                        <a:effectLst/>
                        <a:latin typeface="Arial" charset="0"/>
                        <a:ea typeface="+mn-ea"/>
                        <a:cs typeface="+mn-cs"/>
                      </a:endParaRPr>
                    </a:p>
                  </a:txBody>
                  <a:tcPr marL="72000" marR="72000" marT="71975" marB="719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647138706"/>
                  </a:ext>
                </a:extLst>
              </a:tr>
              <a:tr h="241929">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JDBC</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Java </a:t>
                      </a: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DataBase</a:t>
                      </a: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 </a:t>
                      </a: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Conectivity</a:t>
                      </a:r>
                      <a:endPar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83950748"/>
                  </a:ext>
                </a:extLst>
              </a:tr>
              <a:tr h="241929">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JSON</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JavaScript </a:t>
                      </a: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Object</a:t>
                      </a: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 </a:t>
                      </a: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Notation</a:t>
                      </a:r>
                      <a:endPar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43430505"/>
                  </a:ext>
                </a:extLst>
              </a:tr>
              <a:tr h="241929">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JWT</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lang="es-ES" sz="1200" dirty="0">
                          <a:effectLst/>
                        </a:rPr>
                        <a:t>JSON </a:t>
                      </a:r>
                      <a:r>
                        <a:rPr lang="es-ES" sz="1200">
                          <a:effectLst/>
                        </a:rPr>
                        <a:t>Web Token</a:t>
                      </a:r>
                      <a:endPar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74106314"/>
                  </a:ext>
                </a:extLst>
              </a:tr>
              <a:tr h="241929">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LDAP</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Lightweight</a:t>
                      </a: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 </a:t>
                      </a: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Directory</a:t>
                      </a: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 Access </a:t>
                      </a: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Protocol</a:t>
                      </a:r>
                      <a:endPar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87051580"/>
                  </a:ext>
                </a:extLst>
              </a:tr>
              <a:tr h="241929">
                <a:tc>
                  <a:txBody>
                    <a:body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MMDD</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Modelos de Datos</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32174180"/>
                  </a:ext>
                </a:extLst>
              </a:tr>
              <a:tr h="241929">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NHB</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Nueva Home Banking</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66225660"/>
                  </a:ext>
                </a:extLst>
              </a:tr>
              <a:tr h="241929">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NWE</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Nueva Web de Empresas</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75624012"/>
                  </a:ext>
                </a:extLst>
              </a:tr>
              <a:tr h="241929">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PaaS</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Platform as a Service</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09201769"/>
                  </a:ext>
                </a:extLst>
              </a:tr>
              <a:tr h="241929">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PI</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Plataforma de Impresión</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52707738"/>
                  </a:ext>
                </a:extLst>
              </a:tr>
              <a:tr h="241929">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PKM</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Public</a:t>
                      </a: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 Key Manager</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32842429"/>
                  </a:ext>
                </a:extLst>
              </a:tr>
              <a:tr h="241929">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REST</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Representational</a:t>
                      </a: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 </a:t>
                      </a: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State</a:t>
                      </a: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 Transfer </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52213961"/>
                  </a:ext>
                </a:extLst>
              </a:tr>
              <a:tr h="241929">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SCC</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Security Corporate </a:t>
                      </a: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Credentials</a:t>
                      </a: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 </a:t>
                      </a: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Services</a:t>
                      </a: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 </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58790493"/>
                  </a:ext>
                </a:extLst>
              </a:tr>
              <a:tr h="241929">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SDD</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Sistema de Distribución de Documentos</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73316596"/>
                  </a:ext>
                </a:extLst>
              </a:tr>
              <a:tr h="241929">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SOAP</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Simple </a:t>
                      </a: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Object</a:t>
                      </a: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 Access </a:t>
                      </a: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Protocol</a:t>
                      </a:r>
                      <a:endPar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66100269"/>
                  </a:ext>
                </a:extLst>
              </a:tr>
              <a:tr h="241929">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SPA</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Single-Page Application</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45146008"/>
                  </a:ext>
                </a:extLst>
              </a:tr>
              <a:tr h="241929">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STS</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Security Token Service</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04178718"/>
                  </a:ext>
                </a:extLst>
              </a:tr>
              <a:tr h="241929">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TCP/IP</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600"/>
                        </a:spcBef>
                        <a:spcAft>
                          <a:spcPct val="0"/>
                        </a:spcAft>
                        <a:buClr>
                          <a:srgbClr val="CC3300"/>
                        </a:buClr>
                        <a:buSzTx/>
                        <a:buFont typeface="Wingdings" pitchFamily="2" charset="2"/>
                        <a:buNone/>
                        <a:tabLst/>
                      </a:pP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Transmission</a:t>
                      </a: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 Control </a:t>
                      </a: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Protocol</a:t>
                      </a:r>
                      <a:r>
                        <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/Internet </a:t>
                      </a:r>
                      <a:r>
                        <a:rPr kumimoji="0" lang="es-ES" sz="1200" u="none" strike="noStrike" kern="1200" cap="none" normalizeH="0" baseline="0" dirty="0" err="1">
                          <a:ln>
                            <a:noFill/>
                          </a:ln>
                          <a:solidFill>
                            <a:schemeClr val="dk1"/>
                          </a:solidFill>
                          <a:effectLst/>
                          <a:latin typeface="Arial" panose="020B0604020202020204" pitchFamily="34" charset="0"/>
                          <a:ea typeface="+mn-ea"/>
                          <a:cs typeface="Arial" panose="020B0604020202020204" pitchFamily="34" charset="0"/>
                        </a:rPr>
                        <a:t>Protocol</a:t>
                      </a:r>
                      <a:endParaRPr kumimoji="0" lang="es-E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32432241"/>
                  </a:ext>
                </a:extLst>
              </a:tr>
              <a:tr h="241929">
                <a:tc>
                  <a:txBody>
                    <a:bodyPr/>
                    <a:lstStyle/>
                    <a:p>
                      <a:pPr marL="0" marR="0" lvl="0" indent="0" algn="ctr" defTabSz="914400" rtl="0" eaLnBrk="1" fontAlgn="base" latinLnBrk="0" hangingPunct="1">
                        <a:lnSpc>
                          <a:spcPts val="2000"/>
                        </a:lnSpc>
                        <a:spcBef>
                          <a:spcPct val="0"/>
                        </a:spcBef>
                        <a:spcAft>
                          <a:spcPct val="0"/>
                        </a:spcAft>
                        <a:buClrTx/>
                        <a:buSzTx/>
                        <a:buFont typeface="Wingdings" pitchFamily="2" charset="2"/>
                        <a:buNone/>
                        <a:tabLst/>
                      </a:pPr>
                      <a:r>
                        <a:rPr kumimoji="0" lang="en-U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UDS</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000"/>
                        </a:lnSpc>
                        <a:spcBef>
                          <a:spcPct val="0"/>
                        </a:spcBef>
                        <a:spcAft>
                          <a:spcPct val="0"/>
                        </a:spcAft>
                        <a:buClr>
                          <a:srgbClr val="CC3300"/>
                        </a:buClr>
                        <a:buSzTx/>
                        <a:buFont typeface="Wingdings" pitchFamily="2" charset="2"/>
                        <a:buNone/>
                        <a:tabLst/>
                      </a:pPr>
                      <a:r>
                        <a:rPr kumimoji="0" lang="en-U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User Data Service</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15718283"/>
                  </a:ext>
                </a:extLst>
              </a:tr>
              <a:tr h="241929">
                <a:tc>
                  <a:txBody>
                    <a:bodyPr/>
                    <a:lstStyle/>
                    <a:p>
                      <a:pPr marL="0" marR="0" lvl="0" indent="0" algn="ctr" defTabSz="914400" rtl="0" eaLnBrk="1" fontAlgn="base" latinLnBrk="0" hangingPunct="1">
                        <a:lnSpc>
                          <a:spcPts val="2000"/>
                        </a:lnSpc>
                        <a:spcBef>
                          <a:spcPct val="0"/>
                        </a:spcBef>
                        <a:spcAft>
                          <a:spcPct val="0"/>
                        </a:spcAft>
                        <a:buClrTx/>
                        <a:buSzTx/>
                        <a:buFont typeface="Wingdings" pitchFamily="2" charset="2"/>
                        <a:buNone/>
                        <a:tabLst/>
                      </a:pPr>
                      <a:r>
                        <a:rPr kumimoji="0" lang="en-U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WS</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000"/>
                        </a:lnSpc>
                        <a:spcBef>
                          <a:spcPct val="0"/>
                        </a:spcBef>
                        <a:spcAft>
                          <a:spcPct val="0"/>
                        </a:spcAft>
                        <a:buClr>
                          <a:srgbClr val="CC3300"/>
                        </a:buClr>
                        <a:buSzTx/>
                        <a:buFont typeface="Wingdings" pitchFamily="2" charset="2"/>
                        <a:buNone/>
                        <a:tabLst/>
                      </a:pPr>
                      <a:r>
                        <a:rPr kumimoji="0" lang="en-US" sz="1200" u="none" strike="noStrike" kern="1200" cap="none" normalizeH="0" baseline="0" dirty="0">
                          <a:ln>
                            <a:noFill/>
                          </a:ln>
                          <a:solidFill>
                            <a:schemeClr val="dk1"/>
                          </a:solidFill>
                          <a:effectLst/>
                          <a:latin typeface="Arial" panose="020B0604020202020204" pitchFamily="34" charset="0"/>
                          <a:ea typeface="+mn-ea"/>
                          <a:cs typeface="Arial" panose="020B0604020202020204" pitchFamily="34" charset="0"/>
                        </a:rPr>
                        <a:t>Web Service</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17547304"/>
                  </a:ext>
                </a:extLst>
              </a:tr>
            </a:tbl>
          </a:graphicData>
        </a:graphic>
      </p:graphicFrame>
    </p:spTree>
    <p:extLst>
      <p:ext uri="{BB962C8B-B14F-4D97-AF65-F5344CB8AC3E}">
        <p14:creationId xmlns:p14="http://schemas.microsoft.com/office/powerpoint/2010/main" val="6271325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3E78DA-069E-4823-8E49-CBFF8D792C2E}"/>
              </a:ext>
            </a:extLst>
          </p:cNvPr>
          <p:cNvSpPr>
            <a:spLocks noGrp="1"/>
          </p:cNvSpPr>
          <p:nvPr>
            <p:ph type="title"/>
          </p:nvPr>
        </p:nvSpPr>
        <p:spPr>
          <a:xfrm>
            <a:off x="364713" y="122795"/>
            <a:ext cx="9508159" cy="738601"/>
          </a:xfrm>
        </p:spPr>
        <p:txBody>
          <a:bodyPr/>
          <a:lstStyle/>
          <a:p>
            <a:pPr algn="r"/>
            <a:r>
              <a:rPr lang="es-ES" dirty="0"/>
              <a:t>Contenido</a:t>
            </a:r>
          </a:p>
        </p:txBody>
      </p:sp>
      <p:sp>
        <p:nvSpPr>
          <p:cNvPr id="6" name="Rectángulo 5">
            <a:extLst>
              <a:ext uri="{FF2B5EF4-FFF2-40B4-BE49-F238E27FC236}">
                <a16:creationId xmlns:a16="http://schemas.microsoft.com/office/drawing/2014/main" id="{58F3B9D6-77E5-460C-842B-B171D662ED06}"/>
              </a:ext>
            </a:extLst>
          </p:cNvPr>
          <p:cNvSpPr/>
          <p:nvPr/>
        </p:nvSpPr>
        <p:spPr>
          <a:xfrm>
            <a:off x="463827" y="1316184"/>
            <a:ext cx="7951304" cy="2585323"/>
          </a:xfrm>
          <a:prstGeom prst="rect">
            <a:avLst/>
          </a:prstGeom>
        </p:spPr>
        <p:txBody>
          <a:bodyPr wrap="square">
            <a:spAutoFit/>
          </a:bodyPr>
          <a:lstStyle/>
          <a:p>
            <a:pPr marL="342900" lvl="0" indent="-342900">
              <a:buFont typeface="+mj-lt"/>
              <a:buAutoNum type="arabicPeriod"/>
            </a:pPr>
            <a:r>
              <a:rPr lang="es-ES" dirty="0">
                <a:solidFill>
                  <a:srgbClr val="C00000"/>
                </a:solidFill>
                <a:latin typeface="Gadugi" panose="020B0502040204020203" pitchFamily="34" charset="0"/>
              </a:rPr>
              <a:t>Necesidades y propuesta de solución</a:t>
            </a:r>
          </a:p>
          <a:p>
            <a:pPr marL="342900" lvl="0" indent="-342900">
              <a:buFont typeface="+mj-lt"/>
              <a:buAutoNum type="arabicPeriod"/>
            </a:pPr>
            <a:r>
              <a:rPr lang="es-ES" dirty="0">
                <a:solidFill>
                  <a:srgbClr val="C00000"/>
                </a:solidFill>
                <a:latin typeface="Gadugi" panose="020B0502040204020203" pitchFamily="34" charset="0"/>
              </a:rPr>
              <a:t>Solución técnica</a:t>
            </a:r>
          </a:p>
          <a:p>
            <a:pPr marL="342900" lvl="0" indent="-342900">
              <a:buFont typeface="+mj-lt"/>
              <a:buAutoNum type="arabicPeriod"/>
            </a:pPr>
            <a:r>
              <a:rPr lang="es-ES" dirty="0">
                <a:solidFill>
                  <a:srgbClr val="C00000"/>
                </a:solidFill>
                <a:latin typeface="Gadugi" panose="020B0502040204020203" pitchFamily="34" charset="0"/>
              </a:rPr>
              <a:t>Seguridad</a:t>
            </a:r>
          </a:p>
          <a:p>
            <a:pPr marL="342900" lvl="0" indent="-342900">
              <a:buFont typeface="+mj-lt"/>
              <a:buAutoNum type="arabicPeriod"/>
            </a:pPr>
            <a:r>
              <a:rPr lang="es-ES" dirty="0">
                <a:solidFill>
                  <a:srgbClr val="C00000"/>
                </a:solidFill>
                <a:latin typeface="Gadugi" panose="020B0502040204020203" pitchFamily="34" charset="0"/>
              </a:rPr>
              <a:t>Componentes de infraestructura</a:t>
            </a:r>
          </a:p>
          <a:p>
            <a:pPr marL="342900" lvl="0" indent="-342900">
              <a:buFont typeface="+mj-lt"/>
              <a:buAutoNum type="arabicPeriod"/>
            </a:pPr>
            <a:r>
              <a:rPr lang="es-ES" dirty="0">
                <a:solidFill>
                  <a:srgbClr val="C00000"/>
                </a:solidFill>
                <a:latin typeface="Gadugi" panose="020B0502040204020203" pitchFamily="34" charset="0"/>
              </a:rPr>
              <a:t>Modelo de servicio y criterios de despliegue</a:t>
            </a:r>
          </a:p>
          <a:p>
            <a:pPr marL="342900" lvl="0" indent="-342900">
              <a:buFont typeface="+mj-lt"/>
              <a:buAutoNum type="arabicPeriod"/>
            </a:pPr>
            <a:r>
              <a:rPr lang="es-ES" dirty="0">
                <a:solidFill>
                  <a:srgbClr val="C00000"/>
                </a:solidFill>
                <a:latin typeface="Gadugi" panose="020B0502040204020203" pitchFamily="34" charset="0"/>
              </a:rPr>
              <a:t>Explotación, Planificación y Monitorización</a:t>
            </a:r>
          </a:p>
          <a:p>
            <a:pPr marL="342900" indent="-342900">
              <a:buFont typeface="+mj-lt"/>
              <a:buAutoNum type="arabicPeriod"/>
            </a:pPr>
            <a:r>
              <a:rPr lang="es-ES" dirty="0">
                <a:solidFill>
                  <a:srgbClr val="C00000"/>
                </a:solidFill>
                <a:latin typeface="Gadugi" panose="020B0502040204020203" pitchFamily="34" charset="0"/>
              </a:rPr>
              <a:t>Volumetrías y criterios de dimensionamiento</a:t>
            </a:r>
          </a:p>
          <a:p>
            <a:pPr marL="342900" lvl="0" indent="-342900">
              <a:buFont typeface="+mj-lt"/>
              <a:buAutoNum type="arabicPeriod"/>
            </a:pPr>
            <a:r>
              <a:rPr lang="es-ES" dirty="0">
                <a:solidFill>
                  <a:srgbClr val="C00000"/>
                </a:solidFill>
                <a:latin typeface="Gadugi" panose="020B0502040204020203" pitchFamily="34" charset="0"/>
              </a:rPr>
              <a:t>Referencias</a:t>
            </a:r>
          </a:p>
          <a:p>
            <a:pPr marL="342900" lvl="0" indent="-342900">
              <a:buFont typeface="+mj-lt"/>
              <a:buAutoNum type="arabicPeriod"/>
            </a:pPr>
            <a:r>
              <a:rPr lang="es-ES" dirty="0">
                <a:solidFill>
                  <a:srgbClr val="C00000"/>
                </a:solidFill>
                <a:latin typeface="Gadugi" panose="020B0502040204020203" pitchFamily="34" charset="0"/>
              </a:rPr>
              <a:t>Contactos</a:t>
            </a:r>
          </a:p>
        </p:txBody>
      </p:sp>
    </p:spTree>
    <p:extLst>
      <p:ext uri="{BB962C8B-B14F-4D97-AF65-F5344CB8AC3E}">
        <p14:creationId xmlns:p14="http://schemas.microsoft.com/office/powerpoint/2010/main" val="3854918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66EF84CC-FBE6-4927-A2EF-CB4E6E916B49}"/>
              </a:ext>
            </a:extLst>
          </p:cNvPr>
          <p:cNvSpPr txBox="1">
            <a:spLocks/>
          </p:cNvSpPr>
          <p:nvPr/>
        </p:nvSpPr>
        <p:spPr>
          <a:xfrm>
            <a:off x="722518" y="626373"/>
            <a:ext cx="5449681" cy="2852737"/>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kern="1200">
                <a:solidFill>
                  <a:schemeClr val="accent1"/>
                </a:solidFill>
                <a:latin typeface="+mj-lt"/>
                <a:ea typeface="+mj-ea"/>
                <a:cs typeface="+mj-cs"/>
              </a:defRPr>
            </a:lvl1pPr>
          </a:lstStyle>
          <a:p>
            <a:r>
              <a:rPr lang="es-ES" dirty="0"/>
              <a:t>Necesidades y propuesta de solución</a:t>
            </a:r>
          </a:p>
        </p:txBody>
      </p:sp>
      <p:sp>
        <p:nvSpPr>
          <p:cNvPr id="5" name="Marcador de texto 3">
            <a:extLst>
              <a:ext uri="{FF2B5EF4-FFF2-40B4-BE49-F238E27FC236}">
                <a16:creationId xmlns:a16="http://schemas.microsoft.com/office/drawing/2014/main" id="{880C3E36-5432-4A4C-887F-1DAAFADAF1A3}"/>
              </a:ext>
            </a:extLst>
          </p:cNvPr>
          <p:cNvSpPr>
            <a:spLocks noGrp="1"/>
          </p:cNvSpPr>
          <p:nvPr>
            <p:ph type="body" sz="quarter" idx="14"/>
          </p:nvPr>
        </p:nvSpPr>
        <p:spPr>
          <a:xfrm>
            <a:off x="8945217" y="3270526"/>
            <a:ext cx="2958754" cy="2364961"/>
          </a:xfrm>
        </p:spPr>
        <p:txBody>
          <a:bodyPr>
            <a:normAutofit lnSpcReduction="10000"/>
          </a:bodyPr>
          <a:lstStyle/>
          <a:p>
            <a:r>
              <a:rPr lang="es-ES" dirty="0"/>
              <a:t>01</a:t>
            </a:r>
          </a:p>
        </p:txBody>
      </p:sp>
    </p:spTree>
    <p:extLst>
      <p:ext uri="{BB962C8B-B14F-4D97-AF65-F5344CB8AC3E}">
        <p14:creationId xmlns:p14="http://schemas.microsoft.com/office/powerpoint/2010/main" val="686697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sz="quarter" idx="4294967295"/>
          </p:nvPr>
        </p:nvSpPr>
        <p:spPr>
          <a:xfrm>
            <a:off x="653140" y="406116"/>
            <a:ext cx="10833365" cy="341135"/>
          </a:xfrm>
        </p:spPr>
        <p:txBody>
          <a:bodyPr vert="horz" lIns="91440" tIns="45720" rIns="91440" bIns="45720" rtlCol="0">
            <a:noAutofit/>
          </a:bodyPr>
          <a:lstStyle/>
          <a:p>
            <a:pPr marL="0" indent="0">
              <a:spcBef>
                <a:spcPts val="300"/>
              </a:spcBef>
              <a:buNone/>
            </a:pPr>
            <a:r>
              <a:rPr lang="es-ES" sz="1300" dirty="0">
                <a:solidFill>
                  <a:srgbClr val="EB0000"/>
                </a:solidFill>
                <a:ea typeface="Segoe UI" panose="020B0502040204020203" pitchFamily="34" charset="0"/>
                <a:cs typeface="Segoe UI" panose="020B0502040204020203" pitchFamily="34" charset="0"/>
              </a:rPr>
              <a:t>Necesidades y Propuesta de la Solución</a:t>
            </a:r>
          </a:p>
          <a:p>
            <a:pPr marL="0" indent="0">
              <a:spcBef>
                <a:spcPts val="300"/>
              </a:spcBef>
              <a:buNone/>
            </a:pPr>
            <a:r>
              <a:rPr lang="es-ES" sz="1800" b="1" dirty="0">
                <a:solidFill>
                  <a:srgbClr val="EB0000"/>
                </a:solidFill>
                <a:ea typeface="Segoe UI" panose="020B0502040204020203" pitchFamily="34" charset="0"/>
                <a:cs typeface="Segoe UI" panose="020B0502040204020203" pitchFamily="34" charset="0"/>
              </a:rPr>
              <a:t>Principios (1/2)</a:t>
            </a:r>
          </a:p>
          <a:p>
            <a:pPr marL="0" indent="0">
              <a:spcBef>
                <a:spcPts val="600"/>
              </a:spcBef>
              <a:buNone/>
            </a:pPr>
            <a:endParaRPr lang="es-ES" sz="1800" b="1" dirty="0">
              <a:solidFill>
                <a:srgbClr val="EB0000"/>
              </a:solidFill>
              <a:ea typeface="Segoe UI" panose="020B0502040204020203" pitchFamily="34" charset="0"/>
              <a:cs typeface="Segoe UI" panose="020B0502040204020203" pitchFamily="34" charset="0"/>
            </a:endParaRPr>
          </a:p>
          <a:p>
            <a:pPr marL="0" indent="0">
              <a:spcBef>
                <a:spcPts val="600"/>
              </a:spcBef>
              <a:buNone/>
            </a:pPr>
            <a:r>
              <a:rPr lang="es-ES" sz="1800" b="1" dirty="0">
                <a:solidFill>
                  <a:srgbClr val="EB0000"/>
                </a:solidFill>
                <a:ea typeface="Segoe UI" panose="020B0502040204020203" pitchFamily="34" charset="0"/>
                <a:cs typeface="Segoe UI" panose="020B0502040204020203" pitchFamily="34" charset="0"/>
              </a:rPr>
              <a:t> </a:t>
            </a:r>
          </a:p>
        </p:txBody>
      </p:sp>
      <p:sp>
        <p:nvSpPr>
          <p:cNvPr id="4" name="Marcador de texto 3"/>
          <p:cNvSpPr>
            <a:spLocks noGrp="1"/>
          </p:cNvSpPr>
          <p:nvPr>
            <p:ph type="body" sz="quarter" idx="1"/>
          </p:nvPr>
        </p:nvSpPr>
        <p:spPr>
          <a:xfrm>
            <a:off x="653143" y="1266092"/>
            <a:ext cx="10833363" cy="341135"/>
          </a:xfrm>
        </p:spPr>
        <p:txBody>
          <a:bodyPr/>
          <a:lstStyle/>
          <a:p>
            <a:r>
              <a:rPr lang="es-ES" dirty="0"/>
              <a:t>&lt;Breve descripción de los principios, requisitos y decisiones que deban respetarse o aplicarse en el diseño de la solución aportada&gt;</a:t>
            </a:r>
          </a:p>
          <a:p>
            <a:endParaRPr lang="es-ES" dirty="0"/>
          </a:p>
        </p:txBody>
      </p:sp>
      <p:graphicFrame>
        <p:nvGraphicFramePr>
          <p:cNvPr id="12" name="Group 3">
            <a:extLst>
              <a:ext uri="{FF2B5EF4-FFF2-40B4-BE49-F238E27FC236}">
                <a16:creationId xmlns:a16="http://schemas.microsoft.com/office/drawing/2014/main" id="{AFE41B04-3DBB-4DDB-8D69-C6B1D3DC1DD9}"/>
              </a:ext>
            </a:extLst>
          </p:cNvPr>
          <p:cNvGraphicFramePr>
            <a:graphicFrameLocks/>
          </p:cNvGraphicFramePr>
          <p:nvPr>
            <p:extLst>
              <p:ext uri="{D42A27DB-BD31-4B8C-83A1-F6EECF244321}">
                <p14:modId xmlns:p14="http://schemas.microsoft.com/office/powerpoint/2010/main" val="2833731869"/>
              </p:ext>
            </p:extLst>
          </p:nvPr>
        </p:nvGraphicFramePr>
        <p:xfrm>
          <a:off x="1878099" y="1904036"/>
          <a:ext cx="8208962" cy="858662"/>
        </p:xfrm>
        <a:graphic>
          <a:graphicData uri="http://schemas.openxmlformats.org/drawingml/2006/table">
            <a:tbl>
              <a:tblPr/>
              <a:tblGrid>
                <a:gridCol w="1655762">
                  <a:extLst>
                    <a:ext uri="{9D8B030D-6E8A-4147-A177-3AD203B41FA5}">
                      <a16:colId xmlns:a16="http://schemas.microsoft.com/office/drawing/2014/main" val="20000"/>
                    </a:ext>
                  </a:extLst>
                </a:gridCol>
                <a:gridCol w="6553200">
                  <a:extLst>
                    <a:ext uri="{9D8B030D-6E8A-4147-A177-3AD203B41FA5}">
                      <a16:colId xmlns:a16="http://schemas.microsoft.com/office/drawing/2014/main" val="20001"/>
                    </a:ext>
                  </a:extLst>
                </a:gridCol>
              </a:tblGrid>
              <a:tr h="307829">
                <a:tc>
                  <a:txBody>
                    <a:bodyPr/>
                    <a:lstStyle/>
                    <a:p>
                      <a:pPr marL="0" marR="0" lvl="0" indent="0" algn="ctr" defTabSz="914400" rtl="0" eaLnBrk="0" fontAlgn="base" latinLnBrk="0" hangingPunct="0">
                        <a:lnSpc>
                          <a:spcPct val="100000"/>
                        </a:lnSpc>
                        <a:spcBef>
                          <a:spcPct val="0"/>
                        </a:spcBef>
                        <a:spcAft>
                          <a:spcPct val="0"/>
                        </a:spcAft>
                        <a:buClr>
                          <a:schemeClr val="bg1"/>
                        </a:buClr>
                        <a:buSzPct val="25000"/>
                        <a:buFont typeface="Times" pitchFamily="18" charset="0"/>
                        <a:buNone/>
                        <a:tabLst/>
                      </a:pPr>
                      <a:r>
                        <a:rPr kumimoji="0" lang="es-ES" sz="1200" b="1" i="0" u="none" strike="noStrike" cap="none" normalizeH="0" baseline="0" dirty="0">
                          <a:ln>
                            <a:noFill/>
                          </a:ln>
                          <a:solidFill>
                            <a:schemeClr val="bg1"/>
                          </a:solidFill>
                          <a:effectLst/>
                          <a:latin typeface="Arial" charset="0"/>
                        </a:rPr>
                        <a:t>Requisito/Prioridad</a:t>
                      </a:r>
                    </a:p>
                  </a:txBody>
                  <a:tcPr marL="90000" marR="90000" marT="46803" marB="468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just" defTabSz="914400" rtl="0" eaLnBrk="0" fontAlgn="base" latinLnBrk="0" hangingPunct="0">
                        <a:lnSpc>
                          <a:spcPct val="100000"/>
                        </a:lnSpc>
                        <a:spcBef>
                          <a:spcPct val="0"/>
                        </a:spcBef>
                        <a:spcAft>
                          <a:spcPct val="0"/>
                        </a:spcAft>
                        <a:buClr>
                          <a:schemeClr val="bg1"/>
                        </a:buClr>
                        <a:buSzPct val="25000"/>
                        <a:buFont typeface="Times" pitchFamily="18" charset="0"/>
                        <a:buNone/>
                        <a:tabLst/>
                      </a:pPr>
                      <a:r>
                        <a:rPr kumimoji="0" lang="es-ES" sz="1200" b="0" i="0" u="none" strike="noStrike" cap="none" normalizeH="0" baseline="0" dirty="0">
                          <a:ln>
                            <a:noFill/>
                          </a:ln>
                          <a:solidFill>
                            <a:schemeClr val="tx1"/>
                          </a:solidFill>
                          <a:effectLst/>
                          <a:latin typeface="Arial" charset="0"/>
                        </a:rPr>
                        <a:t>La </a:t>
                      </a:r>
                      <a:r>
                        <a:rPr kumimoji="0" lang="es-ES" sz="1200" b="0" i="0" u="none" strike="noStrike" kern="1200" cap="none" normalizeH="0" baseline="0" dirty="0">
                          <a:ln>
                            <a:noFill/>
                          </a:ln>
                          <a:solidFill>
                            <a:schemeClr val="tx1"/>
                          </a:solidFill>
                          <a:effectLst/>
                          <a:latin typeface="Arial" charset="0"/>
                          <a:ea typeface="+mn-ea"/>
                          <a:cs typeface="+mn-cs"/>
                        </a:rPr>
                        <a:t>aplicación</a:t>
                      </a:r>
                      <a:r>
                        <a:rPr kumimoji="0" lang="es-ES" sz="1200" b="0" i="0" u="none" strike="noStrike" cap="none" normalizeH="0" baseline="0" dirty="0">
                          <a:ln>
                            <a:noFill/>
                          </a:ln>
                          <a:solidFill>
                            <a:schemeClr val="tx1"/>
                          </a:solidFill>
                          <a:effectLst/>
                          <a:latin typeface="Arial" charset="0"/>
                        </a:rPr>
                        <a:t> ha de ser </a:t>
                      </a:r>
                      <a:r>
                        <a:rPr kumimoji="0" lang="es-ES" sz="1200" b="0" i="0" u="none" strike="noStrike" cap="none" normalizeH="0" baseline="0" dirty="0" err="1">
                          <a:ln>
                            <a:noFill/>
                          </a:ln>
                          <a:solidFill>
                            <a:srgbClr val="FF0000"/>
                          </a:solidFill>
                          <a:effectLst/>
                          <a:latin typeface="Arial" charset="0"/>
                        </a:rPr>
                        <a:t>multiempresa</a:t>
                      </a:r>
                      <a:endParaRPr kumimoji="0" lang="es-ES" sz="1200" b="0" i="0" u="none" strike="noStrike" cap="none" normalizeH="0" baseline="0" dirty="0">
                        <a:ln>
                          <a:noFill/>
                        </a:ln>
                        <a:solidFill>
                          <a:srgbClr val="FF0000"/>
                        </a:solidFill>
                        <a:effectLst/>
                        <a:latin typeface="Arial" charset="0"/>
                      </a:endParaRPr>
                    </a:p>
                  </a:txBody>
                  <a:tcPr marL="90000" marR="90000" marT="46803" marB="468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550833">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GB" sz="1200" b="1" i="0" u="none" strike="noStrike" cap="none" normalizeH="0" baseline="0">
                          <a:ln>
                            <a:noFill/>
                          </a:ln>
                          <a:solidFill>
                            <a:schemeClr val="bg1"/>
                          </a:solidFill>
                          <a:effectLst/>
                          <a:latin typeface="Arial" charset="0"/>
                        </a:rPr>
                        <a:t>Descripción</a:t>
                      </a:r>
                    </a:p>
                  </a:txBody>
                  <a:tcPr marL="90000" marR="90000" marT="46803" marB="468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just"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s-ES" sz="1200" b="0" i="0" u="none" strike="noStrike" kern="1200" cap="none" normalizeH="0" baseline="0" dirty="0">
                          <a:ln>
                            <a:noFill/>
                          </a:ln>
                          <a:solidFill>
                            <a:schemeClr val="tx1"/>
                          </a:solidFill>
                          <a:effectLst/>
                          <a:latin typeface="Arial" charset="0"/>
                          <a:ea typeface="+mn-ea"/>
                          <a:cs typeface="+mn-cs"/>
                        </a:rPr>
                        <a:t>No aplica</a:t>
                      </a:r>
                      <a:endParaRPr kumimoji="0" lang="en-GB" sz="1200" b="0" i="0" u="none" strike="noStrike" kern="1200" cap="none" normalizeH="0" baseline="0" dirty="0">
                        <a:ln>
                          <a:noFill/>
                        </a:ln>
                        <a:solidFill>
                          <a:schemeClr val="tx1"/>
                        </a:solidFill>
                        <a:effectLst/>
                        <a:latin typeface="Arial" charset="0"/>
                        <a:ea typeface="+mn-ea"/>
                        <a:cs typeface="+mn-cs"/>
                      </a:endParaRPr>
                    </a:p>
                  </a:txBody>
                  <a:tcPr marL="90000" marR="90000" marT="46803" marB="468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3" name="Group 16">
            <a:extLst>
              <a:ext uri="{FF2B5EF4-FFF2-40B4-BE49-F238E27FC236}">
                <a16:creationId xmlns:a16="http://schemas.microsoft.com/office/drawing/2014/main" id="{52CF66F5-5CF8-459B-AA7D-B965272D9DD6}"/>
              </a:ext>
            </a:extLst>
          </p:cNvPr>
          <p:cNvGraphicFramePr>
            <a:graphicFrameLocks/>
          </p:cNvGraphicFramePr>
          <p:nvPr>
            <p:extLst>
              <p:ext uri="{D42A27DB-BD31-4B8C-83A1-F6EECF244321}">
                <p14:modId xmlns:p14="http://schemas.microsoft.com/office/powerpoint/2010/main" val="2283861685"/>
              </p:ext>
            </p:extLst>
          </p:nvPr>
        </p:nvGraphicFramePr>
        <p:xfrm>
          <a:off x="1878099" y="3001223"/>
          <a:ext cx="8208962" cy="892317"/>
        </p:xfrm>
        <a:graphic>
          <a:graphicData uri="http://schemas.openxmlformats.org/drawingml/2006/table">
            <a:tbl>
              <a:tblPr/>
              <a:tblGrid>
                <a:gridCol w="1655762">
                  <a:extLst>
                    <a:ext uri="{9D8B030D-6E8A-4147-A177-3AD203B41FA5}">
                      <a16:colId xmlns:a16="http://schemas.microsoft.com/office/drawing/2014/main" val="20000"/>
                    </a:ext>
                  </a:extLst>
                </a:gridCol>
                <a:gridCol w="6553200">
                  <a:extLst>
                    <a:ext uri="{9D8B030D-6E8A-4147-A177-3AD203B41FA5}">
                      <a16:colId xmlns:a16="http://schemas.microsoft.com/office/drawing/2014/main" val="20001"/>
                    </a:ext>
                  </a:extLst>
                </a:gridCol>
              </a:tblGrid>
              <a:tr h="335105">
                <a:tc>
                  <a:txBody>
                    <a:bodyPr/>
                    <a:lstStyle/>
                    <a:p>
                      <a:pPr marL="0" marR="0" lvl="0" indent="0" algn="ctr" defTabSz="914400" rtl="0" eaLnBrk="0" fontAlgn="base" latinLnBrk="0" hangingPunct="0">
                        <a:lnSpc>
                          <a:spcPct val="100000"/>
                        </a:lnSpc>
                        <a:spcBef>
                          <a:spcPct val="0"/>
                        </a:spcBef>
                        <a:spcAft>
                          <a:spcPct val="0"/>
                        </a:spcAft>
                        <a:buClr>
                          <a:schemeClr val="bg1"/>
                        </a:buClr>
                        <a:buSzPct val="25000"/>
                        <a:buFont typeface="Times" pitchFamily="18" charset="0"/>
                        <a:buNone/>
                        <a:tabLst/>
                      </a:pPr>
                      <a:r>
                        <a:rPr kumimoji="0" lang="es-ES" sz="1200" b="1" i="0" u="none" strike="noStrike" cap="none" normalizeH="0" baseline="0" dirty="0">
                          <a:ln>
                            <a:noFill/>
                          </a:ln>
                          <a:solidFill>
                            <a:schemeClr val="bg1"/>
                          </a:solidFill>
                          <a:effectLst/>
                          <a:latin typeface="Arial" charset="0"/>
                        </a:rPr>
                        <a:t>Requisito/Prioridad</a:t>
                      </a: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just" defTabSz="914400" rtl="0" eaLnBrk="0" fontAlgn="base" latinLnBrk="0" hangingPunct="0">
                        <a:lnSpc>
                          <a:spcPct val="100000"/>
                        </a:lnSpc>
                        <a:spcBef>
                          <a:spcPct val="0"/>
                        </a:spcBef>
                        <a:spcAft>
                          <a:spcPct val="0"/>
                        </a:spcAft>
                        <a:buClr>
                          <a:schemeClr val="bg1"/>
                        </a:buClr>
                        <a:buSzPct val="25000"/>
                        <a:buFont typeface="Times" pitchFamily="18" charset="0"/>
                        <a:buNone/>
                        <a:tabLst/>
                      </a:pPr>
                      <a:r>
                        <a:rPr kumimoji="0" lang="es-ES" sz="1200" b="0" i="0" u="none" strike="noStrike" kern="1200" cap="none" normalizeH="0" baseline="0" dirty="0">
                          <a:ln>
                            <a:noFill/>
                          </a:ln>
                          <a:solidFill>
                            <a:schemeClr val="tx1"/>
                          </a:solidFill>
                          <a:effectLst/>
                          <a:latin typeface="Arial" charset="0"/>
                          <a:ea typeface="+mn-ea"/>
                          <a:cs typeface="+mn-cs"/>
                        </a:rPr>
                        <a:t>La aplicación ha de ser </a:t>
                      </a:r>
                      <a:r>
                        <a:rPr kumimoji="0" lang="es-ES" sz="1200" b="0" i="0" u="none" strike="noStrike" cap="none" normalizeH="0" baseline="0" dirty="0" err="1">
                          <a:ln>
                            <a:noFill/>
                          </a:ln>
                          <a:solidFill>
                            <a:srgbClr val="FF0000"/>
                          </a:solidFill>
                          <a:effectLst/>
                          <a:latin typeface="Arial" charset="0"/>
                        </a:rPr>
                        <a:t>multidivisa</a:t>
                      </a:r>
                      <a:r>
                        <a:rPr kumimoji="0" lang="es-ES" sz="1200" b="1" i="0" u="none" strike="noStrike" cap="none" normalizeH="0" baseline="0" dirty="0">
                          <a:ln>
                            <a:noFill/>
                          </a:ln>
                          <a:solidFill>
                            <a:srgbClr val="FF0000"/>
                          </a:solidFill>
                          <a:effectLst/>
                          <a:latin typeface="Arial" charset="0"/>
                        </a:rPr>
                        <a:t> </a:t>
                      </a: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557212">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GB" sz="1200" b="1" i="0" u="none" strike="noStrike" cap="none" normalizeH="0" baseline="0">
                          <a:ln>
                            <a:noFill/>
                          </a:ln>
                          <a:solidFill>
                            <a:schemeClr val="bg1"/>
                          </a:solidFill>
                          <a:effectLst/>
                          <a:latin typeface="Arial" charset="0"/>
                        </a:rPr>
                        <a:t>Descripción</a:t>
                      </a: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just"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s-ES" sz="1200" b="0" i="0" u="none" strike="noStrike" kern="1200" cap="none" normalizeH="0" baseline="0" dirty="0">
                          <a:ln>
                            <a:noFill/>
                          </a:ln>
                          <a:solidFill>
                            <a:schemeClr val="tx1"/>
                          </a:solidFill>
                          <a:effectLst/>
                          <a:latin typeface="Arial" charset="0"/>
                          <a:ea typeface="+mn-ea"/>
                          <a:cs typeface="+mn-cs"/>
                        </a:rPr>
                        <a:t>No aplica</a:t>
                      </a:r>
                      <a:endParaRPr kumimoji="0" lang="en-GB" sz="1200" b="0" i="0" u="none" strike="noStrike" kern="1200" cap="none" normalizeH="0" baseline="0" dirty="0">
                        <a:ln>
                          <a:noFill/>
                        </a:ln>
                        <a:solidFill>
                          <a:schemeClr val="tx1"/>
                        </a:solidFill>
                        <a:effectLst/>
                        <a:latin typeface="Arial" charset="0"/>
                        <a:ea typeface="+mn-ea"/>
                        <a:cs typeface="+mn-cs"/>
                      </a:endParaRP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4" name="Group 27">
            <a:extLst>
              <a:ext uri="{FF2B5EF4-FFF2-40B4-BE49-F238E27FC236}">
                <a16:creationId xmlns:a16="http://schemas.microsoft.com/office/drawing/2014/main" id="{9A4EA4C3-77DA-4B06-B228-7AA072567303}"/>
              </a:ext>
            </a:extLst>
          </p:cNvPr>
          <p:cNvGraphicFramePr>
            <a:graphicFrameLocks noGrp="1"/>
          </p:cNvGraphicFramePr>
          <p:nvPr>
            <p:extLst>
              <p:ext uri="{D42A27DB-BD31-4B8C-83A1-F6EECF244321}">
                <p14:modId xmlns:p14="http://schemas.microsoft.com/office/powerpoint/2010/main" val="269560081"/>
              </p:ext>
            </p:extLst>
          </p:nvPr>
        </p:nvGraphicFramePr>
        <p:xfrm>
          <a:off x="1878099" y="4134395"/>
          <a:ext cx="8208962" cy="956284"/>
        </p:xfrm>
        <a:graphic>
          <a:graphicData uri="http://schemas.openxmlformats.org/drawingml/2006/table">
            <a:tbl>
              <a:tblPr/>
              <a:tblGrid>
                <a:gridCol w="1655762">
                  <a:extLst>
                    <a:ext uri="{9D8B030D-6E8A-4147-A177-3AD203B41FA5}">
                      <a16:colId xmlns:a16="http://schemas.microsoft.com/office/drawing/2014/main" val="20000"/>
                    </a:ext>
                  </a:extLst>
                </a:gridCol>
                <a:gridCol w="6553200">
                  <a:extLst>
                    <a:ext uri="{9D8B030D-6E8A-4147-A177-3AD203B41FA5}">
                      <a16:colId xmlns:a16="http://schemas.microsoft.com/office/drawing/2014/main" val="20001"/>
                    </a:ext>
                  </a:extLst>
                </a:gridCol>
              </a:tblGrid>
              <a:tr h="314038">
                <a:tc>
                  <a:txBody>
                    <a:bodyPr/>
                    <a:lstStyle/>
                    <a:p>
                      <a:pPr marL="0" marR="0" lvl="0" indent="0" algn="ctr" defTabSz="914400" rtl="0" eaLnBrk="0" fontAlgn="base" latinLnBrk="0" hangingPunct="0">
                        <a:lnSpc>
                          <a:spcPct val="100000"/>
                        </a:lnSpc>
                        <a:spcBef>
                          <a:spcPct val="0"/>
                        </a:spcBef>
                        <a:spcAft>
                          <a:spcPct val="0"/>
                        </a:spcAft>
                        <a:buClr>
                          <a:schemeClr val="bg1"/>
                        </a:buClr>
                        <a:buSzPct val="25000"/>
                        <a:buFont typeface="Times" pitchFamily="18" charset="0"/>
                        <a:buNone/>
                        <a:tabLst/>
                      </a:pPr>
                      <a:r>
                        <a:rPr kumimoji="0" lang="es-ES" sz="1200" b="1" i="0" u="none" strike="noStrike" cap="none" normalizeH="0" baseline="0">
                          <a:ln>
                            <a:noFill/>
                          </a:ln>
                          <a:solidFill>
                            <a:schemeClr val="bg1"/>
                          </a:solidFill>
                          <a:effectLst/>
                          <a:latin typeface="Arial" charset="0"/>
                        </a:rPr>
                        <a:t>Requisito/Prioridad</a:t>
                      </a:r>
                    </a:p>
                  </a:txBody>
                  <a:tcPr marL="90000" marR="90000" marT="46803" marB="468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just" defTabSz="914400" rtl="0" eaLnBrk="0" fontAlgn="base" latinLnBrk="0" hangingPunct="0">
                        <a:lnSpc>
                          <a:spcPct val="100000"/>
                        </a:lnSpc>
                        <a:spcBef>
                          <a:spcPct val="0"/>
                        </a:spcBef>
                        <a:spcAft>
                          <a:spcPct val="0"/>
                        </a:spcAft>
                        <a:buClr>
                          <a:schemeClr val="bg1"/>
                        </a:buClr>
                        <a:buSzPct val="25000"/>
                        <a:buFont typeface="Times" pitchFamily="18" charset="0"/>
                        <a:buNone/>
                        <a:tabLst/>
                      </a:pPr>
                      <a:r>
                        <a:rPr kumimoji="0" lang="es-ES" sz="1200" b="0" i="0" u="none" strike="noStrike" kern="1200" cap="none" normalizeH="0" baseline="0" dirty="0">
                          <a:ln>
                            <a:noFill/>
                          </a:ln>
                          <a:solidFill>
                            <a:schemeClr val="tx1"/>
                          </a:solidFill>
                          <a:effectLst/>
                          <a:latin typeface="Arial" charset="0"/>
                          <a:ea typeface="+mn-ea"/>
                          <a:cs typeface="+mn-cs"/>
                        </a:rPr>
                        <a:t>El análisis de la lógica de negocio de la aplicación </a:t>
                      </a:r>
                      <a:r>
                        <a:rPr kumimoji="0" lang="es-ES" sz="1200" b="0" i="0" u="none" strike="noStrike" cap="none" normalizeH="0" baseline="0" dirty="0">
                          <a:ln>
                            <a:noFill/>
                          </a:ln>
                          <a:solidFill>
                            <a:srgbClr val="FF0000"/>
                          </a:solidFill>
                          <a:effectLst/>
                          <a:latin typeface="Arial" charset="0"/>
                        </a:rPr>
                        <a:t>independiente del canal</a:t>
                      </a:r>
                    </a:p>
                  </a:txBody>
                  <a:tcPr marL="90000" marR="90000" marT="46803" marB="468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550833">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GB" sz="1200" b="1" i="0" u="none" strike="noStrike" cap="none" normalizeH="0" baseline="0">
                          <a:ln>
                            <a:noFill/>
                          </a:ln>
                          <a:solidFill>
                            <a:schemeClr val="bg1"/>
                          </a:solidFill>
                          <a:effectLst/>
                          <a:latin typeface="Arial" charset="0"/>
                        </a:rPr>
                        <a:t>Descripción</a:t>
                      </a:r>
                    </a:p>
                  </a:txBody>
                  <a:tcPr marL="90000" marR="90000" marT="46803" marB="468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just"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s-ES" sz="1200" b="0" i="0" u="none" strike="noStrike" kern="1200" cap="none" normalizeH="0" baseline="0" dirty="0">
                          <a:ln>
                            <a:noFill/>
                          </a:ln>
                          <a:solidFill>
                            <a:schemeClr val="tx1"/>
                          </a:solidFill>
                          <a:effectLst/>
                          <a:latin typeface="Arial" charset="0"/>
                          <a:ea typeface="+mn-ea"/>
                          <a:cs typeface="+mn-cs"/>
                        </a:rPr>
                        <a:t>El análisis de la lógica de negocio de la aplicación ha de ser independiente del canal por el que se haga su presentación, de forma que dicho estudio sea válido para cualquier canal de presentación. </a:t>
                      </a:r>
                      <a:endParaRPr kumimoji="0" lang="en-GB" sz="1200" b="0" i="0" u="none" strike="noStrike" kern="1200" cap="none" normalizeH="0" baseline="0" dirty="0">
                        <a:ln>
                          <a:noFill/>
                        </a:ln>
                        <a:solidFill>
                          <a:schemeClr val="tx1"/>
                        </a:solidFill>
                        <a:effectLst/>
                        <a:latin typeface="Arial" charset="0"/>
                        <a:ea typeface="+mn-ea"/>
                        <a:cs typeface="+mn-cs"/>
                      </a:endParaRPr>
                    </a:p>
                  </a:txBody>
                  <a:tcPr marL="90000" marR="90000" marT="46803" marB="468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5" name="Group 38">
            <a:extLst>
              <a:ext uri="{FF2B5EF4-FFF2-40B4-BE49-F238E27FC236}">
                <a16:creationId xmlns:a16="http://schemas.microsoft.com/office/drawing/2014/main" id="{32559447-3F93-4E97-878E-781398ECE919}"/>
              </a:ext>
            </a:extLst>
          </p:cNvPr>
          <p:cNvGraphicFramePr>
            <a:graphicFrameLocks noGrp="1"/>
          </p:cNvGraphicFramePr>
          <p:nvPr>
            <p:extLst>
              <p:ext uri="{D42A27DB-BD31-4B8C-83A1-F6EECF244321}">
                <p14:modId xmlns:p14="http://schemas.microsoft.com/office/powerpoint/2010/main" val="2886307587"/>
              </p:ext>
            </p:extLst>
          </p:nvPr>
        </p:nvGraphicFramePr>
        <p:xfrm>
          <a:off x="1878099" y="5245557"/>
          <a:ext cx="8208962" cy="632825"/>
        </p:xfrm>
        <a:graphic>
          <a:graphicData uri="http://schemas.openxmlformats.org/drawingml/2006/table">
            <a:tbl>
              <a:tblPr/>
              <a:tblGrid>
                <a:gridCol w="1655762">
                  <a:extLst>
                    <a:ext uri="{9D8B030D-6E8A-4147-A177-3AD203B41FA5}">
                      <a16:colId xmlns:a16="http://schemas.microsoft.com/office/drawing/2014/main" val="20000"/>
                    </a:ext>
                  </a:extLst>
                </a:gridCol>
                <a:gridCol w="6553200">
                  <a:extLst>
                    <a:ext uri="{9D8B030D-6E8A-4147-A177-3AD203B41FA5}">
                      <a16:colId xmlns:a16="http://schemas.microsoft.com/office/drawing/2014/main" val="20001"/>
                    </a:ext>
                  </a:extLst>
                </a:gridCol>
              </a:tblGrid>
              <a:tr h="302625">
                <a:tc>
                  <a:txBody>
                    <a:bodyPr/>
                    <a:lstStyle/>
                    <a:p>
                      <a:pPr marL="0" marR="0" lvl="0" indent="0" algn="ctr" defTabSz="914400" rtl="0" eaLnBrk="0" fontAlgn="base" latinLnBrk="0" hangingPunct="0">
                        <a:lnSpc>
                          <a:spcPct val="100000"/>
                        </a:lnSpc>
                        <a:spcBef>
                          <a:spcPct val="0"/>
                        </a:spcBef>
                        <a:spcAft>
                          <a:spcPct val="0"/>
                        </a:spcAft>
                        <a:buClr>
                          <a:schemeClr val="bg1"/>
                        </a:buClr>
                        <a:buSzPct val="25000"/>
                        <a:buFont typeface="Times" pitchFamily="18" charset="0"/>
                        <a:buNone/>
                        <a:tabLst/>
                      </a:pPr>
                      <a:r>
                        <a:rPr kumimoji="0" lang="es-ES" sz="1200" b="1" i="0" u="none" strike="noStrike" cap="none" normalizeH="0" baseline="0" dirty="0">
                          <a:ln>
                            <a:noFill/>
                          </a:ln>
                          <a:solidFill>
                            <a:schemeClr val="bg1"/>
                          </a:solidFill>
                          <a:effectLst/>
                          <a:latin typeface="Arial" charset="0"/>
                        </a:rPr>
                        <a:t>Requisito/Prioridad</a:t>
                      </a: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just" defTabSz="914400" rtl="0" eaLnBrk="0" fontAlgn="base" latinLnBrk="0" hangingPunct="0">
                        <a:lnSpc>
                          <a:spcPct val="100000"/>
                        </a:lnSpc>
                        <a:spcBef>
                          <a:spcPct val="0"/>
                        </a:spcBef>
                        <a:spcAft>
                          <a:spcPct val="0"/>
                        </a:spcAft>
                        <a:buClr>
                          <a:schemeClr val="bg1"/>
                        </a:buClr>
                        <a:buSzPct val="25000"/>
                        <a:buFont typeface="Times" pitchFamily="18" charset="0"/>
                        <a:buNone/>
                        <a:tabLst/>
                      </a:pPr>
                      <a:r>
                        <a:rPr kumimoji="0" lang="es-ES" sz="1200" b="0" i="0" u="none" strike="noStrike" kern="1200" cap="none" normalizeH="0" baseline="0" dirty="0">
                          <a:ln>
                            <a:noFill/>
                          </a:ln>
                          <a:solidFill>
                            <a:schemeClr val="tx1"/>
                          </a:solidFill>
                          <a:effectLst/>
                          <a:latin typeface="Arial" charset="0"/>
                          <a:ea typeface="+mn-ea"/>
                          <a:cs typeface="+mn-cs"/>
                        </a:rPr>
                        <a:t>La aplicación ha de ser </a:t>
                      </a:r>
                      <a:r>
                        <a:rPr kumimoji="0" lang="es-ES" sz="1200" b="0" i="0" u="none" strike="noStrike" cap="none" normalizeH="0" baseline="0" dirty="0" err="1">
                          <a:ln>
                            <a:noFill/>
                          </a:ln>
                          <a:solidFill>
                            <a:srgbClr val="FF0000"/>
                          </a:solidFill>
                          <a:effectLst/>
                          <a:latin typeface="Arial" charset="0"/>
                        </a:rPr>
                        <a:t>multilengua</a:t>
                      </a:r>
                      <a:r>
                        <a:rPr kumimoji="0" lang="es-ES" sz="1200" b="1" i="0" u="none" strike="noStrike" cap="none" normalizeH="0" baseline="0" dirty="0">
                          <a:ln>
                            <a:noFill/>
                          </a:ln>
                          <a:solidFill>
                            <a:srgbClr val="FF0000"/>
                          </a:solidFill>
                          <a:effectLst/>
                          <a:latin typeface="Arial" charset="0"/>
                        </a:rPr>
                        <a:t> </a:t>
                      </a: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30200">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GB" sz="1200" b="1" i="0" u="none" strike="noStrike" cap="none" normalizeH="0" baseline="0">
                          <a:ln>
                            <a:noFill/>
                          </a:ln>
                          <a:solidFill>
                            <a:schemeClr val="bg1"/>
                          </a:solidFill>
                          <a:effectLst/>
                          <a:latin typeface="Arial" charset="0"/>
                        </a:rPr>
                        <a:t>Descripción</a:t>
                      </a: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just"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s-ES" sz="1200" b="0" i="0" u="none" strike="noStrike" kern="1200" cap="none" normalizeH="0" baseline="0" dirty="0">
                          <a:ln>
                            <a:noFill/>
                          </a:ln>
                          <a:solidFill>
                            <a:schemeClr val="tx1"/>
                          </a:solidFill>
                          <a:effectLst/>
                          <a:latin typeface="Arial" charset="0"/>
                          <a:ea typeface="+mn-ea"/>
                          <a:cs typeface="+mn-cs"/>
                        </a:rPr>
                        <a:t>No aplica</a:t>
                      </a:r>
                      <a:endParaRPr kumimoji="0" lang="en-GB" sz="1200" b="0" i="0" u="none" strike="noStrike" kern="1200" cap="none" normalizeH="0" baseline="0" dirty="0">
                        <a:ln>
                          <a:noFill/>
                        </a:ln>
                        <a:solidFill>
                          <a:schemeClr val="tx1"/>
                        </a:solidFill>
                        <a:effectLst/>
                        <a:latin typeface="Arial" charset="0"/>
                        <a:ea typeface="+mn-ea"/>
                        <a:cs typeface="+mn-cs"/>
                      </a:endParaRP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77202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sz="quarter" idx="4294967295"/>
          </p:nvPr>
        </p:nvSpPr>
        <p:spPr>
          <a:xfrm>
            <a:off x="653140" y="406116"/>
            <a:ext cx="10833365" cy="341135"/>
          </a:xfrm>
        </p:spPr>
        <p:txBody>
          <a:bodyPr vert="horz" lIns="91440" tIns="45720" rIns="91440" bIns="45720" rtlCol="0">
            <a:noAutofit/>
          </a:bodyPr>
          <a:lstStyle/>
          <a:p>
            <a:pPr marL="0" indent="0">
              <a:spcBef>
                <a:spcPts val="300"/>
              </a:spcBef>
              <a:buNone/>
            </a:pPr>
            <a:r>
              <a:rPr lang="es-ES" sz="1300" dirty="0">
                <a:solidFill>
                  <a:srgbClr val="EB0000"/>
                </a:solidFill>
                <a:ea typeface="Segoe UI" panose="020B0502040204020203" pitchFamily="34" charset="0"/>
                <a:cs typeface="Segoe UI" panose="020B0502040204020203" pitchFamily="34" charset="0"/>
              </a:rPr>
              <a:t>Necesidades y Propuesta de la Solución</a:t>
            </a:r>
          </a:p>
          <a:p>
            <a:pPr marL="0" indent="0">
              <a:spcBef>
                <a:spcPts val="300"/>
              </a:spcBef>
              <a:buNone/>
            </a:pPr>
            <a:r>
              <a:rPr lang="es-ES" sz="1800" b="1" dirty="0">
                <a:solidFill>
                  <a:srgbClr val="EB0000"/>
                </a:solidFill>
                <a:ea typeface="Segoe UI" panose="020B0502040204020203" pitchFamily="34" charset="0"/>
                <a:cs typeface="Segoe UI" panose="020B0502040204020203" pitchFamily="34" charset="0"/>
              </a:rPr>
              <a:t>Principios (2/2)</a:t>
            </a:r>
          </a:p>
          <a:p>
            <a:pPr marL="0" indent="0">
              <a:buNone/>
            </a:pPr>
            <a:endParaRPr lang="es-ES" sz="1800" b="1" dirty="0">
              <a:solidFill>
                <a:srgbClr val="EB0000"/>
              </a:solidFill>
              <a:ea typeface="Segoe UI" panose="020B0502040204020203" pitchFamily="34" charset="0"/>
              <a:cs typeface="Segoe UI" panose="020B0502040204020203" pitchFamily="34" charset="0"/>
            </a:endParaRPr>
          </a:p>
          <a:p>
            <a:pPr marL="0" indent="0">
              <a:buNone/>
            </a:pPr>
            <a:r>
              <a:rPr lang="es-ES" sz="1800" b="1" dirty="0">
                <a:solidFill>
                  <a:srgbClr val="EB0000"/>
                </a:solidFill>
                <a:ea typeface="Segoe UI" panose="020B0502040204020203" pitchFamily="34" charset="0"/>
                <a:cs typeface="Segoe UI" panose="020B0502040204020203" pitchFamily="34" charset="0"/>
              </a:rPr>
              <a:t> </a:t>
            </a:r>
          </a:p>
        </p:txBody>
      </p:sp>
      <p:sp>
        <p:nvSpPr>
          <p:cNvPr id="4" name="Marcador de texto 3"/>
          <p:cNvSpPr>
            <a:spLocks noGrp="1"/>
          </p:cNvSpPr>
          <p:nvPr>
            <p:ph type="body" sz="quarter" idx="1"/>
          </p:nvPr>
        </p:nvSpPr>
        <p:spPr>
          <a:xfrm>
            <a:off x="653143" y="1266092"/>
            <a:ext cx="10833363" cy="341135"/>
          </a:xfrm>
        </p:spPr>
        <p:txBody>
          <a:bodyPr/>
          <a:lstStyle/>
          <a:p>
            <a:r>
              <a:rPr lang="es-ES" dirty="0"/>
              <a:t>&lt;Breve descripción de los principios, requisitos y decisiones que deban respetarse o aplicarse en el diseño de la solución aportada&gt;</a:t>
            </a:r>
          </a:p>
          <a:p>
            <a:endParaRPr lang="es-ES" dirty="0"/>
          </a:p>
        </p:txBody>
      </p:sp>
      <p:graphicFrame>
        <p:nvGraphicFramePr>
          <p:cNvPr id="8" name="Group 4">
            <a:extLst>
              <a:ext uri="{FF2B5EF4-FFF2-40B4-BE49-F238E27FC236}">
                <a16:creationId xmlns:a16="http://schemas.microsoft.com/office/drawing/2014/main" id="{416A9D69-0964-43F6-A50B-0DC0F18AF16B}"/>
              </a:ext>
            </a:extLst>
          </p:cNvPr>
          <p:cNvGraphicFramePr>
            <a:graphicFrameLocks noGrp="1"/>
          </p:cNvGraphicFramePr>
          <p:nvPr>
            <p:extLst>
              <p:ext uri="{D42A27DB-BD31-4B8C-83A1-F6EECF244321}">
                <p14:modId xmlns:p14="http://schemas.microsoft.com/office/powerpoint/2010/main" val="1795664214"/>
              </p:ext>
            </p:extLst>
          </p:nvPr>
        </p:nvGraphicFramePr>
        <p:xfrm>
          <a:off x="1878099" y="1957811"/>
          <a:ext cx="8208962" cy="970433"/>
        </p:xfrm>
        <a:graphic>
          <a:graphicData uri="http://schemas.openxmlformats.org/drawingml/2006/table">
            <a:tbl>
              <a:tblPr/>
              <a:tblGrid>
                <a:gridCol w="1655762">
                  <a:extLst>
                    <a:ext uri="{9D8B030D-6E8A-4147-A177-3AD203B41FA5}">
                      <a16:colId xmlns:a16="http://schemas.microsoft.com/office/drawing/2014/main" val="20000"/>
                    </a:ext>
                  </a:extLst>
                </a:gridCol>
                <a:gridCol w="6553200">
                  <a:extLst>
                    <a:ext uri="{9D8B030D-6E8A-4147-A177-3AD203B41FA5}">
                      <a16:colId xmlns:a16="http://schemas.microsoft.com/office/drawing/2014/main" val="20001"/>
                    </a:ext>
                  </a:extLst>
                </a:gridCol>
              </a:tblGrid>
              <a:tr h="328193">
                <a:tc>
                  <a:txBody>
                    <a:bodyPr/>
                    <a:lstStyle/>
                    <a:p>
                      <a:pPr marL="0" marR="0" lvl="0" indent="0" algn="ctr" defTabSz="914400" rtl="0" eaLnBrk="0" fontAlgn="base" latinLnBrk="0" hangingPunct="0">
                        <a:lnSpc>
                          <a:spcPct val="100000"/>
                        </a:lnSpc>
                        <a:spcBef>
                          <a:spcPct val="0"/>
                        </a:spcBef>
                        <a:spcAft>
                          <a:spcPct val="0"/>
                        </a:spcAft>
                        <a:buClr>
                          <a:schemeClr val="bg1"/>
                        </a:buClr>
                        <a:buSzPct val="25000"/>
                        <a:buFont typeface="Times" pitchFamily="18" charset="0"/>
                        <a:buNone/>
                        <a:tabLst/>
                      </a:pPr>
                      <a:r>
                        <a:rPr kumimoji="0" lang="es-ES" sz="1200" b="1" i="0" u="none" strike="noStrike" cap="none" normalizeH="0" baseline="0" dirty="0">
                          <a:ln>
                            <a:noFill/>
                          </a:ln>
                          <a:solidFill>
                            <a:schemeClr val="bg1"/>
                          </a:solidFill>
                          <a:effectLst/>
                          <a:latin typeface="Arial" charset="0"/>
                        </a:rPr>
                        <a:t>Requisito/Prioridad</a:t>
                      </a: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just" defTabSz="914400" rtl="0" eaLnBrk="0" fontAlgn="base" latinLnBrk="0" hangingPunct="0">
                        <a:lnSpc>
                          <a:spcPct val="100000"/>
                        </a:lnSpc>
                        <a:spcBef>
                          <a:spcPct val="0"/>
                        </a:spcBef>
                        <a:spcAft>
                          <a:spcPct val="0"/>
                        </a:spcAft>
                        <a:buClr>
                          <a:schemeClr val="bg1"/>
                        </a:buClr>
                        <a:buSzPct val="25000"/>
                        <a:buFont typeface="Times" pitchFamily="18" charset="0"/>
                        <a:buNone/>
                        <a:tabLst/>
                      </a:pPr>
                      <a:r>
                        <a:rPr kumimoji="0" lang="es-ES" sz="1200" b="0" i="0" u="none" strike="noStrike" kern="1200" cap="none" normalizeH="0" baseline="0" dirty="0">
                          <a:ln>
                            <a:noFill/>
                          </a:ln>
                          <a:solidFill>
                            <a:schemeClr val="tx1"/>
                          </a:solidFill>
                          <a:effectLst/>
                          <a:latin typeface="Arial" charset="0"/>
                          <a:ea typeface="+mn-ea"/>
                          <a:cs typeface="+mn-cs"/>
                        </a:rPr>
                        <a:t>La aplicación ha de ser </a:t>
                      </a:r>
                      <a:r>
                        <a:rPr kumimoji="0" lang="es-ES" sz="1200" b="0" i="0" u="none" strike="noStrike" cap="none" normalizeH="0" baseline="0" dirty="0">
                          <a:ln>
                            <a:noFill/>
                          </a:ln>
                          <a:solidFill>
                            <a:srgbClr val="FF0000"/>
                          </a:solidFill>
                          <a:effectLst/>
                          <a:latin typeface="Arial" charset="0"/>
                        </a:rPr>
                        <a:t>24 horas</a:t>
                      </a: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84188">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GB" sz="1200" b="1" i="0" u="none" strike="noStrike" cap="none" normalizeH="0" baseline="0">
                          <a:ln>
                            <a:noFill/>
                          </a:ln>
                          <a:solidFill>
                            <a:schemeClr val="bg1"/>
                          </a:solidFill>
                          <a:effectLst/>
                          <a:latin typeface="Arial" charset="0"/>
                        </a:rPr>
                        <a:t>Descripción</a:t>
                      </a: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just"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s-ES" sz="1200" b="0" i="0" u="none" strike="noStrike" kern="1200" cap="none" normalizeH="0" baseline="0" dirty="0">
                          <a:ln>
                            <a:noFill/>
                          </a:ln>
                          <a:solidFill>
                            <a:schemeClr val="tx1"/>
                          </a:solidFill>
                          <a:effectLst/>
                          <a:latin typeface="Arial" charset="0"/>
                          <a:ea typeface="+mn-ea"/>
                          <a:cs typeface="+mn-cs"/>
                        </a:rPr>
                        <a:t>La aplicación tiene que soportar operativa ininterrumpida para que los usuarios puedan acceder en cualquier momento. Pueden existir distintos niveles de operatividad : recogida de peticiones, ejecución,.. </a:t>
                      </a:r>
                      <a:endParaRPr kumimoji="0" lang="en-GB" sz="1200" b="0" i="0" u="none" strike="noStrike" kern="1200" cap="none" normalizeH="0" baseline="0" dirty="0">
                        <a:ln>
                          <a:noFill/>
                        </a:ln>
                        <a:solidFill>
                          <a:schemeClr val="tx1"/>
                        </a:solidFill>
                        <a:effectLst/>
                        <a:latin typeface="Arial" charset="0"/>
                        <a:ea typeface="+mn-ea"/>
                        <a:cs typeface="+mn-cs"/>
                      </a:endParaRP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9" name="Group 15">
            <a:extLst>
              <a:ext uri="{FF2B5EF4-FFF2-40B4-BE49-F238E27FC236}">
                <a16:creationId xmlns:a16="http://schemas.microsoft.com/office/drawing/2014/main" id="{7161D7F1-D9C6-427A-98F2-F2DF9CA766D4}"/>
              </a:ext>
            </a:extLst>
          </p:cNvPr>
          <p:cNvGraphicFramePr>
            <a:graphicFrameLocks/>
          </p:cNvGraphicFramePr>
          <p:nvPr>
            <p:extLst>
              <p:ext uri="{D42A27DB-BD31-4B8C-83A1-F6EECF244321}">
                <p14:modId xmlns:p14="http://schemas.microsoft.com/office/powerpoint/2010/main" val="3116972243"/>
              </p:ext>
            </p:extLst>
          </p:nvPr>
        </p:nvGraphicFramePr>
        <p:xfrm>
          <a:off x="1878099" y="3058204"/>
          <a:ext cx="8208962" cy="1286128"/>
        </p:xfrm>
        <a:graphic>
          <a:graphicData uri="http://schemas.openxmlformats.org/drawingml/2006/table">
            <a:tbl>
              <a:tblPr/>
              <a:tblGrid>
                <a:gridCol w="1655762">
                  <a:extLst>
                    <a:ext uri="{9D8B030D-6E8A-4147-A177-3AD203B41FA5}">
                      <a16:colId xmlns:a16="http://schemas.microsoft.com/office/drawing/2014/main" val="20000"/>
                    </a:ext>
                  </a:extLst>
                </a:gridCol>
                <a:gridCol w="6553200">
                  <a:extLst>
                    <a:ext uri="{9D8B030D-6E8A-4147-A177-3AD203B41FA5}">
                      <a16:colId xmlns:a16="http://schemas.microsoft.com/office/drawing/2014/main" val="20001"/>
                    </a:ext>
                  </a:extLst>
                </a:gridCol>
              </a:tblGrid>
              <a:tr h="278122">
                <a:tc>
                  <a:txBody>
                    <a:bodyPr/>
                    <a:lstStyle/>
                    <a:p>
                      <a:pPr marL="0" marR="0" lvl="0" indent="0" algn="ctr" defTabSz="914400" rtl="0" eaLnBrk="0" fontAlgn="base" latinLnBrk="0" hangingPunct="0">
                        <a:lnSpc>
                          <a:spcPct val="100000"/>
                        </a:lnSpc>
                        <a:spcBef>
                          <a:spcPct val="0"/>
                        </a:spcBef>
                        <a:spcAft>
                          <a:spcPct val="0"/>
                        </a:spcAft>
                        <a:buClr>
                          <a:schemeClr val="bg1"/>
                        </a:buClr>
                        <a:buSzPct val="25000"/>
                        <a:buFont typeface="Times" pitchFamily="18" charset="0"/>
                        <a:buNone/>
                        <a:tabLst/>
                      </a:pPr>
                      <a:r>
                        <a:rPr kumimoji="0" lang="es-ES" sz="1200" b="1" i="0" u="none" strike="noStrike" cap="none" normalizeH="0" baseline="0" dirty="0">
                          <a:ln>
                            <a:noFill/>
                          </a:ln>
                          <a:solidFill>
                            <a:schemeClr val="bg1"/>
                          </a:solidFill>
                          <a:effectLst/>
                          <a:latin typeface="Arial" charset="0"/>
                        </a:rPr>
                        <a:t>Requisito/Prioridad</a:t>
                      </a:r>
                    </a:p>
                  </a:txBody>
                  <a:tcPr marL="90000" marR="90000" marT="46803" marB="468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just" defTabSz="914400" rtl="0" eaLnBrk="0" fontAlgn="base" latinLnBrk="0" hangingPunct="0">
                        <a:lnSpc>
                          <a:spcPct val="100000"/>
                        </a:lnSpc>
                        <a:spcBef>
                          <a:spcPct val="0"/>
                        </a:spcBef>
                        <a:spcAft>
                          <a:spcPct val="0"/>
                        </a:spcAft>
                        <a:buClr>
                          <a:schemeClr val="bg1"/>
                        </a:buClr>
                        <a:buSzPct val="25000"/>
                        <a:buFont typeface="Times" pitchFamily="18" charset="0"/>
                        <a:buNone/>
                        <a:tabLst/>
                      </a:pPr>
                      <a:r>
                        <a:rPr kumimoji="0" lang="es-ES" sz="1200" b="0" i="0" u="none" strike="noStrike" cap="none" normalizeH="0" baseline="0" dirty="0">
                          <a:ln>
                            <a:noFill/>
                          </a:ln>
                          <a:solidFill>
                            <a:srgbClr val="FF0000"/>
                          </a:solidFill>
                          <a:effectLst/>
                          <a:latin typeface="Arial" charset="0"/>
                        </a:rPr>
                        <a:t>Integración en los sistemas corporativos del banco</a:t>
                      </a:r>
                    </a:p>
                  </a:txBody>
                  <a:tcPr marL="90000" marR="90000" marT="46803" marB="468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703238">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GB" sz="1200" b="1" i="0" u="none" strike="noStrike" cap="none" normalizeH="0" baseline="0">
                          <a:ln>
                            <a:noFill/>
                          </a:ln>
                          <a:solidFill>
                            <a:schemeClr val="bg1"/>
                          </a:solidFill>
                          <a:effectLst/>
                          <a:latin typeface="Arial" charset="0"/>
                        </a:rPr>
                        <a:t>Descripción</a:t>
                      </a:r>
                    </a:p>
                  </a:txBody>
                  <a:tcPr marL="90000" marR="90000" marT="46803" marB="468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just"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s-ES" sz="1200" b="0" i="0" u="none" strike="noStrike" kern="1200" cap="none" normalizeH="0" baseline="0" dirty="0">
                          <a:ln>
                            <a:noFill/>
                          </a:ln>
                          <a:solidFill>
                            <a:schemeClr val="tx1"/>
                          </a:solidFill>
                          <a:effectLst/>
                          <a:latin typeface="Arial" charset="0"/>
                          <a:ea typeface="+mn-ea"/>
                          <a:cs typeface="+mn-cs"/>
                        </a:rPr>
                        <a:t>La aplicación se integrará y utilizará todos los recursos que puedan ofrecerle las aplicaciones corporativas del Banco (Personas, Catálogo de Productos y Servicios, Tablas Generales,...), y de igual manera y en caso de que la operativa de la aplicación lo requiera, deberá incorporarse a los procesos corporativos de Consolidación y Conciliación, Cambio y peticiones de divisa, Adicionales,.... </a:t>
                      </a:r>
                      <a:endParaRPr kumimoji="0" lang="en-GB" sz="1200" b="0" i="0" u="none" strike="noStrike" kern="1200" cap="none" normalizeH="0" baseline="0" dirty="0">
                        <a:ln>
                          <a:noFill/>
                        </a:ln>
                        <a:solidFill>
                          <a:schemeClr val="tx1"/>
                        </a:solidFill>
                        <a:effectLst/>
                        <a:latin typeface="Arial" charset="0"/>
                        <a:ea typeface="+mn-ea"/>
                        <a:cs typeface="+mn-cs"/>
                      </a:endParaRPr>
                    </a:p>
                  </a:txBody>
                  <a:tcPr marL="90000" marR="90000" marT="46803" marB="468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0" name="Group 26">
            <a:extLst>
              <a:ext uri="{FF2B5EF4-FFF2-40B4-BE49-F238E27FC236}">
                <a16:creationId xmlns:a16="http://schemas.microsoft.com/office/drawing/2014/main" id="{D42922D0-5727-4BA8-A3E2-C2A8B88CCCC7}"/>
              </a:ext>
            </a:extLst>
          </p:cNvPr>
          <p:cNvGraphicFramePr>
            <a:graphicFrameLocks noGrp="1"/>
          </p:cNvGraphicFramePr>
          <p:nvPr>
            <p:extLst>
              <p:ext uri="{D42A27DB-BD31-4B8C-83A1-F6EECF244321}">
                <p14:modId xmlns:p14="http://schemas.microsoft.com/office/powerpoint/2010/main" val="882357071"/>
              </p:ext>
            </p:extLst>
          </p:nvPr>
        </p:nvGraphicFramePr>
        <p:xfrm>
          <a:off x="1878099" y="4476057"/>
          <a:ext cx="8208962" cy="765368"/>
        </p:xfrm>
        <a:graphic>
          <a:graphicData uri="http://schemas.openxmlformats.org/drawingml/2006/table">
            <a:tbl>
              <a:tblPr/>
              <a:tblGrid>
                <a:gridCol w="1655762">
                  <a:extLst>
                    <a:ext uri="{9D8B030D-6E8A-4147-A177-3AD203B41FA5}">
                      <a16:colId xmlns:a16="http://schemas.microsoft.com/office/drawing/2014/main" val="20000"/>
                    </a:ext>
                  </a:extLst>
                </a:gridCol>
                <a:gridCol w="6553200">
                  <a:extLst>
                    <a:ext uri="{9D8B030D-6E8A-4147-A177-3AD203B41FA5}">
                      <a16:colId xmlns:a16="http://schemas.microsoft.com/office/drawing/2014/main" val="20001"/>
                    </a:ext>
                  </a:extLst>
                </a:gridCol>
              </a:tblGrid>
              <a:tr h="306008">
                <a:tc>
                  <a:txBody>
                    <a:bodyPr/>
                    <a:lstStyle/>
                    <a:p>
                      <a:pPr marL="0" marR="0" lvl="0" indent="0" algn="ctr" defTabSz="914400" rtl="0" eaLnBrk="0" fontAlgn="base" latinLnBrk="0" hangingPunct="0">
                        <a:lnSpc>
                          <a:spcPct val="100000"/>
                        </a:lnSpc>
                        <a:spcBef>
                          <a:spcPct val="0"/>
                        </a:spcBef>
                        <a:spcAft>
                          <a:spcPct val="0"/>
                        </a:spcAft>
                        <a:buClr>
                          <a:schemeClr val="bg1"/>
                        </a:buClr>
                        <a:buSzPct val="25000"/>
                        <a:buFont typeface="Times" pitchFamily="18" charset="0"/>
                        <a:buNone/>
                        <a:tabLst/>
                      </a:pPr>
                      <a:r>
                        <a:rPr kumimoji="0" lang="es-ES" sz="1200" b="1" i="0" u="none" strike="noStrike" cap="none" normalizeH="0" baseline="0">
                          <a:ln>
                            <a:noFill/>
                          </a:ln>
                          <a:solidFill>
                            <a:schemeClr val="bg1"/>
                          </a:solidFill>
                          <a:effectLst/>
                          <a:latin typeface="Arial" charset="0"/>
                        </a:rPr>
                        <a:t>Requisito/Prioridad</a:t>
                      </a: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just" defTabSz="914400" rtl="0" eaLnBrk="0" fontAlgn="base" latinLnBrk="0" hangingPunct="0">
                        <a:lnSpc>
                          <a:spcPct val="100000"/>
                        </a:lnSpc>
                        <a:spcBef>
                          <a:spcPct val="0"/>
                        </a:spcBef>
                        <a:spcAft>
                          <a:spcPct val="0"/>
                        </a:spcAft>
                        <a:buClr>
                          <a:schemeClr val="bg1"/>
                        </a:buClr>
                        <a:buSzPct val="25000"/>
                        <a:buFont typeface="Times" pitchFamily="18" charset="0"/>
                        <a:buNone/>
                        <a:tabLst/>
                      </a:pPr>
                      <a:r>
                        <a:rPr kumimoji="0" lang="es-ES" sz="1200" b="0" i="0" u="none" strike="noStrike" cap="none" normalizeH="0" baseline="0">
                          <a:ln>
                            <a:noFill/>
                          </a:ln>
                          <a:solidFill>
                            <a:srgbClr val="FF0000"/>
                          </a:solidFill>
                          <a:effectLst/>
                          <a:latin typeface="Arial" charset="0"/>
                        </a:rPr>
                        <a:t>Compatibilidad de navegadores en aplicaciones de Internet </a:t>
                      </a: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03225">
                <a:tc>
                  <a:txBody>
                    <a:bodyPr/>
                    <a:lstStyle/>
                    <a:p>
                      <a:pPr marL="0" marR="0" lvl="0" indent="0" algn="l"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n-GB" sz="1200" b="1" i="0" u="none" strike="noStrike" cap="none" normalizeH="0" baseline="0">
                          <a:ln>
                            <a:noFill/>
                          </a:ln>
                          <a:solidFill>
                            <a:schemeClr val="bg1"/>
                          </a:solidFill>
                          <a:effectLst/>
                          <a:latin typeface="Arial" charset="0"/>
                        </a:rPr>
                        <a:t>Descripción</a:t>
                      </a: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just" defTabSz="914400" rtl="0" eaLnBrk="0" fontAlgn="base" latinLnBrk="0" hangingPunct="0">
                        <a:lnSpc>
                          <a:spcPct val="100000"/>
                        </a:lnSpc>
                        <a:spcBef>
                          <a:spcPct val="20000"/>
                        </a:spcBef>
                        <a:spcAft>
                          <a:spcPct val="0"/>
                        </a:spcAft>
                        <a:buClr>
                          <a:schemeClr val="bg1"/>
                        </a:buClr>
                        <a:buSzPct val="25000"/>
                        <a:buFont typeface="Times" pitchFamily="18" charset="0"/>
                        <a:buNone/>
                        <a:tabLst/>
                      </a:pPr>
                      <a:r>
                        <a:rPr kumimoji="0" lang="es-ES" sz="1200" b="0" i="0" u="none" strike="noStrike" kern="1200" cap="none" normalizeH="0" baseline="0" dirty="0">
                          <a:ln>
                            <a:noFill/>
                          </a:ln>
                          <a:solidFill>
                            <a:schemeClr val="tx1"/>
                          </a:solidFill>
                          <a:effectLst/>
                          <a:latin typeface="Arial" charset="0"/>
                          <a:ea typeface="+mn-ea"/>
                          <a:cs typeface="+mn-cs"/>
                        </a:rPr>
                        <a:t>Toda aplicación Internet debe ser compatible en los siguientes navegadores: </a:t>
                      </a:r>
                      <a:r>
                        <a:rPr kumimoji="0" lang="es-ES" sz="1200" b="0" i="0" u="none" strike="noStrike" kern="1200" cap="none" normalizeH="0" baseline="0">
                          <a:ln>
                            <a:noFill/>
                          </a:ln>
                          <a:solidFill>
                            <a:schemeClr val="tx1"/>
                          </a:solidFill>
                          <a:effectLst/>
                          <a:latin typeface="Arial" charset="0"/>
                          <a:ea typeface="+mn-ea"/>
                          <a:cs typeface="+mn-cs"/>
                        </a:rPr>
                        <a:t>Internet Explorer</a:t>
                      </a:r>
                      <a:r>
                        <a:rPr kumimoji="0" lang="es-ES" sz="1200" b="0" i="0" u="none" strike="noStrike" cap="none" normalizeH="0" baseline="0">
                          <a:ln>
                            <a:noFill/>
                          </a:ln>
                          <a:solidFill>
                            <a:schemeClr val="tx1"/>
                          </a:solidFill>
                          <a:effectLst/>
                          <a:latin typeface="Arial" charset="0"/>
                        </a:rPr>
                        <a:t>, Chrome</a:t>
                      </a:r>
                      <a:r>
                        <a:rPr kumimoji="0" lang="es-ES" sz="1200" b="0" i="0" u="none" strike="noStrike" kern="1200" cap="none" normalizeH="0" baseline="0">
                          <a:ln>
                            <a:noFill/>
                          </a:ln>
                          <a:solidFill>
                            <a:schemeClr val="tx1"/>
                          </a:solidFill>
                          <a:effectLst/>
                          <a:latin typeface="Arial" charset="0"/>
                          <a:ea typeface="+mn-ea"/>
                          <a:cs typeface="+mn-cs"/>
                        </a:rPr>
                        <a:t>, </a:t>
                      </a:r>
                      <a:r>
                        <a:rPr kumimoji="0" lang="es-ES" sz="1200" b="0" i="0" u="none" strike="noStrike" kern="1200" cap="none" normalizeH="0" baseline="0" dirty="0">
                          <a:ln>
                            <a:noFill/>
                          </a:ln>
                          <a:solidFill>
                            <a:schemeClr val="tx1"/>
                          </a:solidFill>
                          <a:effectLst/>
                          <a:latin typeface="Arial" charset="0"/>
                          <a:ea typeface="+mn-ea"/>
                          <a:cs typeface="+mn-cs"/>
                        </a:rPr>
                        <a:t>Firefox y Opera </a:t>
                      </a:r>
                      <a:endParaRPr kumimoji="0" lang="en-GB" sz="1200" b="0" i="0" u="none" strike="noStrike" kern="1200" cap="none" normalizeH="0" baseline="0" dirty="0">
                        <a:ln>
                          <a:noFill/>
                        </a:ln>
                        <a:solidFill>
                          <a:schemeClr val="tx1"/>
                        </a:solidFill>
                        <a:effectLst/>
                        <a:latin typeface="Arial" charset="0"/>
                        <a:ea typeface="+mn-ea"/>
                        <a:cs typeface="+mn-cs"/>
                      </a:endParaRP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8426872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1">
            <a:extLst>
              <a:ext uri="{FF2B5EF4-FFF2-40B4-BE49-F238E27FC236}">
                <a16:creationId xmlns:a16="http://schemas.microsoft.com/office/drawing/2014/main" id="{E168AEED-C089-4E6D-A4BB-4DD9A8850132}"/>
              </a:ext>
            </a:extLst>
          </p:cNvPr>
          <p:cNvSpPr txBox="1">
            <a:spLocks/>
          </p:cNvSpPr>
          <p:nvPr/>
        </p:nvSpPr>
        <p:spPr>
          <a:xfrm>
            <a:off x="653140" y="406116"/>
            <a:ext cx="10833365" cy="3411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Font typeface="Arial" panose="020B0604020202020204" pitchFamily="34" charset="0"/>
              <a:buNone/>
            </a:pPr>
            <a:r>
              <a:rPr lang="es-ES" sz="1300" dirty="0">
                <a:solidFill>
                  <a:srgbClr val="EB0000"/>
                </a:solidFill>
                <a:ea typeface="Segoe UI" panose="020B0502040204020203" pitchFamily="34" charset="0"/>
                <a:cs typeface="Segoe UI" panose="020B0502040204020203" pitchFamily="34" charset="0"/>
              </a:rPr>
              <a:t>Necesidades y Propuesta de la Solución</a:t>
            </a:r>
          </a:p>
          <a:p>
            <a:pPr marL="0" indent="0">
              <a:spcBef>
                <a:spcPts val="300"/>
              </a:spcBef>
              <a:buFont typeface="Arial" panose="020B0604020202020204" pitchFamily="34" charset="0"/>
              <a:buNone/>
            </a:pPr>
            <a:r>
              <a:rPr lang="es-ES" sz="1800" b="1" dirty="0">
                <a:solidFill>
                  <a:srgbClr val="EB0000"/>
                </a:solidFill>
                <a:ea typeface="Segoe UI" panose="020B0502040204020203" pitchFamily="34" charset="0"/>
                <a:cs typeface="Segoe UI" panose="020B0502040204020203" pitchFamily="34" charset="0"/>
              </a:rPr>
              <a:t>Situación actual (TO BE)</a:t>
            </a:r>
          </a:p>
        </p:txBody>
      </p:sp>
      <p:sp>
        <p:nvSpPr>
          <p:cNvPr id="7" name="Marcador de texto 6">
            <a:extLst>
              <a:ext uri="{FF2B5EF4-FFF2-40B4-BE49-F238E27FC236}">
                <a16:creationId xmlns:a16="http://schemas.microsoft.com/office/drawing/2014/main" id="{BBE1EE0D-4E5A-44DF-BAB8-10165D5E4AF6}"/>
              </a:ext>
            </a:extLst>
          </p:cNvPr>
          <p:cNvSpPr txBox="1">
            <a:spLocks/>
          </p:cNvSpPr>
          <p:nvPr/>
        </p:nvSpPr>
        <p:spPr>
          <a:xfrm>
            <a:off x="0" y="922026"/>
            <a:ext cx="11486505" cy="541756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lvl="1" indent="-285750"/>
            <a:r>
              <a:rPr lang="es-ES" dirty="0"/>
              <a:t>El proyecto Santander </a:t>
            </a:r>
            <a:r>
              <a:rPr lang="es-ES" dirty="0" err="1"/>
              <a:t>Hagase</a:t>
            </a:r>
            <a:r>
              <a:rPr lang="es-ES" dirty="0"/>
              <a:t> Cliente 2.0 es una migración del proyecto Onboarding Client que ya existe en OnPremise e implementado en tecnologías heredadas (Phoenix y BKS). El objetivo de este proyecto es presentar una herramienta de procesamiento que cubra las siguientes funcionalidades: </a:t>
            </a:r>
            <a:r>
              <a:rPr lang="es-ES" dirty="0" err="1"/>
              <a:t>onboarding</a:t>
            </a:r>
            <a:r>
              <a:rPr lang="es-ES" dirty="0"/>
              <a:t> de clientes y gestión de procesos.</a:t>
            </a:r>
          </a:p>
          <a:p>
            <a:pPr marL="457200" lvl="1" indent="0">
              <a:buNone/>
            </a:pPr>
            <a:endParaRPr lang="es-ES" dirty="0"/>
          </a:p>
          <a:p>
            <a:pPr marL="742950" lvl="1" indent="-285750"/>
            <a:r>
              <a:rPr lang="es-ES" dirty="0"/>
              <a:t>La solución se integra con otros bloques de negocios del banco como servicios de procesamiento, servicios publicados en BankSphere y en Partenon. También presenta procesos backend en modo </a:t>
            </a:r>
            <a:r>
              <a:rPr lang="es-ES" dirty="0" err="1"/>
              <a:t>batch</a:t>
            </a:r>
            <a:r>
              <a:rPr lang="es-ES" dirty="0"/>
              <a:t> para diferentes funcionalidades.</a:t>
            </a:r>
          </a:p>
          <a:p>
            <a:pPr marL="457200" lvl="1" indent="0">
              <a:buNone/>
            </a:pPr>
            <a:endParaRPr lang="es-ES" dirty="0"/>
          </a:p>
          <a:p>
            <a:pPr marL="742950" lvl="1" indent="-285750"/>
            <a:r>
              <a:rPr lang="es-ES" dirty="0"/>
              <a:t>El objetivo de este documento es representar la migración de proyecto a tecnología PaaS en OHE y dejarlo preparado para su posterior migración al CLOUD corporativo (Azure) de esta tecnología </a:t>
            </a:r>
            <a:r>
              <a:rPr lang="es-ES" dirty="0" err="1"/>
              <a:t>legacy</a:t>
            </a:r>
            <a:r>
              <a:rPr lang="es-ES" dirty="0"/>
              <a:t> y para ello se refleja el estudio de los elementos que serán impactados por dicha migración.</a:t>
            </a:r>
          </a:p>
          <a:p>
            <a:pPr marL="342900" lvl="1" indent="-285750" algn="just">
              <a:spcBef>
                <a:spcPct val="20000"/>
              </a:spcBef>
              <a:buClr>
                <a:srgbClr val="FF0000"/>
              </a:buClr>
              <a:buSzPct val="100000"/>
              <a:tabLst>
                <a:tab pos="990600" algn="l"/>
                <a:tab pos="3225800" algn="l"/>
                <a:tab pos="4127500" algn="l"/>
              </a:tabLst>
              <a:defRPr/>
            </a:pPr>
            <a:endParaRPr lang="es-ES" dirty="0"/>
          </a:p>
          <a:p>
            <a:pPr marL="342900" lvl="1" indent="-285750" algn="just">
              <a:spcBef>
                <a:spcPct val="20000"/>
              </a:spcBef>
              <a:buClr>
                <a:srgbClr val="FF0000"/>
              </a:buClr>
              <a:buSzPct val="100000"/>
              <a:tabLst>
                <a:tab pos="990600" algn="l"/>
                <a:tab pos="3225800" algn="l"/>
                <a:tab pos="4127500" algn="l"/>
              </a:tabLst>
              <a:defRPr/>
            </a:pPr>
            <a:endParaRPr lang="es-ES" sz="1600" dirty="0"/>
          </a:p>
          <a:p>
            <a:pPr marL="342900" lvl="1" indent="-285750" algn="just">
              <a:spcBef>
                <a:spcPct val="20000"/>
              </a:spcBef>
              <a:buClr>
                <a:srgbClr val="FF0000"/>
              </a:buClr>
              <a:buSzPct val="100000"/>
              <a:tabLst>
                <a:tab pos="990600" algn="l"/>
                <a:tab pos="3225800" algn="l"/>
                <a:tab pos="4127500" algn="l"/>
              </a:tabLst>
              <a:defRPr/>
            </a:pPr>
            <a:endParaRPr lang="en-US" sz="1600" b="1" dirty="0">
              <a:highlight>
                <a:srgbClr val="FFFF00"/>
              </a:highlight>
              <a:latin typeface="Arial" pitchFamily="34" charset="0"/>
            </a:endParaRPr>
          </a:p>
          <a:p>
            <a:pPr marL="57150" lvl="1" indent="0" algn="just">
              <a:spcBef>
                <a:spcPct val="20000"/>
              </a:spcBef>
              <a:buClr>
                <a:srgbClr val="FF0000"/>
              </a:buClr>
              <a:buSzPct val="100000"/>
              <a:buNone/>
              <a:tabLst>
                <a:tab pos="990600" algn="l"/>
                <a:tab pos="3225800" algn="l"/>
                <a:tab pos="4127500" algn="l"/>
              </a:tabLst>
              <a:defRPr/>
            </a:pPr>
            <a:endParaRPr lang="es-ES" sz="1600" dirty="0">
              <a:solidFill>
                <a:schemeClr val="bg1">
                  <a:lumMod val="50000"/>
                </a:schemeClr>
              </a:solidFill>
            </a:endParaRPr>
          </a:p>
          <a:p>
            <a:pPr marL="57150" lvl="1" indent="0" algn="just">
              <a:spcBef>
                <a:spcPct val="20000"/>
              </a:spcBef>
              <a:buClr>
                <a:srgbClr val="FF0000"/>
              </a:buClr>
              <a:buSzPct val="100000"/>
              <a:buNone/>
              <a:tabLst>
                <a:tab pos="990600" algn="l"/>
                <a:tab pos="3225800" algn="l"/>
                <a:tab pos="4127500" algn="l"/>
              </a:tabLst>
              <a:defRPr/>
            </a:pPr>
            <a:endParaRPr lang="es-ES" sz="1600" dirty="0">
              <a:solidFill>
                <a:schemeClr val="bg1">
                  <a:lumMod val="50000"/>
                </a:schemeClr>
              </a:solidFill>
            </a:endParaRPr>
          </a:p>
          <a:p>
            <a:pPr marL="57150" lvl="1" indent="0" algn="just">
              <a:spcBef>
                <a:spcPct val="20000"/>
              </a:spcBef>
              <a:buClr>
                <a:srgbClr val="FF0000"/>
              </a:buClr>
              <a:buSzPct val="100000"/>
              <a:buNone/>
              <a:tabLst>
                <a:tab pos="990600" algn="l"/>
                <a:tab pos="3225800" algn="l"/>
                <a:tab pos="4127500" algn="l"/>
              </a:tabLst>
              <a:defRPr/>
            </a:pPr>
            <a:endParaRPr lang="es-ES" sz="1600" dirty="0">
              <a:solidFill>
                <a:schemeClr val="bg1">
                  <a:lumMod val="50000"/>
                </a:schemeClr>
              </a:solidFill>
            </a:endParaRPr>
          </a:p>
          <a:p>
            <a:pPr marL="57150" lvl="1" indent="0" algn="just">
              <a:spcBef>
                <a:spcPct val="20000"/>
              </a:spcBef>
              <a:buClr>
                <a:srgbClr val="FF0000"/>
              </a:buClr>
              <a:buSzPct val="100000"/>
              <a:buNone/>
              <a:tabLst>
                <a:tab pos="990600" algn="l"/>
                <a:tab pos="3225800" algn="l"/>
                <a:tab pos="4127500" algn="l"/>
              </a:tabLst>
              <a:defRPr/>
            </a:pPr>
            <a:endParaRPr lang="es-ES" sz="1600" dirty="0">
              <a:solidFill>
                <a:schemeClr val="bg1">
                  <a:lumMod val="50000"/>
                </a:schemeClr>
              </a:solidFill>
            </a:endParaRPr>
          </a:p>
        </p:txBody>
      </p:sp>
    </p:spTree>
    <p:extLst>
      <p:ext uri="{BB962C8B-B14F-4D97-AF65-F5344CB8AC3E}">
        <p14:creationId xmlns:p14="http://schemas.microsoft.com/office/powerpoint/2010/main" val="1196931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1">
            <a:extLst>
              <a:ext uri="{FF2B5EF4-FFF2-40B4-BE49-F238E27FC236}">
                <a16:creationId xmlns:a16="http://schemas.microsoft.com/office/drawing/2014/main" id="{E168AEED-C089-4E6D-A4BB-4DD9A8850132}"/>
              </a:ext>
            </a:extLst>
          </p:cNvPr>
          <p:cNvSpPr txBox="1">
            <a:spLocks/>
          </p:cNvSpPr>
          <p:nvPr/>
        </p:nvSpPr>
        <p:spPr>
          <a:xfrm>
            <a:off x="653140" y="406116"/>
            <a:ext cx="10833365" cy="3411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Font typeface="Arial" panose="020B0604020202020204" pitchFamily="34" charset="0"/>
              <a:buNone/>
            </a:pPr>
            <a:r>
              <a:rPr lang="es-ES" sz="1300">
                <a:solidFill>
                  <a:srgbClr val="EB0000"/>
                </a:solidFill>
                <a:ea typeface="Segoe UI" panose="020B0502040204020203" pitchFamily="34" charset="0"/>
                <a:cs typeface="Segoe UI" panose="020B0502040204020203" pitchFamily="34" charset="0"/>
              </a:rPr>
              <a:t>Necesidades y Propuesta de la Solución</a:t>
            </a:r>
          </a:p>
          <a:p>
            <a:pPr marL="0" indent="0">
              <a:spcBef>
                <a:spcPts val="300"/>
              </a:spcBef>
              <a:buFont typeface="Arial" panose="020B0604020202020204" pitchFamily="34" charset="0"/>
              <a:buNone/>
            </a:pPr>
            <a:r>
              <a:rPr lang="es-ES" sz="1800" b="1">
                <a:solidFill>
                  <a:srgbClr val="EB0000"/>
                </a:solidFill>
                <a:ea typeface="Segoe UI" panose="020B0502040204020203" pitchFamily="34" charset="0"/>
                <a:cs typeface="Segoe UI" panose="020B0502040204020203" pitchFamily="34" charset="0"/>
              </a:rPr>
              <a:t>Situación actual (TO BE)</a:t>
            </a:r>
            <a:endParaRPr lang="es-ES" sz="1800" b="1" dirty="0">
              <a:solidFill>
                <a:srgbClr val="EB0000"/>
              </a:solidFill>
              <a:ea typeface="Segoe UI" panose="020B0502040204020203" pitchFamily="34" charset="0"/>
              <a:cs typeface="Segoe UI" panose="020B0502040204020203" pitchFamily="34" charset="0"/>
            </a:endParaRPr>
          </a:p>
        </p:txBody>
      </p:sp>
      <p:sp>
        <p:nvSpPr>
          <p:cNvPr id="7" name="Marcador de texto 6">
            <a:extLst>
              <a:ext uri="{FF2B5EF4-FFF2-40B4-BE49-F238E27FC236}">
                <a16:creationId xmlns:a16="http://schemas.microsoft.com/office/drawing/2014/main" id="{BBE1EE0D-4E5A-44DF-BAB8-10165D5E4AF6}"/>
              </a:ext>
            </a:extLst>
          </p:cNvPr>
          <p:cNvSpPr txBox="1">
            <a:spLocks/>
          </p:cNvSpPr>
          <p:nvPr/>
        </p:nvSpPr>
        <p:spPr>
          <a:xfrm>
            <a:off x="0" y="922026"/>
            <a:ext cx="11486505" cy="541756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lvl="1" indent="-285750"/>
            <a:r>
              <a:rPr lang="es-ES" dirty="0"/>
              <a:t>En la versión 2.3.0 se modifica el producto para indicar como se debe integrar el flujo de Onboarding de HC2.0 con el resto de estructurales en diferentes operativas tales como la firma digital, generación de documentación  o guardado de información a través de la integración con la gestión documental. El objetivo es abrir este flujo que está orientado al canal Digital al resto de canales presenciales como oficina para ello se indica utilizar las piezas estructurales que son </a:t>
            </a:r>
            <a:r>
              <a:rPr lang="es-ES" dirty="0" err="1"/>
              <a:t>omnicanal</a:t>
            </a:r>
            <a:r>
              <a:rPr lang="es-ES" dirty="0"/>
              <a:t>.</a:t>
            </a:r>
          </a:p>
          <a:p>
            <a:pPr marL="742950" lvl="1" indent="-285750"/>
            <a:r>
              <a:rPr lang="es-ES" dirty="0"/>
              <a:t>En la versión 2.4.0 y 2.4.1 se modifica el almacenamiento , pasa de ser Azure Blob Storage por S3 OHE de SGT.</a:t>
            </a:r>
          </a:p>
          <a:p>
            <a:pPr marL="742950" lvl="1" indent="-285750"/>
            <a:r>
              <a:rPr lang="es-ES" dirty="0"/>
              <a:t>La versión 2.5.0 se libera con el objeto de incorporar la infraestructura Appian al proceso de HC 2.0. El DS elaborado por los arquitectos de canal se retoma en el equipo de Corebanking estrictamente para incorporar esta evolución técnica. Los nuevos desarrollos que sea necesarios reflejar en DS deberán incluirse ya en el nuevo DS de la Plataforma Omnicanal de Onboarding de Clientes, respondiendo a la visión TOBE propuesta por el equipo de arquitectura en la tesis ya publicada </a:t>
            </a:r>
            <a:r>
              <a:rPr lang="es-ES"/>
              <a:t>en Marzo </a:t>
            </a:r>
            <a:r>
              <a:rPr kumimoji="0" lang="en-US" sz="2400" b="1" i="0" u="none" strike="noStrike" kern="1200" cap="none" normalizeH="0" baseline="0" dirty="0">
                <a:ln>
                  <a:noFill/>
                </a:ln>
                <a:solidFill>
                  <a:schemeClr val="tx1"/>
                </a:solidFill>
                <a:effectLst/>
                <a:latin typeface="Arial" pitchFamily="34" charset="0"/>
                <a:ea typeface="+mn-ea"/>
                <a:cs typeface="+mn-cs"/>
              </a:rPr>
              <a:t>[REF – 13].</a:t>
            </a:r>
          </a:p>
          <a:p>
            <a:pPr marL="742950" lvl="1" indent="-285750"/>
            <a:r>
              <a:rPr lang="es-ES" dirty="0"/>
              <a:t> </a:t>
            </a:r>
          </a:p>
          <a:p>
            <a:pPr marL="457200" lvl="1" indent="0">
              <a:buNone/>
            </a:pPr>
            <a:endParaRPr lang="es-ES" dirty="0"/>
          </a:p>
          <a:p>
            <a:pPr marL="457200" lvl="1" indent="0">
              <a:buNone/>
            </a:pPr>
            <a:endParaRPr lang="es-ES" dirty="0"/>
          </a:p>
          <a:p>
            <a:pPr marL="342900" lvl="1" indent="-285750" algn="just">
              <a:spcBef>
                <a:spcPct val="20000"/>
              </a:spcBef>
              <a:buClr>
                <a:srgbClr val="FF0000"/>
              </a:buClr>
              <a:buSzPct val="100000"/>
              <a:tabLst>
                <a:tab pos="990600" algn="l"/>
                <a:tab pos="3225800" algn="l"/>
                <a:tab pos="4127500" algn="l"/>
              </a:tabLst>
              <a:defRPr/>
            </a:pPr>
            <a:endParaRPr lang="es-ES" sz="1600" dirty="0"/>
          </a:p>
          <a:p>
            <a:pPr marL="342900" lvl="1" indent="-285750" algn="just">
              <a:spcBef>
                <a:spcPct val="20000"/>
              </a:spcBef>
              <a:buClr>
                <a:srgbClr val="FF0000"/>
              </a:buClr>
              <a:buSzPct val="100000"/>
              <a:tabLst>
                <a:tab pos="990600" algn="l"/>
                <a:tab pos="3225800" algn="l"/>
                <a:tab pos="4127500" algn="l"/>
              </a:tabLst>
              <a:defRPr/>
            </a:pPr>
            <a:endParaRPr lang="en-US" sz="1600" b="1" dirty="0">
              <a:highlight>
                <a:srgbClr val="FFFF00"/>
              </a:highlight>
              <a:latin typeface="Arial" pitchFamily="34" charset="0"/>
            </a:endParaRPr>
          </a:p>
          <a:p>
            <a:pPr marL="57150" lvl="1" indent="0" algn="just">
              <a:spcBef>
                <a:spcPct val="20000"/>
              </a:spcBef>
              <a:buClr>
                <a:srgbClr val="FF0000"/>
              </a:buClr>
              <a:buSzPct val="100000"/>
              <a:buNone/>
              <a:tabLst>
                <a:tab pos="990600" algn="l"/>
                <a:tab pos="3225800" algn="l"/>
                <a:tab pos="4127500" algn="l"/>
              </a:tabLst>
              <a:defRPr/>
            </a:pPr>
            <a:endParaRPr lang="es-ES" sz="1600" dirty="0">
              <a:solidFill>
                <a:schemeClr val="bg1">
                  <a:lumMod val="50000"/>
                </a:schemeClr>
              </a:solidFill>
            </a:endParaRPr>
          </a:p>
          <a:p>
            <a:pPr marL="57150" lvl="1" indent="0" algn="just">
              <a:spcBef>
                <a:spcPct val="20000"/>
              </a:spcBef>
              <a:buClr>
                <a:srgbClr val="FF0000"/>
              </a:buClr>
              <a:buSzPct val="100000"/>
              <a:buNone/>
              <a:tabLst>
                <a:tab pos="990600" algn="l"/>
                <a:tab pos="3225800" algn="l"/>
                <a:tab pos="4127500" algn="l"/>
              </a:tabLst>
              <a:defRPr/>
            </a:pPr>
            <a:endParaRPr lang="es-ES" sz="1600" dirty="0">
              <a:solidFill>
                <a:schemeClr val="bg1">
                  <a:lumMod val="50000"/>
                </a:schemeClr>
              </a:solidFill>
            </a:endParaRPr>
          </a:p>
          <a:p>
            <a:pPr marL="57150" lvl="1" indent="0" algn="just">
              <a:spcBef>
                <a:spcPct val="20000"/>
              </a:spcBef>
              <a:buClr>
                <a:srgbClr val="FF0000"/>
              </a:buClr>
              <a:buSzPct val="100000"/>
              <a:buNone/>
              <a:tabLst>
                <a:tab pos="990600" algn="l"/>
                <a:tab pos="3225800" algn="l"/>
                <a:tab pos="4127500" algn="l"/>
              </a:tabLst>
              <a:defRPr/>
            </a:pPr>
            <a:endParaRPr lang="es-ES" sz="1600" dirty="0">
              <a:solidFill>
                <a:schemeClr val="bg1">
                  <a:lumMod val="50000"/>
                </a:schemeClr>
              </a:solidFill>
            </a:endParaRPr>
          </a:p>
          <a:p>
            <a:pPr marL="57150" lvl="1" indent="0" algn="just">
              <a:spcBef>
                <a:spcPct val="20000"/>
              </a:spcBef>
              <a:buClr>
                <a:srgbClr val="FF0000"/>
              </a:buClr>
              <a:buSzPct val="100000"/>
              <a:buNone/>
              <a:tabLst>
                <a:tab pos="990600" algn="l"/>
                <a:tab pos="3225800" algn="l"/>
                <a:tab pos="4127500" algn="l"/>
              </a:tabLst>
              <a:defRPr/>
            </a:pPr>
            <a:endParaRPr lang="es-ES" sz="1600" dirty="0">
              <a:solidFill>
                <a:schemeClr val="bg1">
                  <a:lumMod val="50000"/>
                </a:schemeClr>
              </a:solidFill>
            </a:endParaRPr>
          </a:p>
        </p:txBody>
      </p:sp>
      <p:pic>
        <p:nvPicPr>
          <p:cNvPr id="9" name="Ojo" descr="MCj04377970000[1]">
            <a:hlinkClick r:id="" action="ppaction://noaction"/>
            <a:extLst>
              <a:ext uri="{FF2B5EF4-FFF2-40B4-BE49-F238E27FC236}">
                <a16:creationId xmlns:a16="http://schemas.microsoft.com/office/drawing/2014/main" id="{25121150-33AC-430E-BC4B-75E954D6C83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4575" y="4404371"/>
            <a:ext cx="360920" cy="324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Ojo" descr="MCj04377970000[1]">
            <a:hlinkClick r:id="" action="ppaction://noaction"/>
            <a:extLst>
              <a:ext uri="{FF2B5EF4-FFF2-40B4-BE49-F238E27FC236}">
                <a16:creationId xmlns:a16="http://schemas.microsoft.com/office/drawing/2014/main" id="{9E2C6E00-4791-4F2A-8C99-14F010D2FCB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700462" y="81287"/>
            <a:ext cx="360920" cy="324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47720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texto 1">
            <a:extLst>
              <a:ext uri="{FF2B5EF4-FFF2-40B4-BE49-F238E27FC236}">
                <a16:creationId xmlns:a16="http://schemas.microsoft.com/office/drawing/2014/main" id="{42494091-FDE6-4890-9BAB-5947AE9C2281}"/>
              </a:ext>
            </a:extLst>
          </p:cNvPr>
          <p:cNvSpPr txBox="1">
            <a:spLocks/>
          </p:cNvSpPr>
          <p:nvPr/>
        </p:nvSpPr>
        <p:spPr>
          <a:xfrm>
            <a:off x="1023393" y="374588"/>
            <a:ext cx="10833365" cy="3411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Font typeface="Arial" panose="020B0604020202020204" pitchFamily="34" charset="0"/>
              <a:buNone/>
            </a:pPr>
            <a:r>
              <a:rPr lang="es-ES" sz="1300" dirty="0">
                <a:solidFill>
                  <a:srgbClr val="EB0000"/>
                </a:solidFill>
                <a:ea typeface="Segoe UI" panose="020B0502040204020203" pitchFamily="34" charset="0"/>
                <a:cs typeface="Segoe UI" panose="020B0502040204020203" pitchFamily="34" charset="0"/>
              </a:rPr>
              <a:t>Necesidades y Propuesta de la Solución</a:t>
            </a:r>
          </a:p>
          <a:p>
            <a:pPr marL="0" indent="0">
              <a:spcBef>
                <a:spcPts val="300"/>
              </a:spcBef>
              <a:buNone/>
            </a:pPr>
            <a:r>
              <a:rPr lang="es-ES" sz="1800" b="1" dirty="0">
                <a:solidFill>
                  <a:srgbClr val="EB0000"/>
                </a:solidFill>
                <a:ea typeface="Segoe UI" panose="020B0502040204020203" pitchFamily="34" charset="0"/>
                <a:cs typeface="Segoe UI" panose="020B0502040204020203" pitchFamily="34" charset="0"/>
              </a:rPr>
              <a:t>Objetivos, solución propuesta  </a:t>
            </a:r>
            <a:r>
              <a:rPr lang="es-ES" sz="1800" dirty="0">
                <a:solidFill>
                  <a:schemeClr val="tx1">
                    <a:lumMod val="50000"/>
                    <a:lumOff val="50000"/>
                  </a:schemeClr>
                </a:solidFill>
              </a:rPr>
              <a:t>(</a:t>
            </a:r>
            <a:r>
              <a:rPr lang="en-GB" sz="1800" dirty="0">
                <a:solidFill>
                  <a:schemeClr val="tx1">
                    <a:lumMod val="50000"/>
                    <a:lumOff val="50000"/>
                  </a:schemeClr>
                </a:solidFill>
              </a:rPr>
              <a:t>Onboarding de personas </a:t>
            </a:r>
            <a:r>
              <a:rPr lang="en-GB" sz="1800" dirty="0" err="1">
                <a:solidFill>
                  <a:schemeClr val="tx1">
                    <a:lumMod val="50000"/>
                    <a:lumOff val="50000"/>
                  </a:schemeClr>
                </a:solidFill>
              </a:rPr>
              <a:t>físicas</a:t>
            </a:r>
            <a:r>
              <a:rPr lang="en-GB" sz="1800" dirty="0">
                <a:solidFill>
                  <a:schemeClr val="tx1">
                    <a:lumMod val="50000"/>
                    <a:lumOff val="50000"/>
                  </a:schemeClr>
                </a:solidFill>
              </a:rPr>
              <a:t>)</a:t>
            </a:r>
            <a:endParaRPr lang="es-ES" sz="1800" b="1" dirty="0">
              <a:solidFill>
                <a:srgbClr val="EB0000"/>
              </a:solidFill>
              <a:ea typeface="Segoe UI" panose="020B0502040204020203" pitchFamily="34" charset="0"/>
              <a:cs typeface="Segoe UI" panose="020B0502040204020203" pitchFamily="34" charset="0"/>
            </a:endParaRPr>
          </a:p>
        </p:txBody>
      </p:sp>
      <p:pic>
        <p:nvPicPr>
          <p:cNvPr id="7" name="Picture 4">
            <a:extLst>
              <a:ext uri="{FF2B5EF4-FFF2-40B4-BE49-F238E27FC236}">
                <a16:creationId xmlns:a16="http://schemas.microsoft.com/office/drawing/2014/main" id="{3D6D2468-E7B1-4814-8E50-D91ADB37A673}"/>
              </a:ext>
            </a:extLst>
          </p:cNvPr>
          <p:cNvPicPr>
            <a:picLocks noChangeAspect="1"/>
          </p:cNvPicPr>
          <p:nvPr/>
        </p:nvPicPr>
        <p:blipFill>
          <a:blip r:embed="rId2" cstate="print">
            <a:duotone>
              <a:srgbClr val="FFC7C7">
                <a:shade val="45000"/>
                <a:satMod val="135000"/>
              </a:srgbClr>
              <a:prstClr val="white"/>
            </a:duotone>
            <a:extLst>
              <a:ext uri="{28A0092B-C50C-407E-A947-70E740481C1C}">
                <a14:useLocalDpi xmlns:a14="http://schemas.microsoft.com/office/drawing/2010/main"/>
              </a:ext>
            </a:extLst>
          </a:blip>
          <a:stretch>
            <a:fillRect/>
          </a:stretch>
        </p:blipFill>
        <p:spPr>
          <a:xfrm>
            <a:off x="1446867" y="1933870"/>
            <a:ext cx="492399" cy="492399"/>
          </a:xfrm>
          <a:prstGeom prst="rect">
            <a:avLst/>
          </a:prstGeom>
        </p:spPr>
      </p:pic>
      <p:sp>
        <p:nvSpPr>
          <p:cNvPr id="8" name="TextBox 7">
            <a:extLst>
              <a:ext uri="{FF2B5EF4-FFF2-40B4-BE49-F238E27FC236}">
                <a16:creationId xmlns:a16="http://schemas.microsoft.com/office/drawing/2014/main" id="{F4A068C0-8F36-4E8B-8B36-FDD2EBAFF8B0}"/>
              </a:ext>
            </a:extLst>
          </p:cNvPr>
          <p:cNvSpPr txBox="1"/>
          <p:nvPr/>
        </p:nvSpPr>
        <p:spPr>
          <a:xfrm>
            <a:off x="85167" y="3720554"/>
            <a:ext cx="4112364" cy="2400657"/>
          </a:xfrm>
          <a:prstGeom prst="rect">
            <a:avLst/>
          </a:prstGeom>
          <a:noFill/>
        </p:spPr>
        <p:txBody>
          <a:bodyPr wrap="square" rtlCol="0">
            <a:spAutoFit/>
          </a:bodyPr>
          <a:lstStyle/>
          <a:p>
            <a:pPr lvl="0" hangingPunct="0">
              <a:spcBef>
                <a:spcPts val="600"/>
              </a:spcBef>
              <a:spcAft>
                <a:spcPts val="600"/>
              </a:spcAft>
              <a:buClr>
                <a:srgbClr val="E75353">
                  <a:lumMod val="50000"/>
                </a:srgbClr>
              </a:buClr>
              <a:defRPr/>
            </a:pPr>
            <a:r>
              <a:rPr lang="en-US" sz="1300" kern="0" dirty="0">
                <a:solidFill>
                  <a:srgbClr val="FF0000"/>
                </a:solidFill>
                <a:latin typeface="Santander Text" panose="020B0504020201020104" pitchFamily="34" charset="77"/>
                <a:ea typeface="Verdana" panose="020B0604030504040204" pitchFamily="34" charset="0"/>
                <a:cs typeface="Verdana" panose="020B0604030504040204" pitchFamily="34" charset="0"/>
                <a:sym typeface="Arial"/>
              </a:rPr>
              <a:t>1)</a:t>
            </a:r>
            <a:r>
              <a:rPr lang="es-ES" sz="1300" kern="0" dirty="0">
                <a:solidFill>
                  <a:srgbClr val="FF0000"/>
                </a:solidFill>
                <a:latin typeface="Santander Text" panose="020B0504020201020104" pitchFamily="34" charset="77"/>
                <a:ea typeface="Verdana" panose="020B0604030504040204" pitchFamily="34" charset="0"/>
                <a:cs typeface="Verdana" panose="020B0604030504040204" pitchFamily="34" charset="0"/>
                <a:sym typeface="Arial"/>
              </a:rPr>
              <a:t> </a:t>
            </a:r>
            <a:r>
              <a:rPr lang="es-ES" sz="1300" kern="0" dirty="0">
                <a:solidFill>
                  <a:srgbClr val="000000">
                    <a:lumMod val="65000"/>
                    <a:lumOff val="35000"/>
                  </a:srgbClr>
                </a:solidFill>
                <a:latin typeface="Santander Text" panose="020B0504020201020104" pitchFamily="34" charset="77"/>
                <a:ea typeface="Verdana" panose="020B0604030504040204" pitchFamily="34" charset="0"/>
                <a:sym typeface="Arial"/>
              </a:rPr>
              <a:t>El cliente accederá a la aplicación a través de la web comercial o desde la aplicación.</a:t>
            </a:r>
          </a:p>
          <a:p>
            <a:pPr lvl="0" hangingPunct="0">
              <a:spcBef>
                <a:spcPts val="600"/>
              </a:spcBef>
              <a:spcAft>
                <a:spcPts val="600"/>
              </a:spcAft>
              <a:buClr>
                <a:srgbClr val="E75353">
                  <a:lumMod val="50000"/>
                </a:srgbClr>
              </a:buClr>
              <a:defRPr/>
            </a:pPr>
            <a:r>
              <a:rPr lang="es-ES" sz="1300" kern="0" dirty="0">
                <a:solidFill>
                  <a:srgbClr val="000000">
                    <a:lumMod val="65000"/>
                    <a:lumOff val="35000"/>
                  </a:srgbClr>
                </a:solidFill>
                <a:latin typeface="Santander Text" panose="020B0504020201020104" pitchFamily="34" charset="77"/>
                <a:ea typeface="Verdana" panose="020B0604030504040204" pitchFamily="34" charset="0"/>
                <a:sym typeface="Arial"/>
              </a:rPr>
              <a:t>Una vez dentro, deberás indicar tus datos de contacto, aportar copia del documento de identificación, datos personales, datos de actividad, informar al FIOC, realizar la identificación (mediante videollamada, con un IBAN externo o mediante certificado digital), aportar la documentación requerida , seleccione una contraseña de acceso y firme contratos.</a:t>
            </a:r>
          </a:p>
          <a:p>
            <a:pPr lvl="0" hangingPunct="0">
              <a:spcBef>
                <a:spcPts val="600"/>
              </a:spcBef>
              <a:spcAft>
                <a:spcPts val="600"/>
              </a:spcAft>
              <a:buClr>
                <a:srgbClr val="E75353">
                  <a:lumMod val="50000"/>
                </a:srgbClr>
              </a:buClr>
              <a:defRPr/>
            </a:pPr>
            <a:r>
              <a:rPr lang="es-ES" sz="1300" kern="0" dirty="0">
                <a:solidFill>
                  <a:srgbClr val="000000">
                    <a:lumMod val="65000"/>
                    <a:lumOff val="35000"/>
                  </a:srgbClr>
                </a:solidFill>
                <a:latin typeface="Santander Text" panose="020B0504020201020104" pitchFamily="34" charset="77"/>
                <a:ea typeface="Verdana" panose="020B0604030504040204" pitchFamily="34" charset="0"/>
                <a:sym typeface="Arial"/>
              </a:rPr>
              <a:t>Para el mismo archivo, puede haber varios titulares</a:t>
            </a:r>
            <a:r>
              <a:rPr lang="es-ES" sz="1300" kern="0" dirty="0">
                <a:solidFill>
                  <a:srgbClr val="FF0000"/>
                </a:solidFill>
                <a:latin typeface="Santander Text" panose="020B0504020201020104" pitchFamily="34" charset="77"/>
                <a:ea typeface="Verdana" panose="020B0604030504040204" pitchFamily="34" charset="0"/>
                <a:cs typeface="Verdana" panose="020B0604030504040204" pitchFamily="34" charset="0"/>
                <a:sym typeface="Arial"/>
              </a:rPr>
              <a:t>.</a:t>
            </a:r>
            <a:endParaRPr lang="es-ES" sz="1300" kern="0" dirty="0">
              <a:solidFill>
                <a:srgbClr val="000000">
                  <a:lumMod val="65000"/>
                  <a:lumOff val="35000"/>
                </a:srgbClr>
              </a:solidFill>
              <a:latin typeface="Santander Text" panose="020B0504020201020104" pitchFamily="34" charset="77"/>
              <a:ea typeface="Verdana" panose="020B0604030504040204" pitchFamily="34" charset="0"/>
              <a:cs typeface="Verdana" panose="020B0604030504040204" pitchFamily="34" charset="0"/>
              <a:sym typeface="Arial"/>
            </a:endParaRPr>
          </a:p>
        </p:txBody>
      </p:sp>
      <p:sp>
        <p:nvSpPr>
          <p:cNvPr id="9" name="Rounded Rectangle 11">
            <a:extLst>
              <a:ext uri="{FF2B5EF4-FFF2-40B4-BE49-F238E27FC236}">
                <a16:creationId xmlns:a16="http://schemas.microsoft.com/office/drawing/2014/main" id="{7779E0F1-FE43-4EBE-ACFC-2F9A86094181}"/>
              </a:ext>
            </a:extLst>
          </p:cNvPr>
          <p:cNvSpPr/>
          <p:nvPr/>
        </p:nvSpPr>
        <p:spPr>
          <a:xfrm>
            <a:off x="3937194" y="1756624"/>
            <a:ext cx="1797804" cy="991892"/>
          </a:xfrm>
          <a:prstGeom prst="roundRect">
            <a:avLst/>
          </a:prstGeom>
          <a:solidFill>
            <a:srgbClr val="8F8F8F">
              <a:lumOff val="44000"/>
            </a:srgbClr>
          </a:solidFill>
          <a:ln w="25400" cap="flat">
            <a:solidFill>
              <a:srgbClr val="E75353">
                <a:lumMod val="50000"/>
              </a:srgbClr>
            </a:solidFill>
            <a:prstDash val="solid"/>
            <a:round/>
          </a:ln>
          <a:effectLst/>
          <a:sp3d/>
        </p:spPr>
        <p:txBody>
          <a:bodyPr rot="0" spcFirstLastPara="1" vertOverflow="overflow" horzOverflow="overflow" vert="horz" wrap="square" lIns="50400" tIns="48874" rIns="48874" bIns="48874" numCol="1" spcCol="38100" rtlCol="0" anchor="ctr">
            <a:noAutofit/>
          </a:bodyPr>
          <a:lstStyle/>
          <a:p>
            <a:pPr marL="0" marR="0" lvl="0" indent="0" algn="ctr" defTabSz="914400" eaLnBrk="1" fontAlgn="auto" latinLnBrk="0" hangingPunct="0">
              <a:lnSpc>
                <a:spcPct val="100000"/>
              </a:lnSpc>
              <a:spcBef>
                <a:spcPts val="0"/>
              </a:spcBef>
              <a:spcAft>
                <a:spcPts val="0"/>
              </a:spcAft>
              <a:buClrTx/>
              <a:buSzTx/>
              <a:buFontTx/>
              <a:buNone/>
              <a:tabLst/>
              <a:defRPr/>
            </a:pPr>
            <a:r>
              <a:rPr lang="en-GB" sz="1500" kern="0" dirty="0">
                <a:solidFill>
                  <a:srgbClr val="E75353">
                    <a:lumMod val="50000"/>
                  </a:srgbClr>
                </a:solidFill>
                <a:latin typeface="Santander Text" panose="020B0504020201020104" pitchFamily="34" charset="77"/>
                <a:ea typeface="Arial"/>
                <a:cs typeface="Arial"/>
                <a:sym typeface="Arial"/>
              </a:rPr>
              <a:t>PaaS </a:t>
            </a:r>
            <a:r>
              <a:rPr lang="en-GB" sz="1500" kern="0" dirty="0" err="1">
                <a:solidFill>
                  <a:srgbClr val="E75353">
                    <a:lumMod val="50000"/>
                  </a:srgbClr>
                </a:solidFill>
                <a:latin typeface="Santander Text" panose="020B0504020201020104" pitchFamily="34" charset="77"/>
                <a:ea typeface="Arial"/>
                <a:cs typeface="Arial"/>
                <a:sym typeface="Arial"/>
              </a:rPr>
              <a:t>Hagase</a:t>
            </a:r>
            <a:r>
              <a:rPr lang="en-GB" sz="1500" kern="0" dirty="0">
                <a:solidFill>
                  <a:srgbClr val="E75353">
                    <a:lumMod val="50000"/>
                  </a:srgbClr>
                </a:solidFill>
                <a:latin typeface="Santander Text" panose="020B0504020201020104" pitchFamily="34" charset="77"/>
                <a:ea typeface="Arial"/>
                <a:cs typeface="Arial"/>
                <a:sym typeface="Arial"/>
              </a:rPr>
              <a:t> Cliente</a:t>
            </a:r>
            <a:endParaRPr kumimoji="0" lang="en-GB" sz="1500" b="0" i="0" u="none" strike="noStrike" kern="0" cap="none" spc="0" normalizeH="0" baseline="0" noProof="0" dirty="0">
              <a:ln>
                <a:noFill/>
              </a:ln>
              <a:solidFill>
                <a:srgbClr val="E75353">
                  <a:lumMod val="50000"/>
                </a:srgbClr>
              </a:solidFill>
              <a:effectLst/>
              <a:uLnTx/>
              <a:uFillTx/>
              <a:latin typeface="Santander Text" panose="020B0504020201020104" pitchFamily="34" charset="77"/>
              <a:ea typeface="Arial"/>
              <a:cs typeface="Arial"/>
              <a:sym typeface="Arial"/>
            </a:endParaRPr>
          </a:p>
        </p:txBody>
      </p:sp>
      <p:sp>
        <p:nvSpPr>
          <p:cNvPr id="10" name="Rounded Rectangle 29">
            <a:extLst>
              <a:ext uri="{FF2B5EF4-FFF2-40B4-BE49-F238E27FC236}">
                <a16:creationId xmlns:a16="http://schemas.microsoft.com/office/drawing/2014/main" id="{6F5F14A8-EFC5-4F3A-9810-29D5D3FAAA0B}"/>
              </a:ext>
            </a:extLst>
          </p:cNvPr>
          <p:cNvSpPr/>
          <p:nvPr/>
        </p:nvSpPr>
        <p:spPr>
          <a:xfrm>
            <a:off x="3241804" y="1323778"/>
            <a:ext cx="5161967" cy="2070689"/>
          </a:xfrm>
          <a:prstGeom prst="roundRect">
            <a:avLst>
              <a:gd name="adj" fmla="val 7308"/>
            </a:avLst>
          </a:prstGeom>
          <a:noFill/>
          <a:ln w="3175" cap="flat">
            <a:solidFill>
              <a:srgbClr val="E75353">
                <a:lumMod val="50000"/>
              </a:srgbClr>
            </a:solidFill>
            <a:prstDash val="dash"/>
            <a:round/>
          </a:ln>
          <a:effectLst/>
          <a:sp3d/>
        </p:spPr>
        <p:txBody>
          <a:bodyPr rot="0" spcFirstLastPara="1" vertOverflow="overflow" horzOverflow="overflow" vert="horz" wrap="square" lIns="50400" tIns="48874" rIns="48874" bIns="48874" numCol="1" spcCol="38100" rtlCol="0" anchor="ctr">
            <a:noAutofit/>
          </a:bodyPr>
          <a:lstStyle/>
          <a:p>
            <a:pPr marL="0" marR="0" lvl="0" indent="0" algn="ctr" defTabSz="914400" eaLnBrk="1" fontAlgn="auto" latinLnBrk="0" hangingPunct="0">
              <a:lnSpc>
                <a:spcPct val="100000"/>
              </a:lnSpc>
              <a:spcBef>
                <a:spcPts val="500"/>
              </a:spcBef>
              <a:spcAft>
                <a:spcPts val="0"/>
              </a:spcAft>
              <a:buClrTx/>
              <a:buSzTx/>
              <a:buFontTx/>
              <a:buNone/>
              <a:tabLst/>
              <a:defRPr/>
            </a:pPr>
            <a:endParaRPr kumimoji="0" lang="en-GB" sz="1400" b="0" i="0" u="none" strike="noStrike" kern="0" cap="none" spc="0" normalizeH="0" baseline="0" noProof="0" dirty="0">
              <a:ln>
                <a:noFill/>
              </a:ln>
              <a:solidFill>
                <a:srgbClr val="E75353">
                  <a:lumMod val="50000"/>
                </a:srgbClr>
              </a:solidFill>
              <a:effectLst/>
              <a:uLnTx/>
              <a:uFillTx/>
              <a:latin typeface="Arial"/>
              <a:ea typeface="Arial"/>
              <a:cs typeface="Arial"/>
              <a:sym typeface="Arial"/>
            </a:endParaRPr>
          </a:p>
        </p:txBody>
      </p:sp>
      <p:sp>
        <p:nvSpPr>
          <p:cNvPr id="11" name="TextBox 35">
            <a:extLst>
              <a:ext uri="{FF2B5EF4-FFF2-40B4-BE49-F238E27FC236}">
                <a16:creationId xmlns:a16="http://schemas.microsoft.com/office/drawing/2014/main" id="{1C839B1D-26A7-403B-970F-E0625143749C}"/>
              </a:ext>
            </a:extLst>
          </p:cNvPr>
          <p:cNvSpPr txBox="1"/>
          <p:nvPr/>
        </p:nvSpPr>
        <p:spPr>
          <a:xfrm>
            <a:off x="4296900" y="3720553"/>
            <a:ext cx="3401477" cy="1692771"/>
          </a:xfrm>
          <a:prstGeom prst="rect">
            <a:avLst/>
          </a:prstGeom>
          <a:noFill/>
        </p:spPr>
        <p:txBody>
          <a:bodyPr wrap="square" rtlCol="0">
            <a:spAutoFit/>
          </a:bodyPr>
          <a:lstStyle/>
          <a:p>
            <a:pPr marL="228600" lvl="0" indent="-228600" hangingPunct="0">
              <a:spcBef>
                <a:spcPts val="600"/>
              </a:spcBef>
              <a:spcAft>
                <a:spcPts val="600"/>
              </a:spcAft>
              <a:buClr>
                <a:srgbClr val="E75353">
                  <a:lumMod val="50000"/>
                </a:srgbClr>
              </a:buClr>
              <a:buFont typeface="+mj-lt"/>
              <a:buAutoNum type="arabicParenR" startAt="2"/>
              <a:defRPr/>
            </a:pPr>
            <a:r>
              <a:rPr lang="es-ES" sz="1300" kern="0" dirty="0">
                <a:solidFill>
                  <a:srgbClr val="000000">
                    <a:lumMod val="65000"/>
                    <a:lumOff val="35000"/>
                  </a:srgbClr>
                </a:solidFill>
                <a:latin typeface="Santander Text" panose="020B0504020201020104" pitchFamily="34" charset="77"/>
                <a:ea typeface="Verdana" panose="020B0604030504040204" pitchFamily="34" charset="0"/>
                <a:cs typeface="Verdana" panose="020B0604030504040204" pitchFamily="34" charset="0"/>
                <a:sym typeface="Arial"/>
              </a:rPr>
              <a:t>Para cubrir la funcionalidad de la aplicación, se expondrá un </a:t>
            </a:r>
            <a:r>
              <a:rPr lang="es-ES" sz="1300" kern="0" dirty="0" err="1">
                <a:solidFill>
                  <a:srgbClr val="000000">
                    <a:lumMod val="65000"/>
                    <a:lumOff val="35000"/>
                  </a:srgbClr>
                </a:solidFill>
                <a:latin typeface="Santander Text" panose="020B0504020201020104" pitchFamily="34" charset="77"/>
                <a:ea typeface="Verdana" panose="020B0604030504040204" pitchFamily="34" charset="0"/>
                <a:cs typeface="Verdana" panose="020B0604030504040204" pitchFamily="34" charset="0"/>
                <a:sym typeface="Arial"/>
              </a:rPr>
              <a:t>gateway</a:t>
            </a:r>
            <a:r>
              <a:rPr lang="es-ES" sz="1300" kern="0" dirty="0">
                <a:solidFill>
                  <a:srgbClr val="000000">
                    <a:lumMod val="65000"/>
                    <a:lumOff val="35000"/>
                  </a:srgbClr>
                </a:solidFill>
                <a:latin typeface="Santander Text" panose="020B0504020201020104" pitchFamily="34" charset="77"/>
                <a:ea typeface="Verdana" panose="020B0604030504040204" pitchFamily="34" charset="0"/>
                <a:cs typeface="Verdana" panose="020B0604030504040204" pitchFamily="34" charset="0"/>
                <a:sym typeface="Arial"/>
              </a:rPr>
              <a:t> web en PaaS que cubrirá todos los servicios utilizados desde la aplicación. Estos servicios pueden estar en los microservicios de la aplicación o en la puerta de enlace web de otras aplicaciones.</a:t>
            </a:r>
            <a:endParaRPr kumimoji="0" lang="en-GB" sz="1300" b="0" i="0" u="none" strike="noStrike" kern="0" cap="none" spc="0" normalizeH="0" baseline="0" noProof="0" dirty="0">
              <a:ln>
                <a:noFill/>
              </a:ln>
              <a:solidFill>
                <a:srgbClr val="000000">
                  <a:lumMod val="65000"/>
                  <a:lumOff val="35000"/>
                </a:srgbClr>
              </a:solidFill>
              <a:effectLst/>
              <a:uLnTx/>
              <a:uFillTx/>
              <a:latin typeface="Santander Text" panose="020B0504020201020104" pitchFamily="34" charset="77"/>
              <a:ea typeface="Verdana" panose="020B0604030504040204" pitchFamily="34" charset="0"/>
              <a:cs typeface="Verdana" panose="020B0604030504040204" pitchFamily="34" charset="0"/>
              <a:sym typeface="Arial"/>
            </a:endParaRPr>
          </a:p>
        </p:txBody>
      </p:sp>
      <p:sp>
        <p:nvSpPr>
          <p:cNvPr id="12" name="TextBox 53">
            <a:extLst>
              <a:ext uri="{FF2B5EF4-FFF2-40B4-BE49-F238E27FC236}">
                <a16:creationId xmlns:a16="http://schemas.microsoft.com/office/drawing/2014/main" id="{052E2E29-51E8-4F67-8428-67C151D28E88}"/>
              </a:ext>
            </a:extLst>
          </p:cNvPr>
          <p:cNvSpPr txBox="1"/>
          <p:nvPr/>
        </p:nvSpPr>
        <p:spPr>
          <a:xfrm>
            <a:off x="7957716" y="3436316"/>
            <a:ext cx="4234284" cy="2693045"/>
          </a:xfrm>
          <a:prstGeom prst="rect">
            <a:avLst/>
          </a:prstGeom>
          <a:noFill/>
        </p:spPr>
        <p:txBody>
          <a:bodyPr wrap="square" rtlCol="0">
            <a:spAutoFit/>
          </a:bodyPr>
          <a:lstStyle/>
          <a:p>
            <a:pPr marL="228600" lvl="0" indent="-228600" hangingPunct="0">
              <a:spcBef>
                <a:spcPts val="600"/>
              </a:spcBef>
              <a:spcAft>
                <a:spcPts val="600"/>
              </a:spcAft>
              <a:buClr>
                <a:srgbClr val="E75353">
                  <a:lumMod val="50000"/>
                </a:srgbClr>
              </a:buClr>
              <a:buFont typeface="+mj-lt"/>
              <a:buAutoNum type="arabicParenR" startAt="3"/>
              <a:defRPr/>
            </a:pPr>
            <a:r>
              <a:rPr lang="es-ES" sz="1300" kern="0" dirty="0">
                <a:solidFill>
                  <a:srgbClr val="000000">
                    <a:lumMod val="65000"/>
                    <a:lumOff val="35000"/>
                  </a:srgbClr>
                </a:solidFill>
                <a:latin typeface="Santander Text" panose="020B0504020201020104" pitchFamily="34" charset="77"/>
                <a:ea typeface="Verdana" panose="020B0604030504040204" pitchFamily="34" charset="0"/>
                <a:cs typeface="Verdana" panose="020B0604030504040204" pitchFamily="34" charset="0"/>
                <a:sym typeface="Arial"/>
              </a:rPr>
              <a:t>La aplicación se comunicará con otras aplicaciones internas como PAGOS (para identificación confiable con IBAN), VIDEO CALL (para identificación por identificación de video), envío de SMS, envío de correos electrónicos, consentimientos (para registrar los consentimientos del nuevo cliente), BDP (para registrar un nuevo cliente), LDAP (para seguridad por token de usuario de la aplicación), PI (generación de documentos), banca electrónica (consultar y registrar </a:t>
            </a:r>
            <a:r>
              <a:rPr lang="es-ES" sz="1300" kern="0" dirty="0" err="1">
                <a:solidFill>
                  <a:srgbClr val="000000">
                    <a:lumMod val="65000"/>
                    <a:lumOff val="35000"/>
                  </a:srgbClr>
                </a:solidFill>
                <a:latin typeface="Santander Text" panose="020B0504020201020104" pitchFamily="34" charset="77"/>
                <a:ea typeface="Verdana" panose="020B0604030504040204" pitchFamily="34" charset="0"/>
                <a:cs typeface="Verdana" panose="020B0604030504040204" pitchFamily="34" charset="0"/>
                <a:sym typeface="Arial"/>
              </a:rPr>
              <a:t>cmc</a:t>
            </a:r>
            <a:r>
              <a:rPr lang="es-ES" sz="1300" kern="0" dirty="0">
                <a:solidFill>
                  <a:srgbClr val="000000">
                    <a:lumMod val="65000"/>
                    <a:lumOff val="35000"/>
                  </a:srgbClr>
                </a:solidFill>
                <a:latin typeface="Santander Text" panose="020B0504020201020104" pitchFamily="34" charset="77"/>
                <a:ea typeface="Verdana" panose="020B0604030504040204" pitchFamily="34" charset="0"/>
                <a:cs typeface="Verdana" panose="020B0604030504040204" pitchFamily="34" charset="0"/>
                <a:sym typeface="Arial"/>
              </a:rPr>
              <a:t>) e Hipoteca Digital (informar registro de cliente). Se comunicará a través de Internet con el servicio de localización de oficinas, una aplicación de OCR externa y Google (para obtener ayuda con la dirección de casa).</a:t>
            </a:r>
            <a:endParaRPr kumimoji="0" lang="en-GB" sz="1300" b="0" i="0" u="none" strike="noStrike" kern="0" cap="none" spc="0" normalizeH="0" baseline="0" noProof="0" dirty="0">
              <a:ln>
                <a:noFill/>
              </a:ln>
              <a:solidFill>
                <a:srgbClr val="000000">
                  <a:lumMod val="65000"/>
                  <a:lumOff val="35000"/>
                </a:srgbClr>
              </a:solidFill>
              <a:effectLst/>
              <a:uLnTx/>
              <a:uFillTx/>
              <a:latin typeface="Santander Text" panose="020B0504020201020104" pitchFamily="34" charset="77"/>
              <a:ea typeface="Verdana" panose="020B0604030504040204" pitchFamily="34" charset="0"/>
              <a:cs typeface="Verdana" panose="020B0604030504040204" pitchFamily="34" charset="0"/>
              <a:sym typeface="Arial"/>
            </a:endParaRPr>
          </a:p>
        </p:txBody>
      </p:sp>
      <p:cxnSp>
        <p:nvCxnSpPr>
          <p:cNvPr id="13" name="Straight Arrow Connector 32">
            <a:extLst>
              <a:ext uri="{FF2B5EF4-FFF2-40B4-BE49-F238E27FC236}">
                <a16:creationId xmlns:a16="http://schemas.microsoft.com/office/drawing/2014/main" id="{A6DC220E-D4A4-4ACB-94AB-7C9D3112E4F3}"/>
              </a:ext>
            </a:extLst>
          </p:cNvPr>
          <p:cNvCxnSpPr>
            <a:cxnSpLocks/>
            <a:stCxn id="9" idx="3"/>
            <a:endCxn id="14" idx="1"/>
          </p:cNvCxnSpPr>
          <p:nvPr/>
        </p:nvCxnSpPr>
        <p:spPr>
          <a:xfrm flipV="1">
            <a:off x="5734998" y="2243517"/>
            <a:ext cx="3346451" cy="9053"/>
          </a:xfrm>
          <a:prstGeom prst="straightConnector1">
            <a:avLst/>
          </a:prstGeom>
          <a:noFill/>
          <a:ln w="25400" cap="flat">
            <a:solidFill>
              <a:srgbClr val="E75353">
                <a:lumMod val="50000"/>
              </a:srgbClr>
            </a:solidFill>
            <a:prstDash val="solid"/>
            <a:round/>
            <a:tailEnd type="triangle"/>
          </a:ln>
          <a:effectLst/>
          <a:sp3d/>
        </p:spPr>
      </p:cxnSp>
      <p:sp>
        <p:nvSpPr>
          <p:cNvPr id="14" name="Rounded Rectangle 11">
            <a:extLst>
              <a:ext uri="{FF2B5EF4-FFF2-40B4-BE49-F238E27FC236}">
                <a16:creationId xmlns:a16="http://schemas.microsoft.com/office/drawing/2014/main" id="{5F121258-89D4-4AF5-9498-CC0409C52FD3}"/>
              </a:ext>
            </a:extLst>
          </p:cNvPr>
          <p:cNvSpPr/>
          <p:nvPr/>
        </p:nvSpPr>
        <p:spPr>
          <a:xfrm>
            <a:off x="9081449" y="1883517"/>
            <a:ext cx="2340000" cy="720000"/>
          </a:xfrm>
          <a:prstGeom prst="roundRect">
            <a:avLst/>
          </a:prstGeom>
          <a:solidFill>
            <a:srgbClr val="8F8F8F">
              <a:lumOff val="44000"/>
            </a:srgbClr>
          </a:solidFill>
          <a:ln w="25400" cap="flat">
            <a:solidFill>
              <a:srgbClr val="E75353">
                <a:lumMod val="50000"/>
              </a:srgbClr>
            </a:solidFill>
            <a:prstDash val="solid"/>
            <a:round/>
          </a:ln>
          <a:effectLst/>
          <a:sp3d/>
        </p:spPr>
        <p:txBody>
          <a:bodyPr rot="0" spcFirstLastPara="1" vertOverflow="overflow" horzOverflow="overflow" vert="horz" wrap="square" lIns="50400" tIns="48874" rIns="48874" bIns="48874" numCol="1" spcCol="38100" rtlCol="0" anchor="ctr">
            <a:noAutofit/>
          </a:bodyPr>
          <a:lstStyle/>
          <a:p>
            <a:pPr marL="0" marR="0" lvl="0" indent="0" algn="ctr" defTabSz="914400" eaLnBrk="1" fontAlgn="auto" latinLnBrk="0" hangingPunct="0">
              <a:lnSpc>
                <a:spcPct val="100000"/>
              </a:lnSpc>
              <a:spcBef>
                <a:spcPts val="0"/>
              </a:spcBef>
              <a:spcAft>
                <a:spcPts val="0"/>
              </a:spcAft>
              <a:buClrTx/>
              <a:buSzTx/>
              <a:buFontTx/>
              <a:buNone/>
              <a:tabLst/>
              <a:defRPr/>
            </a:pPr>
            <a:r>
              <a:rPr kumimoji="0" lang="en-GB" sz="1500" b="0" i="0" u="none" strike="noStrike" kern="0" cap="none" spc="0" normalizeH="0" baseline="0" noProof="0" dirty="0">
                <a:ln>
                  <a:noFill/>
                </a:ln>
                <a:solidFill>
                  <a:srgbClr val="E75353">
                    <a:lumMod val="50000"/>
                  </a:srgbClr>
                </a:solidFill>
                <a:effectLst/>
                <a:uLnTx/>
                <a:uFillTx/>
                <a:latin typeface="Santander Text" panose="020B0504020201020104" pitchFamily="34" charset="77"/>
                <a:ea typeface="Arial"/>
                <a:cs typeface="Arial"/>
                <a:sym typeface="Arial"/>
              </a:rPr>
              <a:t>OCR / google / Servicio </a:t>
            </a:r>
            <a:r>
              <a:rPr kumimoji="0" lang="en-GB" sz="1500" b="0" i="0" u="none" strike="noStrike" kern="0" cap="none" spc="0" normalizeH="0" baseline="0" noProof="0" dirty="0" err="1">
                <a:ln>
                  <a:noFill/>
                </a:ln>
                <a:solidFill>
                  <a:srgbClr val="E75353">
                    <a:lumMod val="50000"/>
                  </a:srgbClr>
                </a:solidFill>
                <a:effectLst/>
                <a:uLnTx/>
                <a:uFillTx/>
                <a:latin typeface="Santander Text" panose="020B0504020201020104" pitchFamily="34" charset="77"/>
                <a:ea typeface="Arial"/>
                <a:cs typeface="Arial"/>
                <a:sym typeface="Arial"/>
              </a:rPr>
              <a:t>localizador</a:t>
            </a:r>
            <a:r>
              <a:rPr kumimoji="0" lang="en-GB" sz="1500" b="0" i="0" u="none" strike="noStrike" kern="0" cap="none" spc="0" normalizeH="0" baseline="0" noProof="0" dirty="0">
                <a:ln>
                  <a:noFill/>
                </a:ln>
                <a:solidFill>
                  <a:srgbClr val="E75353">
                    <a:lumMod val="50000"/>
                  </a:srgbClr>
                </a:solidFill>
                <a:effectLst/>
                <a:uLnTx/>
                <a:uFillTx/>
                <a:latin typeface="Santander Text" panose="020B0504020201020104" pitchFamily="34" charset="77"/>
                <a:ea typeface="Arial"/>
                <a:cs typeface="Arial"/>
                <a:sym typeface="Arial"/>
              </a:rPr>
              <a:t> de </a:t>
            </a:r>
            <a:r>
              <a:rPr kumimoji="0" lang="en-GB" sz="1500" b="0" i="0" u="none" strike="noStrike" kern="0" cap="none" spc="0" normalizeH="0" baseline="0" noProof="0" dirty="0" err="1">
                <a:ln>
                  <a:noFill/>
                </a:ln>
                <a:solidFill>
                  <a:srgbClr val="E75353">
                    <a:lumMod val="50000"/>
                  </a:srgbClr>
                </a:solidFill>
                <a:effectLst/>
                <a:uLnTx/>
                <a:uFillTx/>
                <a:latin typeface="Santander Text" panose="020B0504020201020104" pitchFamily="34" charset="77"/>
                <a:ea typeface="Arial"/>
                <a:cs typeface="Arial"/>
                <a:sym typeface="Arial"/>
              </a:rPr>
              <a:t>oficinas</a:t>
            </a:r>
            <a:endParaRPr kumimoji="0" lang="en-GB" sz="1500" b="0" i="0" u="none" strike="noStrike" kern="0" cap="none" spc="0" normalizeH="0" baseline="0" noProof="0" dirty="0">
              <a:ln>
                <a:noFill/>
              </a:ln>
              <a:solidFill>
                <a:srgbClr val="E75353">
                  <a:lumMod val="50000"/>
                </a:srgbClr>
              </a:solidFill>
              <a:effectLst/>
              <a:uLnTx/>
              <a:uFillTx/>
              <a:latin typeface="Santander Text" panose="020B0504020201020104" pitchFamily="34" charset="77"/>
              <a:ea typeface="Arial"/>
              <a:cs typeface="Arial"/>
              <a:sym typeface="Arial"/>
            </a:endParaRPr>
          </a:p>
        </p:txBody>
      </p:sp>
      <p:cxnSp>
        <p:nvCxnSpPr>
          <p:cNvPr id="15" name="Straight Arrow Connector 32">
            <a:extLst>
              <a:ext uri="{FF2B5EF4-FFF2-40B4-BE49-F238E27FC236}">
                <a16:creationId xmlns:a16="http://schemas.microsoft.com/office/drawing/2014/main" id="{25DCE63E-B285-4FD4-B93C-1AF86E4B9973}"/>
              </a:ext>
            </a:extLst>
          </p:cNvPr>
          <p:cNvCxnSpPr>
            <a:cxnSpLocks/>
            <a:endCxn id="9" idx="1"/>
          </p:cNvCxnSpPr>
          <p:nvPr/>
        </p:nvCxnSpPr>
        <p:spPr>
          <a:xfrm>
            <a:off x="2256423" y="2252570"/>
            <a:ext cx="1680771" cy="0"/>
          </a:xfrm>
          <a:prstGeom prst="straightConnector1">
            <a:avLst/>
          </a:prstGeom>
          <a:noFill/>
          <a:ln w="25400" cap="flat">
            <a:solidFill>
              <a:srgbClr val="E75353">
                <a:lumMod val="50000"/>
              </a:srgbClr>
            </a:solidFill>
            <a:prstDash val="solid"/>
            <a:round/>
            <a:tailEnd type="triangle"/>
          </a:ln>
          <a:effectLst/>
          <a:sp3d/>
        </p:spPr>
      </p:cxnSp>
      <p:sp>
        <p:nvSpPr>
          <p:cNvPr id="16" name="Rectángulo 15">
            <a:extLst>
              <a:ext uri="{FF2B5EF4-FFF2-40B4-BE49-F238E27FC236}">
                <a16:creationId xmlns:a16="http://schemas.microsoft.com/office/drawing/2014/main" id="{EC272A85-CCAA-4F77-854A-21562C2EEDAA}"/>
              </a:ext>
            </a:extLst>
          </p:cNvPr>
          <p:cNvSpPr/>
          <p:nvPr/>
        </p:nvSpPr>
        <p:spPr>
          <a:xfrm>
            <a:off x="754638" y="1651545"/>
            <a:ext cx="1523584" cy="1057051"/>
          </a:xfrm>
          <a:prstGeom prst="rect">
            <a:avLst/>
          </a:pr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CuadroTexto 16">
            <a:extLst>
              <a:ext uri="{FF2B5EF4-FFF2-40B4-BE49-F238E27FC236}">
                <a16:creationId xmlns:a16="http://schemas.microsoft.com/office/drawing/2014/main" id="{E717343D-A8B2-432B-AB04-DE9D11347C47}"/>
              </a:ext>
            </a:extLst>
          </p:cNvPr>
          <p:cNvSpPr txBox="1"/>
          <p:nvPr/>
        </p:nvSpPr>
        <p:spPr>
          <a:xfrm>
            <a:off x="1417732" y="1305675"/>
            <a:ext cx="838691" cy="323165"/>
          </a:xfrm>
          <a:prstGeom prst="rect">
            <a:avLst/>
          </a:prstGeom>
          <a:noFill/>
        </p:spPr>
        <p:txBody>
          <a:bodyPr wrap="none" rtlCol="0">
            <a:spAutoFit/>
          </a:bodyPr>
          <a:lstStyle/>
          <a:p>
            <a:r>
              <a:rPr lang="en-GB" sz="1500" kern="0" dirty="0">
                <a:solidFill>
                  <a:srgbClr val="E75353">
                    <a:lumMod val="50000"/>
                  </a:srgbClr>
                </a:solidFill>
                <a:latin typeface="Santander Text" panose="020B0504020201020104" pitchFamily="34" charset="77"/>
                <a:cs typeface="Arial"/>
              </a:rPr>
              <a:t>Internet</a:t>
            </a:r>
          </a:p>
        </p:txBody>
      </p:sp>
      <p:sp>
        <p:nvSpPr>
          <p:cNvPr id="18" name="CuadroTexto 17">
            <a:extLst>
              <a:ext uri="{FF2B5EF4-FFF2-40B4-BE49-F238E27FC236}">
                <a16:creationId xmlns:a16="http://schemas.microsoft.com/office/drawing/2014/main" id="{BB64ADE5-81B6-407E-A8D0-B35A542E98AC}"/>
              </a:ext>
            </a:extLst>
          </p:cNvPr>
          <p:cNvSpPr txBox="1"/>
          <p:nvPr/>
        </p:nvSpPr>
        <p:spPr>
          <a:xfrm>
            <a:off x="9690317" y="1434282"/>
            <a:ext cx="838691" cy="323165"/>
          </a:xfrm>
          <a:prstGeom prst="rect">
            <a:avLst/>
          </a:prstGeom>
          <a:noFill/>
        </p:spPr>
        <p:txBody>
          <a:bodyPr wrap="none" rtlCol="0">
            <a:spAutoFit/>
          </a:bodyPr>
          <a:lstStyle/>
          <a:p>
            <a:r>
              <a:rPr lang="en-GB" sz="1500" kern="0" dirty="0">
                <a:solidFill>
                  <a:srgbClr val="E75353">
                    <a:lumMod val="50000"/>
                  </a:srgbClr>
                </a:solidFill>
                <a:latin typeface="Santander Text" panose="020B0504020201020104" pitchFamily="34" charset="77"/>
                <a:cs typeface="Arial"/>
              </a:rPr>
              <a:t>Internet</a:t>
            </a:r>
          </a:p>
        </p:txBody>
      </p:sp>
      <p:sp>
        <p:nvSpPr>
          <p:cNvPr id="19" name="Rectángulo 18">
            <a:extLst>
              <a:ext uri="{FF2B5EF4-FFF2-40B4-BE49-F238E27FC236}">
                <a16:creationId xmlns:a16="http://schemas.microsoft.com/office/drawing/2014/main" id="{3E39286E-AC70-439F-9B72-70F118947387}"/>
              </a:ext>
            </a:extLst>
          </p:cNvPr>
          <p:cNvSpPr/>
          <p:nvPr/>
        </p:nvSpPr>
        <p:spPr>
          <a:xfrm>
            <a:off x="1023393" y="2738577"/>
            <a:ext cx="1233030" cy="369332"/>
          </a:xfrm>
          <a:prstGeom prst="rect">
            <a:avLst/>
          </a:prstGeom>
        </p:spPr>
        <p:txBody>
          <a:bodyPr wrap="none">
            <a:spAutoFit/>
          </a:bodyPr>
          <a:lstStyle/>
          <a:p>
            <a:r>
              <a:rPr lang="it-IT" kern="0" dirty="0">
                <a:solidFill>
                  <a:srgbClr val="000000">
                    <a:lumMod val="65000"/>
                    <a:lumOff val="35000"/>
                  </a:srgbClr>
                </a:solidFill>
                <a:latin typeface="Santander Text" panose="020B0504020201020104" pitchFamily="34" charset="77"/>
                <a:ea typeface="Verdana" panose="020B0604030504040204" pitchFamily="34" charset="0"/>
                <a:cs typeface="Verdana" panose="020B0604030504040204" pitchFamily="34" charset="0"/>
                <a:sym typeface="Arial"/>
              </a:rPr>
              <a:t>Customers</a:t>
            </a:r>
            <a:endParaRPr lang="es-ES" dirty="0"/>
          </a:p>
        </p:txBody>
      </p:sp>
      <p:sp>
        <p:nvSpPr>
          <p:cNvPr id="20" name="Rounded Rectangle 11">
            <a:extLst>
              <a:ext uri="{FF2B5EF4-FFF2-40B4-BE49-F238E27FC236}">
                <a16:creationId xmlns:a16="http://schemas.microsoft.com/office/drawing/2014/main" id="{658CE3D5-0CAB-4DF9-9D2C-2238FEE39626}"/>
              </a:ext>
            </a:extLst>
          </p:cNvPr>
          <p:cNvSpPr/>
          <p:nvPr/>
        </p:nvSpPr>
        <p:spPr>
          <a:xfrm>
            <a:off x="9081449" y="583794"/>
            <a:ext cx="2340000" cy="720000"/>
          </a:xfrm>
          <a:prstGeom prst="roundRect">
            <a:avLst/>
          </a:prstGeom>
          <a:solidFill>
            <a:srgbClr val="8F8F8F">
              <a:lumOff val="44000"/>
            </a:srgbClr>
          </a:solidFill>
          <a:ln w="25400" cap="flat">
            <a:solidFill>
              <a:srgbClr val="E75353">
                <a:lumMod val="50000"/>
              </a:srgbClr>
            </a:solidFill>
            <a:prstDash val="solid"/>
            <a:round/>
          </a:ln>
          <a:effectLst/>
          <a:sp3d/>
        </p:spPr>
        <p:txBody>
          <a:bodyPr rot="0" spcFirstLastPara="1" vertOverflow="overflow" horzOverflow="overflow" vert="horz" wrap="square" lIns="50400" tIns="48874" rIns="48874" bIns="48874" numCol="1" spcCol="38100" rtlCol="0" anchor="ctr">
            <a:noAutofit/>
          </a:bodyPr>
          <a:lstStyle/>
          <a:p>
            <a:pPr marL="0" marR="0" lvl="0" indent="0" algn="ctr" defTabSz="914400" eaLnBrk="1" fontAlgn="auto" latinLnBrk="0" hangingPunct="0">
              <a:lnSpc>
                <a:spcPct val="100000"/>
              </a:lnSpc>
              <a:spcBef>
                <a:spcPts val="0"/>
              </a:spcBef>
              <a:spcAft>
                <a:spcPts val="0"/>
              </a:spcAft>
              <a:buClrTx/>
              <a:buSzTx/>
              <a:buFontTx/>
              <a:buNone/>
              <a:tabLst/>
              <a:defRPr/>
            </a:pPr>
            <a:r>
              <a:rPr kumimoji="0" lang="en-GB" sz="1100" b="0" i="0" u="none" strike="noStrike" kern="0" cap="none" spc="0" normalizeH="0" baseline="0" noProof="0" dirty="0">
                <a:ln>
                  <a:noFill/>
                </a:ln>
                <a:solidFill>
                  <a:srgbClr val="E75353">
                    <a:lumMod val="50000"/>
                  </a:srgbClr>
                </a:solidFill>
                <a:effectLst/>
                <a:uLnTx/>
                <a:uFillTx/>
                <a:latin typeface="Santander Text" panose="020B0504020201020104" pitchFamily="34" charset="77"/>
                <a:ea typeface="Arial"/>
                <a:cs typeface="Arial"/>
                <a:sym typeface="Arial"/>
              </a:rPr>
              <a:t>PAGOS / VIDEO </a:t>
            </a:r>
            <a:r>
              <a:rPr lang="en-GB" sz="1100" kern="0" dirty="0">
                <a:solidFill>
                  <a:srgbClr val="E75353">
                    <a:lumMod val="50000"/>
                  </a:srgbClr>
                </a:solidFill>
                <a:latin typeface="Santander Text" panose="020B0504020201020104" pitchFamily="34" charset="77"/>
                <a:ea typeface="Arial"/>
                <a:cs typeface="Arial"/>
                <a:sym typeface="Arial"/>
              </a:rPr>
              <a:t>L</a:t>
            </a:r>
            <a:r>
              <a:rPr kumimoji="0" lang="en-GB" sz="1100" b="0" i="0" u="none" strike="noStrike" kern="0" cap="none" spc="0" normalizeH="0" baseline="0" noProof="0" dirty="0">
                <a:ln>
                  <a:noFill/>
                </a:ln>
                <a:solidFill>
                  <a:srgbClr val="E75353">
                    <a:lumMod val="50000"/>
                  </a:srgbClr>
                </a:solidFill>
                <a:effectLst/>
                <a:uLnTx/>
                <a:uFillTx/>
                <a:latin typeface="Santander Text" panose="020B0504020201020104" pitchFamily="34" charset="77"/>
                <a:ea typeface="Arial"/>
                <a:cs typeface="Arial"/>
                <a:sym typeface="Arial"/>
              </a:rPr>
              <a:t>LAMADA/ SMS / email /Consentimientos / BDP / LDAP / PI / </a:t>
            </a:r>
            <a:r>
              <a:rPr kumimoji="0" lang="en-GB" sz="1100" b="0" i="0" u="none" strike="noStrike" kern="0" cap="none" spc="0" normalizeH="0" baseline="0" noProof="0" dirty="0" err="1">
                <a:ln>
                  <a:noFill/>
                </a:ln>
                <a:solidFill>
                  <a:srgbClr val="E75353">
                    <a:lumMod val="50000"/>
                  </a:srgbClr>
                </a:solidFill>
                <a:effectLst/>
                <a:uLnTx/>
                <a:uFillTx/>
                <a:latin typeface="Santander Text" panose="020B0504020201020104" pitchFamily="34" charset="77"/>
                <a:ea typeface="Arial"/>
                <a:cs typeface="Arial"/>
                <a:sym typeface="Arial"/>
              </a:rPr>
              <a:t>Hipoteca</a:t>
            </a:r>
            <a:r>
              <a:rPr kumimoji="0" lang="en-GB" sz="1100" b="0" i="0" u="none" strike="noStrike" kern="0" cap="none" spc="0" normalizeH="0" baseline="0" noProof="0" dirty="0">
                <a:ln>
                  <a:noFill/>
                </a:ln>
                <a:solidFill>
                  <a:srgbClr val="E75353">
                    <a:lumMod val="50000"/>
                  </a:srgbClr>
                </a:solidFill>
                <a:effectLst/>
                <a:uLnTx/>
                <a:uFillTx/>
                <a:latin typeface="Santander Text" panose="020B0504020201020104" pitchFamily="34" charset="77"/>
                <a:ea typeface="Arial"/>
                <a:cs typeface="Arial"/>
                <a:sym typeface="Arial"/>
              </a:rPr>
              <a:t> Digital </a:t>
            </a:r>
          </a:p>
        </p:txBody>
      </p:sp>
      <p:sp>
        <p:nvSpPr>
          <p:cNvPr id="21" name="CuadroTexto 20">
            <a:extLst>
              <a:ext uri="{FF2B5EF4-FFF2-40B4-BE49-F238E27FC236}">
                <a16:creationId xmlns:a16="http://schemas.microsoft.com/office/drawing/2014/main" id="{D39E14F5-BDEC-4E49-B7A4-7CA6212BB7EA}"/>
              </a:ext>
            </a:extLst>
          </p:cNvPr>
          <p:cNvSpPr txBox="1"/>
          <p:nvPr/>
        </p:nvSpPr>
        <p:spPr>
          <a:xfrm>
            <a:off x="9710982" y="221991"/>
            <a:ext cx="1083951" cy="323165"/>
          </a:xfrm>
          <a:prstGeom prst="rect">
            <a:avLst/>
          </a:prstGeom>
          <a:noFill/>
        </p:spPr>
        <p:txBody>
          <a:bodyPr wrap="none" rtlCol="0">
            <a:spAutoFit/>
          </a:bodyPr>
          <a:lstStyle/>
          <a:p>
            <a:r>
              <a:rPr lang="en-GB" sz="1500" kern="0" dirty="0">
                <a:solidFill>
                  <a:srgbClr val="E75353">
                    <a:lumMod val="50000"/>
                  </a:srgbClr>
                </a:solidFill>
                <a:latin typeface="Santander Text" panose="020B0504020201020104" pitchFamily="34" charset="77"/>
                <a:cs typeface="Arial"/>
              </a:rPr>
              <a:t>OnPremise</a:t>
            </a:r>
          </a:p>
        </p:txBody>
      </p:sp>
      <p:grpSp>
        <p:nvGrpSpPr>
          <p:cNvPr id="22" name="Grupo 21">
            <a:extLst>
              <a:ext uri="{FF2B5EF4-FFF2-40B4-BE49-F238E27FC236}">
                <a16:creationId xmlns:a16="http://schemas.microsoft.com/office/drawing/2014/main" id="{B13CBF2A-734D-4C74-8AAA-85CB4FD5D7D4}"/>
              </a:ext>
            </a:extLst>
          </p:cNvPr>
          <p:cNvGrpSpPr/>
          <p:nvPr/>
        </p:nvGrpSpPr>
        <p:grpSpPr>
          <a:xfrm>
            <a:off x="1025317" y="1892551"/>
            <a:ext cx="526776" cy="531504"/>
            <a:chOff x="462817" y="1815774"/>
            <a:chExt cx="804892" cy="727689"/>
          </a:xfrm>
        </p:grpSpPr>
        <p:pic>
          <p:nvPicPr>
            <p:cNvPr id="23" name="Picture 84">
              <a:extLst>
                <a:ext uri="{FF2B5EF4-FFF2-40B4-BE49-F238E27FC236}">
                  <a16:creationId xmlns:a16="http://schemas.microsoft.com/office/drawing/2014/main" id="{DB2DD9DD-2BE6-475C-92E7-1F09492804B7}"/>
                </a:ext>
              </a:extLst>
            </p:cNvPr>
            <p:cNvPicPr>
              <a:picLocks noChangeAspect="1"/>
            </p:cNvPicPr>
            <p:nvPr/>
          </p:nvPicPr>
          <p:blipFill>
            <a:blip r:embed="rId3"/>
            <a:stretch>
              <a:fillRect/>
            </a:stretch>
          </p:blipFill>
          <p:spPr>
            <a:xfrm>
              <a:off x="462817" y="1815774"/>
              <a:ext cx="804892" cy="727689"/>
            </a:xfrm>
            <a:prstGeom prst="rect">
              <a:avLst/>
            </a:prstGeom>
          </p:spPr>
        </p:pic>
        <p:pic>
          <p:nvPicPr>
            <p:cNvPr id="24" name="Imagen 23">
              <a:extLst>
                <a:ext uri="{FF2B5EF4-FFF2-40B4-BE49-F238E27FC236}">
                  <a16:creationId xmlns:a16="http://schemas.microsoft.com/office/drawing/2014/main" id="{45905B7F-165D-4A1A-848D-12B8A175C39E}"/>
                </a:ext>
              </a:extLst>
            </p:cNvPr>
            <p:cNvPicPr>
              <a:picLocks noChangeAspect="1"/>
            </p:cNvPicPr>
            <p:nvPr/>
          </p:nvPicPr>
          <p:blipFill>
            <a:blip r:embed="rId4"/>
            <a:stretch>
              <a:fillRect/>
            </a:stretch>
          </p:blipFill>
          <p:spPr>
            <a:xfrm>
              <a:off x="749699" y="1995541"/>
              <a:ext cx="257114" cy="252603"/>
            </a:xfrm>
            <a:prstGeom prst="rect">
              <a:avLst/>
            </a:prstGeom>
          </p:spPr>
        </p:pic>
      </p:grpSp>
      <p:pic>
        <p:nvPicPr>
          <p:cNvPr id="25" name="Imagen 24">
            <a:extLst>
              <a:ext uri="{FF2B5EF4-FFF2-40B4-BE49-F238E27FC236}">
                <a16:creationId xmlns:a16="http://schemas.microsoft.com/office/drawing/2014/main" id="{DD64C2EF-362B-4FF7-A8AA-A089893533E6}"/>
              </a:ext>
            </a:extLst>
          </p:cNvPr>
          <p:cNvPicPr>
            <a:picLocks noChangeAspect="1"/>
          </p:cNvPicPr>
          <p:nvPr/>
        </p:nvPicPr>
        <p:blipFill>
          <a:blip r:embed="rId5"/>
          <a:stretch>
            <a:fillRect/>
          </a:stretch>
        </p:blipFill>
        <p:spPr>
          <a:xfrm>
            <a:off x="1171840" y="1980550"/>
            <a:ext cx="233731" cy="236000"/>
          </a:xfrm>
          <a:prstGeom prst="rect">
            <a:avLst/>
          </a:prstGeom>
        </p:spPr>
      </p:pic>
      <p:sp>
        <p:nvSpPr>
          <p:cNvPr id="26" name="CuadroTexto 25">
            <a:extLst>
              <a:ext uri="{FF2B5EF4-FFF2-40B4-BE49-F238E27FC236}">
                <a16:creationId xmlns:a16="http://schemas.microsoft.com/office/drawing/2014/main" id="{1A20E16F-BFB1-44BD-95AD-321BB51CBA33}"/>
              </a:ext>
            </a:extLst>
          </p:cNvPr>
          <p:cNvSpPr txBox="1"/>
          <p:nvPr/>
        </p:nvSpPr>
        <p:spPr>
          <a:xfrm>
            <a:off x="5158947" y="973589"/>
            <a:ext cx="987771" cy="323165"/>
          </a:xfrm>
          <a:prstGeom prst="rect">
            <a:avLst/>
          </a:prstGeom>
          <a:noFill/>
        </p:spPr>
        <p:txBody>
          <a:bodyPr wrap="none" rtlCol="0">
            <a:spAutoFit/>
          </a:bodyPr>
          <a:lstStyle/>
          <a:p>
            <a:r>
              <a:rPr lang="en-GB" sz="1500" kern="0" dirty="0">
                <a:solidFill>
                  <a:srgbClr val="E75353">
                    <a:lumMod val="50000"/>
                  </a:srgbClr>
                </a:solidFill>
                <a:latin typeface="Santander Text" panose="020B0504020201020104" pitchFamily="34" charset="77"/>
                <a:cs typeface="Arial"/>
              </a:rPr>
              <a:t>PaaS OHE</a:t>
            </a:r>
          </a:p>
        </p:txBody>
      </p:sp>
      <p:cxnSp>
        <p:nvCxnSpPr>
          <p:cNvPr id="27" name="Straight Arrow Connector 32">
            <a:extLst>
              <a:ext uri="{FF2B5EF4-FFF2-40B4-BE49-F238E27FC236}">
                <a16:creationId xmlns:a16="http://schemas.microsoft.com/office/drawing/2014/main" id="{5258E9DF-BE83-4E19-904B-0A0DD763DAF2}"/>
              </a:ext>
            </a:extLst>
          </p:cNvPr>
          <p:cNvCxnSpPr>
            <a:cxnSpLocks/>
            <a:endCxn id="20" idx="1"/>
          </p:cNvCxnSpPr>
          <p:nvPr/>
        </p:nvCxnSpPr>
        <p:spPr>
          <a:xfrm flipV="1">
            <a:off x="5734997" y="943794"/>
            <a:ext cx="3346452" cy="1020758"/>
          </a:xfrm>
          <a:prstGeom prst="straightConnector1">
            <a:avLst/>
          </a:prstGeom>
          <a:noFill/>
          <a:ln w="25400" cap="flat">
            <a:solidFill>
              <a:srgbClr val="E75353">
                <a:lumMod val="50000"/>
              </a:srgbClr>
            </a:solidFill>
            <a:prstDash val="solid"/>
            <a:round/>
            <a:tailEnd type="triangle"/>
          </a:ln>
          <a:effectLst/>
          <a:sp3d/>
        </p:spPr>
      </p:cxnSp>
    </p:spTree>
    <p:extLst>
      <p:ext uri="{BB962C8B-B14F-4D97-AF65-F5344CB8AC3E}">
        <p14:creationId xmlns:p14="http://schemas.microsoft.com/office/powerpoint/2010/main" val="25253265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texto 1">
            <a:extLst>
              <a:ext uri="{FF2B5EF4-FFF2-40B4-BE49-F238E27FC236}">
                <a16:creationId xmlns:a16="http://schemas.microsoft.com/office/drawing/2014/main" id="{42494091-FDE6-4890-9BAB-5947AE9C2281}"/>
              </a:ext>
            </a:extLst>
          </p:cNvPr>
          <p:cNvSpPr txBox="1">
            <a:spLocks/>
          </p:cNvSpPr>
          <p:nvPr/>
        </p:nvSpPr>
        <p:spPr>
          <a:xfrm>
            <a:off x="204886" y="84727"/>
            <a:ext cx="10895891" cy="20920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Font typeface="Arial" panose="020B0604020202020204" pitchFamily="34" charset="0"/>
              <a:buNone/>
            </a:pPr>
            <a:r>
              <a:rPr lang="es-ES" sz="1300" dirty="0">
                <a:solidFill>
                  <a:srgbClr val="EB0000"/>
                </a:solidFill>
                <a:ea typeface="Segoe UI" panose="020B0502040204020203" pitchFamily="34" charset="0"/>
                <a:cs typeface="Segoe UI" panose="020B0502040204020203" pitchFamily="34" charset="0"/>
              </a:rPr>
              <a:t>Necesidades y Propuesta de la Solución</a:t>
            </a:r>
          </a:p>
          <a:p>
            <a:pPr marL="0" indent="0">
              <a:spcBef>
                <a:spcPts val="300"/>
              </a:spcBef>
              <a:buNone/>
            </a:pPr>
            <a:r>
              <a:rPr lang="es-ES" sz="1800" b="1" dirty="0">
                <a:solidFill>
                  <a:srgbClr val="EB0000"/>
                </a:solidFill>
                <a:ea typeface="Segoe UI" panose="020B0502040204020203" pitchFamily="34" charset="0"/>
                <a:cs typeface="Segoe UI" panose="020B0502040204020203" pitchFamily="34" charset="0"/>
              </a:rPr>
              <a:t>Objetivos, solución propuesta  </a:t>
            </a:r>
            <a:r>
              <a:rPr lang="es-ES" sz="1800" dirty="0">
                <a:solidFill>
                  <a:schemeClr val="tx1">
                    <a:lumMod val="50000"/>
                    <a:lumOff val="50000"/>
                  </a:schemeClr>
                </a:solidFill>
              </a:rPr>
              <a:t>(</a:t>
            </a:r>
            <a:r>
              <a:rPr lang="en-GB" sz="1800" dirty="0" err="1">
                <a:solidFill>
                  <a:schemeClr val="tx1">
                    <a:lumMod val="50000"/>
                    <a:lumOff val="50000"/>
                  </a:schemeClr>
                </a:solidFill>
              </a:rPr>
              <a:t>Tramitación</a:t>
            </a:r>
            <a:r>
              <a:rPr lang="en-GB" sz="1800" dirty="0">
                <a:solidFill>
                  <a:schemeClr val="tx1">
                    <a:lumMod val="50000"/>
                    <a:lumOff val="50000"/>
                  </a:schemeClr>
                </a:solidFill>
              </a:rPr>
              <a:t> de </a:t>
            </a:r>
            <a:r>
              <a:rPr lang="en-GB" sz="1800" dirty="0" err="1">
                <a:solidFill>
                  <a:schemeClr val="tx1">
                    <a:lumMod val="50000"/>
                    <a:lumOff val="50000"/>
                  </a:schemeClr>
                </a:solidFill>
              </a:rPr>
              <a:t>expedientes</a:t>
            </a:r>
            <a:r>
              <a:rPr lang="en-GB" sz="1800" dirty="0">
                <a:solidFill>
                  <a:schemeClr val="tx1">
                    <a:lumMod val="50000"/>
                    <a:lumOff val="50000"/>
                  </a:schemeClr>
                </a:solidFill>
              </a:rPr>
              <a:t> y Procesos </a:t>
            </a:r>
            <a:r>
              <a:rPr lang="en-GB" sz="1800" dirty="0" err="1">
                <a:solidFill>
                  <a:schemeClr val="tx1">
                    <a:lumMod val="50000"/>
                    <a:lumOff val="50000"/>
                  </a:schemeClr>
                </a:solidFill>
              </a:rPr>
              <a:t>planificados</a:t>
            </a:r>
            <a:r>
              <a:rPr lang="en-GB" sz="1800" dirty="0">
                <a:solidFill>
                  <a:schemeClr val="tx1">
                    <a:lumMod val="50000"/>
                    <a:lumOff val="50000"/>
                  </a:schemeClr>
                </a:solidFill>
              </a:rPr>
              <a:t>)</a:t>
            </a:r>
            <a:endParaRPr lang="es-ES" sz="1800" b="1" dirty="0">
              <a:solidFill>
                <a:srgbClr val="EB0000"/>
              </a:solidFill>
              <a:ea typeface="Segoe UI" panose="020B0502040204020203" pitchFamily="34" charset="0"/>
              <a:cs typeface="Segoe UI" panose="020B0502040204020203" pitchFamily="34" charset="0"/>
            </a:endParaRPr>
          </a:p>
        </p:txBody>
      </p:sp>
      <p:pic>
        <p:nvPicPr>
          <p:cNvPr id="7" name="Picture 4">
            <a:extLst>
              <a:ext uri="{FF2B5EF4-FFF2-40B4-BE49-F238E27FC236}">
                <a16:creationId xmlns:a16="http://schemas.microsoft.com/office/drawing/2014/main" id="{3D6D2468-E7B1-4814-8E50-D91ADB37A673}"/>
              </a:ext>
            </a:extLst>
          </p:cNvPr>
          <p:cNvPicPr>
            <a:picLocks noChangeAspect="1"/>
          </p:cNvPicPr>
          <p:nvPr/>
        </p:nvPicPr>
        <p:blipFill>
          <a:blip r:embed="rId2" cstate="print">
            <a:duotone>
              <a:srgbClr val="FFC7C7">
                <a:shade val="45000"/>
                <a:satMod val="135000"/>
              </a:srgbClr>
              <a:prstClr val="white"/>
            </a:duotone>
            <a:extLst>
              <a:ext uri="{28A0092B-C50C-407E-A947-70E740481C1C}">
                <a14:useLocalDpi xmlns:a14="http://schemas.microsoft.com/office/drawing/2010/main"/>
              </a:ext>
            </a:extLst>
          </a:blip>
          <a:stretch>
            <a:fillRect/>
          </a:stretch>
        </p:blipFill>
        <p:spPr>
          <a:xfrm>
            <a:off x="1446867" y="1933870"/>
            <a:ext cx="492399" cy="492399"/>
          </a:xfrm>
          <a:prstGeom prst="rect">
            <a:avLst/>
          </a:prstGeom>
        </p:spPr>
      </p:pic>
      <p:sp>
        <p:nvSpPr>
          <p:cNvPr id="8" name="TextBox 7">
            <a:extLst>
              <a:ext uri="{FF2B5EF4-FFF2-40B4-BE49-F238E27FC236}">
                <a16:creationId xmlns:a16="http://schemas.microsoft.com/office/drawing/2014/main" id="{F4A068C0-8F36-4E8B-8B36-FDD2EBAFF8B0}"/>
              </a:ext>
            </a:extLst>
          </p:cNvPr>
          <p:cNvSpPr txBox="1"/>
          <p:nvPr/>
        </p:nvSpPr>
        <p:spPr>
          <a:xfrm>
            <a:off x="85167" y="3720554"/>
            <a:ext cx="4112364" cy="1292662"/>
          </a:xfrm>
          <a:prstGeom prst="rect">
            <a:avLst/>
          </a:prstGeom>
          <a:noFill/>
        </p:spPr>
        <p:txBody>
          <a:bodyPr wrap="square" rtlCol="0">
            <a:spAutoFit/>
          </a:bodyPr>
          <a:lstStyle/>
          <a:p>
            <a:pPr lvl="0" hangingPunct="0">
              <a:spcBef>
                <a:spcPts val="600"/>
              </a:spcBef>
              <a:spcAft>
                <a:spcPts val="600"/>
              </a:spcAft>
              <a:buClr>
                <a:srgbClr val="E75353">
                  <a:lumMod val="50000"/>
                </a:srgbClr>
              </a:buClr>
              <a:defRPr/>
            </a:pPr>
            <a:r>
              <a:rPr lang="en-US" sz="1300" kern="0" dirty="0">
                <a:solidFill>
                  <a:srgbClr val="FF0000"/>
                </a:solidFill>
                <a:latin typeface="Santander Text" panose="020B0504020201020104" pitchFamily="34" charset="77"/>
                <a:ea typeface="Verdana" panose="020B0604030504040204" pitchFamily="34" charset="0"/>
                <a:cs typeface="Verdana" panose="020B0604030504040204" pitchFamily="34" charset="0"/>
                <a:sym typeface="Arial"/>
              </a:rPr>
              <a:t>1)</a:t>
            </a:r>
            <a:r>
              <a:rPr lang="es-ES" sz="1300" kern="0" dirty="0">
                <a:solidFill>
                  <a:srgbClr val="FF0000"/>
                </a:solidFill>
                <a:latin typeface="Santander Text" panose="020B0504020201020104" pitchFamily="34" charset="77"/>
                <a:ea typeface="Verdana" panose="020B0604030504040204" pitchFamily="34" charset="0"/>
                <a:cs typeface="Verdana" panose="020B0604030504040204" pitchFamily="34" charset="0"/>
                <a:sym typeface="Arial"/>
              </a:rPr>
              <a:t> </a:t>
            </a:r>
            <a:r>
              <a:rPr lang="es-ES" sz="1300" kern="0" dirty="0">
                <a:solidFill>
                  <a:srgbClr val="000000">
                    <a:lumMod val="65000"/>
                    <a:lumOff val="35000"/>
                  </a:srgbClr>
                </a:solidFill>
                <a:latin typeface="Santander Text" panose="020B0504020201020104" pitchFamily="34" charset="77"/>
                <a:ea typeface="Verdana" panose="020B0604030504040204" pitchFamily="34" charset="0"/>
                <a:cs typeface="Verdana" panose="020B0604030504040204" pitchFamily="34" charset="0"/>
                <a:sym typeface="Arial"/>
              </a:rPr>
              <a:t>El administrador accederá a la aplicación directamente con la URL de la aplicación. Una vez dentro, podrá consultar y gestionar los archivos de registro abiertos por los clientes. La aplicación también tiene servicios que están programados en control-m para ejecutarse periódicamente</a:t>
            </a:r>
          </a:p>
        </p:txBody>
      </p:sp>
      <p:sp>
        <p:nvSpPr>
          <p:cNvPr id="9" name="Rounded Rectangle 11">
            <a:extLst>
              <a:ext uri="{FF2B5EF4-FFF2-40B4-BE49-F238E27FC236}">
                <a16:creationId xmlns:a16="http://schemas.microsoft.com/office/drawing/2014/main" id="{7779E0F1-FE43-4EBE-ACFC-2F9A86094181}"/>
              </a:ext>
            </a:extLst>
          </p:cNvPr>
          <p:cNvSpPr/>
          <p:nvPr/>
        </p:nvSpPr>
        <p:spPr>
          <a:xfrm>
            <a:off x="3937194" y="1756624"/>
            <a:ext cx="1797804" cy="991892"/>
          </a:xfrm>
          <a:prstGeom prst="roundRect">
            <a:avLst/>
          </a:prstGeom>
          <a:solidFill>
            <a:srgbClr val="8F8F8F">
              <a:lumOff val="44000"/>
            </a:srgbClr>
          </a:solidFill>
          <a:ln w="25400" cap="flat">
            <a:solidFill>
              <a:srgbClr val="E75353">
                <a:lumMod val="50000"/>
              </a:srgbClr>
            </a:solidFill>
            <a:prstDash val="solid"/>
            <a:round/>
          </a:ln>
          <a:effectLst/>
          <a:sp3d/>
        </p:spPr>
        <p:txBody>
          <a:bodyPr rot="0" spcFirstLastPara="1" vertOverflow="overflow" horzOverflow="overflow" vert="horz" wrap="square" lIns="50400" tIns="48874" rIns="48874" bIns="48874" numCol="1" spcCol="38100" rtlCol="0" anchor="ctr">
            <a:noAutofit/>
          </a:bodyPr>
          <a:lstStyle/>
          <a:p>
            <a:pPr marL="0" marR="0" lvl="0" indent="0" algn="ctr" defTabSz="914400" eaLnBrk="1" fontAlgn="auto" latinLnBrk="0" hangingPunct="0">
              <a:lnSpc>
                <a:spcPct val="100000"/>
              </a:lnSpc>
              <a:spcBef>
                <a:spcPts val="0"/>
              </a:spcBef>
              <a:spcAft>
                <a:spcPts val="0"/>
              </a:spcAft>
              <a:buClrTx/>
              <a:buSzTx/>
              <a:buFontTx/>
              <a:buNone/>
              <a:tabLst/>
              <a:defRPr/>
            </a:pPr>
            <a:r>
              <a:rPr lang="en-GB" sz="1500" kern="0" dirty="0">
                <a:solidFill>
                  <a:srgbClr val="E75353">
                    <a:lumMod val="50000"/>
                  </a:srgbClr>
                </a:solidFill>
                <a:latin typeface="Santander Text" panose="020B0504020201020104" pitchFamily="34" charset="77"/>
                <a:ea typeface="Arial"/>
                <a:cs typeface="Arial"/>
                <a:sym typeface="Arial"/>
              </a:rPr>
              <a:t>PaaS </a:t>
            </a:r>
            <a:r>
              <a:rPr lang="en-GB" sz="1500" kern="0" dirty="0" err="1">
                <a:solidFill>
                  <a:srgbClr val="E75353">
                    <a:lumMod val="50000"/>
                  </a:srgbClr>
                </a:solidFill>
                <a:latin typeface="Santander Text" panose="020B0504020201020104" pitchFamily="34" charset="77"/>
                <a:ea typeface="Arial"/>
                <a:cs typeface="Arial"/>
                <a:sym typeface="Arial"/>
              </a:rPr>
              <a:t>Hagase</a:t>
            </a:r>
            <a:r>
              <a:rPr lang="en-GB" sz="1500" kern="0" dirty="0">
                <a:solidFill>
                  <a:srgbClr val="E75353">
                    <a:lumMod val="50000"/>
                  </a:srgbClr>
                </a:solidFill>
                <a:latin typeface="Santander Text" panose="020B0504020201020104" pitchFamily="34" charset="77"/>
                <a:ea typeface="Arial"/>
                <a:cs typeface="Arial"/>
                <a:sym typeface="Arial"/>
              </a:rPr>
              <a:t> Cliente</a:t>
            </a:r>
            <a:endParaRPr kumimoji="0" lang="en-GB" sz="1500" b="0" i="0" u="none" strike="noStrike" kern="0" cap="none" spc="0" normalizeH="0" baseline="0" noProof="0" dirty="0">
              <a:ln>
                <a:noFill/>
              </a:ln>
              <a:solidFill>
                <a:srgbClr val="E75353">
                  <a:lumMod val="50000"/>
                </a:srgbClr>
              </a:solidFill>
              <a:effectLst/>
              <a:uLnTx/>
              <a:uFillTx/>
              <a:latin typeface="Santander Text" panose="020B0504020201020104" pitchFamily="34" charset="77"/>
              <a:ea typeface="Arial"/>
              <a:cs typeface="Arial"/>
              <a:sym typeface="Arial"/>
            </a:endParaRPr>
          </a:p>
        </p:txBody>
      </p:sp>
      <p:sp>
        <p:nvSpPr>
          <p:cNvPr id="10" name="Rounded Rectangle 29">
            <a:extLst>
              <a:ext uri="{FF2B5EF4-FFF2-40B4-BE49-F238E27FC236}">
                <a16:creationId xmlns:a16="http://schemas.microsoft.com/office/drawing/2014/main" id="{6F5F14A8-EFC5-4F3A-9810-29D5D3FAAA0B}"/>
              </a:ext>
            </a:extLst>
          </p:cNvPr>
          <p:cNvSpPr/>
          <p:nvPr/>
        </p:nvSpPr>
        <p:spPr>
          <a:xfrm>
            <a:off x="3241804" y="1323778"/>
            <a:ext cx="5161967" cy="2070689"/>
          </a:xfrm>
          <a:prstGeom prst="roundRect">
            <a:avLst>
              <a:gd name="adj" fmla="val 7308"/>
            </a:avLst>
          </a:prstGeom>
          <a:noFill/>
          <a:ln w="3175" cap="flat">
            <a:solidFill>
              <a:srgbClr val="E75353">
                <a:lumMod val="50000"/>
              </a:srgbClr>
            </a:solidFill>
            <a:prstDash val="dash"/>
            <a:round/>
          </a:ln>
          <a:effectLst/>
          <a:sp3d/>
        </p:spPr>
        <p:txBody>
          <a:bodyPr rot="0" spcFirstLastPara="1" vertOverflow="overflow" horzOverflow="overflow" vert="horz" wrap="square" lIns="50400" tIns="48874" rIns="48874" bIns="48874" numCol="1" spcCol="38100" rtlCol="0" anchor="ctr">
            <a:noAutofit/>
          </a:bodyPr>
          <a:lstStyle/>
          <a:p>
            <a:pPr marL="0" marR="0" lvl="0" indent="0" algn="ctr" defTabSz="914400" eaLnBrk="1" fontAlgn="auto" latinLnBrk="0" hangingPunct="0">
              <a:lnSpc>
                <a:spcPct val="100000"/>
              </a:lnSpc>
              <a:spcBef>
                <a:spcPts val="500"/>
              </a:spcBef>
              <a:spcAft>
                <a:spcPts val="0"/>
              </a:spcAft>
              <a:buClrTx/>
              <a:buSzTx/>
              <a:buFontTx/>
              <a:buNone/>
              <a:tabLst/>
              <a:defRPr/>
            </a:pPr>
            <a:endParaRPr kumimoji="0" lang="en-GB" sz="1400" b="0" i="0" u="none" strike="noStrike" kern="0" cap="none" spc="0" normalizeH="0" baseline="0" noProof="0" dirty="0">
              <a:ln>
                <a:noFill/>
              </a:ln>
              <a:solidFill>
                <a:srgbClr val="E75353">
                  <a:lumMod val="50000"/>
                </a:srgbClr>
              </a:solidFill>
              <a:effectLst/>
              <a:uLnTx/>
              <a:uFillTx/>
              <a:latin typeface="Arial"/>
              <a:ea typeface="Arial"/>
              <a:cs typeface="Arial"/>
              <a:sym typeface="Arial"/>
            </a:endParaRPr>
          </a:p>
        </p:txBody>
      </p:sp>
      <p:sp>
        <p:nvSpPr>
          <p:cNvPr id="11" name="TextBox 35">
            <a:extLst>
              <a:ext uri="{FF2B5EF4-FFF2-40B4-BE49-F238E27FC236}">
                <a16:creationId xmlns:a16="http://schemas.microsoft.com/office/drawing/2014/main" id="{1C839B1D-26A7-403B-970F-E0625143749C}"/>
              </a:ext>
            </a:extLst>
          </p:cNvPr>
          <p:cNvSpPr txBox="1"/>
          <p:nvPr/>
        </p:nvSpPr>
        <p:spPr>
          <a:xfrm>
            <a:off x="4296900" y="3720553"/>
            <a:ext cx="3401477" cy="1692771"/>
          </a:xfrm>
          <a:prstGeom prst="rect">
            <a:avLst/>
          </a:prstGeom>
          <a:noFill/>
        </p:spPr>
        <p:txBody>
          <a:bodyPr wrap="square" rtlCol="0">
            <a:spAutoFit/>
          </a:bodyPr>
          <a:lstStyle/>
          <a:p>
            <a:pPr marL="228600" lvl="0" indent="-228600" hangingPunct="0">
              <a:spcBef>
                <a:spcPts val="600"/>
              </a:spcBef>
              <a:spcAft>
                <a:spcPts val="600"/>
              </a:spcAft>
              <a:buClr>
                <a:srgbClr val="E75353">
                  <a:lumMod val="50000"/>
                </a:srgbClr>
              </a:buClr>
              <a:buFont typeface="+mj-lt"/>
              <a:buAutoNum type="arabicParenR" startAt="2"/>
              <a:defRPr/>
            </a:pPr>
            <a:r>
              <a:rPr lang="es-ES" sz="1300" kern="0" dirty="0">
                <a:solidFill>
                  <a:srgbClr val="000000">
                    <a:lumMod val="65000"/>
                    <a:lumOff val="35000"/>
                  </a:srgbClr>
                </a:solidFill>
                <a:latin typeface="Santander Text" panose="020B0504020201020104" pitchFamily="34" charset="77"/>
                <a:ea typeface="Verdana" panose="020B0604030504040204" pitchFamily="34" charset="0"/>
                <a:cs typeface="Verdana" panose="020B0604030504040204" pitchFamily="34" charset="0"/>
                <a:sym typeface="Arial"/>
              </a:rPr>
              <a:t>Para cubrir la funcionalidad de la aplicación, se expondrá un </a:t>
            </a:r>
            <a:r>
              <a:rPr lang="es-ES" sz="1300" kern="0" dirty="0" err="1">
                <a:solidFill>
                  <a:srgbClr val="000000">
                    <a:lumMod val="65000"/>
                    <a:lumOff val="35000"/>
                  </a:srgbClr>
                </a:solidFill>
                <a:latin typeface="Santander Text" panose="020B0504020201020104" pitchFamily="34" charset="77"/>
                <a:ea typeface="Verdana" panose="020B0604030504040204" pitchFamily="34" charset="0"/>
                <a:cs typeface="Verdana" panose="020B0604030504040204" pitchFamily="34" charset="0"/>
                <a:sym typeface="Arial"/>
              </a:rPr>
              <a:t>gateway</a:t>
            </a:r>
            <a:r>
              <a:rPr lang="es-ES" sz="1300" kern="0" dirty="0">
                <a:solidFill>
                  <a:srgbClr val="000000">
                    <a:lumMod val="65000"/>
                    <a:lumOff val="35000"/>
                  </a:srgbClr>
                </a:solidFill>
                <a:latin typeface="Santander Text" panose="020B0504020201020104" pitchFamily="34" charset="77"/>
                <a:ea typeface="Verdana" panose="020B0604030504040204" pitchFamily="34" charset="0"/>
                <a:cs typeface="Verdana" panose="020B0604030504040204" pitchFamily="34" charset="0"/>
                <a:sym typeface="Arial"/>
              </a:rPr>
              <a:t> web en PaaS que cubrirá todos los servicios utilizados desde la aplicación. Estos servicios pueden estar en los microservicios de la aplicación o en la puerta de enlace web de otras aplicaciones.</a:t>
            </a:r>
            <a:endParaRPr kumimoji="0" lang="en-GB" sz="1300" b="0" i="0" u="none" strike="noStrike" kern="0" cap="none" spc="0" normalizeH="0" baseline="0" noProof="0" dirty="0">
              <a:ln>
                <a:noFill/>
              </a:ln>
              <a:solidFill>
                <a:srgbClr val="000000">
                  <a:lumMod val="65000"/>
                  <a:lumOff val="35000"/>
                </a:srgbClr>
              </a:solidFill>
              <a:effectLst/>
              <a:uLnTx/>
              <a:uFillTx/>
              <a:latin typeface="Santander Text" panose="020B0504020201020104" pitchFamily="34" charset="77"/>
              <a:ea typeface="Verdana" panose="020B0604030504040204" pitchFamily="34" charset="0"/>
              <a:cs typeface="Verdana" panose="020B0604030504040204" pitchFamily="34" charset="0"/>
              <a:sym typeface="Arial"/>
            </a:endParaRPr>
          </a:p>
        </p:txBody>
      </p:sp>
      <p:sp>
        <p:nvSpPr>
          <p:cNvPr id="12" name="TextBox 53">
            <a:extLst>
              <a:ext uri="{FF2B5EF4-FFF2-40B4-BE49-F238E27FC236}">
                <a16:creationId xmlns:a16="http://schemas.microsoft.com/office/drawing/2014/main" id="{052E2E29-51E8-4F67-8428-67C151D28E88}"/>
              </a:ext>
            </a:extLst>
          </p:cNvPr>
          <p:cNvSpPr txBox="1"/>
          <p:nvPr/>
        </p:nvSpPr>
        <p:spPr>
          <a:xfrm>
            <a:off x="7957716" y="3436316"/>
            <a:ext cx="4234284" cy="2492990"/>
          </a:xfrm>
          <a:prstGeom prst="rect">
            <a:avLst/>
          </a:prstGeom>
          <a:noFill/>
        </p:spPr>
        <p:txBody>
          <a:bodyPr wrap="square" rtlCol="0">
            <a:spAutoFit/>
          </a:bodyPr>
          <a:lstStyle/>
          <a:p>
            <a:pPr marL="228600" lvl="0" indent="-228600" hangingPunct="0">
              <a:spcBef>
                <a:spcPts val="600"/>
              </a:spcBef>
              <a:spcAft>
                <a:spcPts val="600"/>
              </a:spcAft>
              <a:buClr>
                <a:srgbClr val="E75353">
                  <a:lumMod val="50000"/>
                </a:srgbClr>
              </a:buClr>
              <a:buFont typeface="+mj-lt"/>
              <a:buAutoNum type="arabicParenR" startAt="3"/>
              <a:defRPr/>
            </a:pPr>
            <a:r>
              <a:rPr lang="es-ES" sz="1300" kern="0" dirty="0">
                <a:solidFill>
                  <a:srgbClr val="000000">
                    <a:lumMod val="65000"/>
                    <a:lumOff val="35000"/>
                  </a:srgbClr>
                </a:solidFill>
                <a:latin typeface="Santander Text" panose="020B0504020201020104" pitchFamily="34" charset="77"/>
                <a:ea typeface="Verdana" panose="020B0604030504040204" pitchFamily="34" charset="0"/>
                <a:cs typeface="Verdana" panose="020B0604030504040204" pitchFamily="34" charset="0"/>
                <a:sym typeface="Arial"/>
              </a:rPr>
              <a:t>La aplicación se comunicará con otras aplicaciones como BDP (para consulta, registro, modificación o cancelación de nuevas personas), PCAS (para registro de tarjeta), envío de SMS, envío de correos electrónicos, LDAP (por seguridad por aplicación de token de usuario y usuario registrado en el aplicación, Hipoteca Digital (informar al cliente y registro de cuenta), ADN360 (para consultar las cuentas de un cliente), banca electrónica (para consulta, registro y cancelación de </a:t>
            </a:r>
            <a:r>
              <a:rPr lang="es-ES" sz="1300" kern="0" dirty="0" err="1">
                <a:solidFill>
                  <a:srgbClr val="000000">
                    <a:lumMod val="65000"/>
                    <a:lumOff val="35000"/>
                  </a:srgbClr>
                </a:solidFill>
                <a:latin typeface="Santander Text" panose="020B0504020201020104" pitchFamily="34" charset="77"/>
                <a:ea typeface="Verdana" panose="020B0604030504040204" pitchFamily="34" charset="0"/>
                <a:cs typeface="Verdana" panose="020B0604030504040204" pitchFamily="34" charset="0"/>
                <a:sym typeface="Arial"/>
              </a:rPr>
              <a:t>cmc</a:t>
            </a:r>
            <a:r>
              <a:rPr lang="es-ES" sz="1300" kern="0" dirty="0">
                <a:solidFill>
                  <a:srgbClr val="000000">
                    <a:lumMod val="65000"/>
                    <a:lumOff val="35000"/>
                  </a:srgbClr>
                </a:solidFill>
                <a:latin typeface="Santander Text" panose="020B0504020201020104" pitchFamily="34" charset="77"/>
                <a:ea typeface="Verdana" panose="020B0604030504040204" pitchFamily="34" charset="0"/>
                <a:cs typeface="Verdana" panose="020B0604030504040204" pitchFamily="34" charset="0"/>
                <a:sym typeface="Arial"/>
              </a:rPr>
              <a:t>) .Se comunicará vía internet con un servicio expuesto por la empresa Confirma y con el servicio de localización de oficinas.</a:t>
            </a:r>
            <a:endParaRPr kumimoji="0" lang="en-GB" sz="1300" b="0" i="0" u="none" strike="noStrike" kern="0" cap="none" spc="0" normalizeH="0" baseline="0" noProof="0" dirty="0">
              <a:ln>
                <a:noFill/>
              </a:ln>
              <a:solidFill>
                <a:srgbClr val="000000">
                  <a:lumMod val="65000"/>
                  <a:lumOff val="35000"/>
                </a:srgbClr>
              </a:solidFill>
              <a:effectLst/>
              <a:uLnTx/>
              <a:uFillTx/>
              <a:latin typeface="Santander Text" panose="020B0504020201020104" pitchFamily="34" charset="77"/>
              <a:ea typeface="Verdana" panose="020B0604030504040204" pitchFamily="34" charset="0"/>
              <a:cs typeface="Verdana" panose="020B0604030504040204" pitchFamily="34" charset="0"/>
              <a:sym typeface="Arial"/>
            </a:endParaRPr>
          </a:p>
        </p:txBody>
      </p:sp>
      <p:cxnSp>
        <p:nvCxnSpPr>
          <p:cNvPr id="13" name="Straight Arrow Connector 32">
            <a:extLst>
              <a:ext uri="{FF2B5EF4-FFF2-40B4-BE49-F238E27FC236}">
                <a16:creationId xmlns:a16="http://schemas.microsoft.com/office/drawing/2014/main" id="{A6DC220E-D4A4-4ACB-94AB-7C9D3112E4F3}"/>
              </a:ext>
            </a:extLst>
          </p:cNvPr>
          <p:cNvCxnSpPr>
            <a:cxnSpLocks/>
            <a:stCxn id="9" idx="3"/>
          </p:cNvCxnSpPr>
          <p:nvPr/>
        </p:nvCxnSpPr>
        <p:spPr>
          <a:xfrm flipV="1">
            <a:off x="5734998" y="2243517"/>
            <a:ext cx="3346451" cy="9053"/>
          </a:xfrm>
          <a:prstGeom prst="straightConnector1">
            <a:avLst/>
          </a:prstGeom>
          <a:noFill/>
          <a:ln w="25400" cap="flat">
            <a:solidFill>
              <a:srgbClr val="E75353">
                <a:lumMod val="50000"/>
              </a:srgbClr>
            </a:solidFill>
            <a:prstDash val="solid"/>
            <a:round/>
            <a:tailEnd type="triangle"/>
          </a:ln>
          <a:effectLst/>
          <a:sp3d/>
        </p:spPr>
      </p:cxnSp>
      <p:cxnSp>
        <p:nvCxnSpPr>
          <p:cNvPr id="15" name="Straight Arrow Connector 32">
            <a:extLst>
              <a:ext uri="{FF2B5EF4-FFF2-40B4-BE49-F238E27FC236}">
                <a16:creationId xmlns:a16="http://schemas.microsoft.com/office/drawing/2014/main" id="{25DCE63E-B285-4FD4-B93C-1AF86E4B9973}"/>
              </a:ext>
            </a:extLst>
          </p:cNvPr>
          <p:cNvCxnSpPr>
            <a:cxnSpLocks/>
            <a:endCxn id="9" idx="1"/>
          </p:cNvCxnSpPr>
          <p:nvPr/>
        </p:nvCxnSpPr>
        <p:spPr>
          <a:xfrm>
            <a:off x="2256423" y="2252570"/>
            <a:ext cx="1680771" cy="0"/>
          </a:xfrm>
          <a:prstGeom prst="straightConnector1">
            <a:avLst/>
          </a:prstGeom>
          <a:noFill/>
          <a:ln w="25400" cap="flat">
            <a:solidFill>
              <a:srgbClr val="E75353">
                <a:lumMod val="50000"/>
              </a:srgbClr>
            </a:solidFill>
            <a:prstDash val="solid"/>
            <a:round/>
            <a:tailEnd type="triangle"/>
          </a:ln>
          <a:effectLst/>
          <a:sp3d/>
        </p:spPr>
      </p:cxnSp>
      <p:sp>
        <p:nvSpPr>
          <p:cNvPr id="16" name="Rectángulo 15">
            <a:extLst>
              <a:ext uri="{FF2B5EF4-FFF2-40B4-BE49-F238E27FC236}">
                <a16:creationId xmlns:a16="http://schemas.microsoft.com/office/drawing/2014/main" id="{EC272A85-CCAA-4F77-854A-21562C2EEDAA}"/>
              </a:ext>
            </a:extLst>
          </p:cNvPr>
          <p:cNvSpPr/>
          <p:nvPr/>
        </p:nvSpPr>
        <p:spPr>
          <a:xfrm>
            <a:off x="754638" y="1651545"/>
            <a:ext cx="1523584" cy="1057051"/>
          </a:xfrm>
          <a:prstGeom prst="rect">
            <a:avLst/>
          </a:pr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Rectángulo 18">
            <a:extLst>
              <a:ext uri="{FF2B5EF4-FFF2-40B4-BE49-F238E27FC236}">
                <a16:creationId xmlns:a16="http://schemas.microsoft.com/office/drawing/2014/main" id="{3E39286E-AC70-439F-9B72-70F118947387}"/>
              </a:ext>
            </a:extLst>
          </p:cNvPr>
          <p:cNvSpPr/>
          <p:nvPr/>
        </p:nvSpPr>
        <p:spPr>
          <a:xfrm>
            <a:off x="601122" y="2769194"/>
            <a:ext cx="1691489" cy="369332"/>
          </a:xfrm>
          <a:prstGeom prst="rect">
            <a:avLst/>
          </a:prstGeom>
        </p:spPr>
        <p:txBody>
          <a:bodyPr wrap="none">
            <a:spAutoFit/>
          </a:bodyPr>
          <a:lstStyle/>
          <a:p>
            <a:r>
              <a:rPr lang="it-IT" kern="0" dirty="0">
                <a:solidFill>
                  <a:srgbClr val="000000">
                    <a:lumMod val="65000"/>
                    <a:lumOff val="35000"/>
                  </a:srgbClr>
                </a:solidFill>
                <a:latin typeface="Santander Text" panose="020B0504020201020104" pitchFamily="34" charset="77"/>
                <a:ea typeface="Verdana" panose="020B0604030504040204" pitchFamily="34" charset="0"/>
                <a:cs typeface="Verdana" panose="020B0604030504040204" pitchFamily="34" charset="0"/>
                <a:sym typeface="Arial"/>
              </a:rPr>
              <a:t>Backoffice User</a:t>
            </a:r>
            <a:endParaRPr lang="es-ES" dirty="0"/>
          </a:p>
        </p:txBody>
      </p:sp>
      <p:sp>
        <p:nvSpPr>
          <p:cNvPr id="21" name="CuadroTexto 20">
            <a:extLst>
              <a:ext uri="{FF2B5EF4-FFF2-40B4-BE49-F238E27FC236}">
                <a16:creationId xmlns:a16="http://schemas.microsoft.com/office/drawing/2014/main" id="{D39E14F5-BDEC-4E49-B7A4-7CA6212BB7EA}"/>
              </a:ext>
            </a:extLst>
          </p:cNvPr>
          <p:cNvSpPr txBox="1"/>
          <p:nvPr/>
        </p:nvSpPr>
        <p:spPr>
          <a:xfrm>
            <a:off x="9710982" y="221991"/>
            <a:ext cx="1083951" cy="323165"/>
          </a:xfrm>
          <a:prstGeom prst="rect">
            <a:avLst/>
          </a:prstGeom>
          <a:noFill/>
        </p:spPr>
        <p:txBody>
          <a:bodyPr wrap="none" rtlCol="0">
            <a:spAutoFit/>
          </a:bodyPr>
          <a:lstStyle/>
          <a:p>
            <a:r>
              <a:rPr lang="en-GB" sz="1500" kern="0" dirty="0">
                <a:solidFill>
                  <a:srgbClr val="E75353">
                    <a:lumMod val="50000"/>
                  </a:srgbClr>
                </a:solidFill>
                <a:latin typeface="Santander Text" panose="020B0504020201020104" pitchFamily="34" charset="77"/>
                <a:cs typeface="Arial"/>
              </a:rPr>
              <a:t>OnPremise</a:t>
            </a:r>
          </a:p>
        </p:txBody>
      </p:sp>
      <p:grpSp>
        <p:nvGrpSpPr>
          <p:cNvPr id="22" name="Grupo 21">
            <a:extLst>
              <a:ext uri="{FF2B5EF4-FFF2-40B4-BE49-F238E27FC236}">
                <a16:creationId xmlns:a16="http://schemas.microsoft.com/office/drawing/2014/main" id="{B13CBF2A-734D-4C74-8AAA-85CB4FD5D7D4}"/>
              </a:ext>
            </a:extLst>
          </p:cNvPr>
          <p:cNvGrpSpPr/>
          <p:nvPr/>
        </p:nvGrpSpPr>
        <p:grpSpPr>
          <a:xfrm>
            <a:off x="1025317" y="1892551"/>
            <a:ext cx="526776" cy="531504"/>
            <a:chOff x="462817" y="1815774"/>
            <a:chExt cx="804892" cy="727689"/>
          </a:xfrm>
        </p:grpSpPr>
        <p:pic>
          <p:nvPicPr>
            <p:cNvPr id="23" name="Picture 84">
              <a:extLst>
                <a:ext uri="{FF2B5EF4-FFF2-40B4-BE49-F238E27FC236}">
                  <a16:creationId xmlns:a16="http://schemas.microsoft.com/office/drawing/2014/main" id="{DB2DD9DD-2BE6-475C-92E7-1F09492804B7}"/>
                </a:ext>
              </a:extLst>
            </p:cNvPr>
            <p:cNvPicPr>
              <a:picLocks noChangeAspect="1"/>
            </p:cNvPicPr>
            <p:nvPr/>
          </p:nvPicPr>
          <p:blipFill>
            <a:blip r:embed="rId3"/>
            <a:stretch>
              <a:fillRect/>
            </a:stretch>
          </p:blipFill>
          <p:spPr>
            <a:xfrm>
              <a:off x="462817" y="1815774"/>
              <a:ext cx="804892" cy="727689"/>
            </a:xfrm>
            <a:prstGeom prst="rect">
              <a:avLst/>
            </a:prstGeom>
          </p:spPr>
        </p:pic>
        <p:pic>
          <p:nvPicPr>
            <p:cNvPr id="24" name="Imagen 23">
              <a:extLst>
                <a:ext uri="{FF2B5EF4-FFF2-40B4-BE49-F238E27FC236}">
                  <a16:creationId xmlns:a16="http://schemas.microsoft.com/office/drawing/2014/main" id="{45905B7F-165D-4A1A-848D-12B8A175C39E}"/>
                </a:ext>
              </a:extLst>
            </p:cNvPr>
            <p:cNvPicPr>
              <a:picLocks noChangeAspect="1"/>
            </p:cNvPicPr>
            <p:nvPr/>
          </p:nvPicPr>
          <p:blipFill>
            <a:blip r:embed="rId4"/>
            <a:stretch>
              <a:fillRect/>
            </a:stretch>
          </p:blipFill>
          <p:spPr>
            <a:xfrm>
              <a:off x="749699" y="1995541"/>
              <a:ext cx="257114" cy="252603"/>
            </a:xfrm>
            <a:prstGeom prst="rect">
              <a:avLst/>
            </a:prstGeom>
          </p:spPr>
        </p:pic>
      </p:grpSp>
      <p:pic>
        <p:nvPicPr>
          <p:cNvPr id="25" name="Imagen 24">
            <a:extLst>
              <a:ext uri="{FF2B5EF4-FFF2-40B4-BE49-F238E27FC236}">
                <a16:creationId xmlns:a16="http://schemas.microsoft.com/office/drawing/2014/main" id="{DD64C2EF-362B-4FF7-A8AA-A089893533E6}"/>
              </a:ext>
            </a:extLst>
          </p:cNvPr>
          <p:cNvPicPr>
            <a:picLocks noChangeAspect="1"/>
          </p:cNvPicPr>
          <p:nvPr/>
        </p:nvPicPr>
        <p:blipFill>
          <a:blip r:embed="rId5"/>
          <a:stretch>
            <a:fillRect/>
          </a:stretch>
        </p:blipFill>
        <p:spPr>
          <a:xfrm>
            <a:off x="1171840" y="1980550"/>
            <a:ext cx="233731" cy="236000"/>
          </a:xfrm>
          <a:prstGeom prst="rect">
            <a:avLst/>
          </a:prstGeom>
        </p:spPr>
      </p:pic>
      <p:sp>
        <p:nvSpPr>
          <p:cNvPr id="26" name="CuadroTexto 25">
            <a:extLst>
              <a:ext uri="{FF2B5EF4-FFF2-40B4-BE49-F238E27FC236}">
                <a16:creationId xmlns:a16="http://schemas.microsoft.com/office/drawing/2014/main" id="{1A20E16F-BFB1-44BD-95AD-321BB51CBA33}"/>
              </a:ext>
            </a:extLst>
          </p:cNvPr>
          <p:cNvSpPr txBox="1"/>
          <p:nvPr/>
        </p:nvSpPr>
        <p:spPr>
          <a:xfrm>
            <a:off x="5158947" y="973589"/>
            <a:ext cx="987771" cy="323165"/>
          </a:xfrm>
          <a:prstGeom prst="rect">
            <a:avLst/>
          </a:prstGeom>
          <a:noFill/>
        </p:spPr>
        <p:txBody>
          <a:bodyPr wrap="none" rtlCol="0">
            <a:spAutoFit/>
          </a:bodyPr>
          <a:lstStyle/>
          <a:p>
            <a:r>
              <a:rPr lang="en-GB" sz="1500" kern="0" dirty="0">
                <a:solidFill>
                  <a:srgbClr val="E75353">
                    <a:lumMod val="50000"/>
                  </a:srgbClr>
                </a:solidFill>
                <a:latin typeface="Santander Text" panose="020B0504020201020104" pitchFamily="34" charset="77"/>
                <a:cs typeface="Arial"/>
              </a:rPr>
              <a:t>PaaS OHE</a:t>
            </a:r>
          </a:p>
        </p:txBody>
      </p:sp>
      <p:cxnSp>
        <p:nvCxnSpPr>
          <p:cNvPr id="27" name="Straight Arrow Connector 32">
            <a:extLst>
              <a:ext uri="{FF2B5EF4-FFF2-40B4-BE49-F238E27FC236}">
                <a16:creationId xmlns:a16="http://schemas.microsoft.com/office/drawing/2014/main" id="{5258E9DF-BE83-4E19-904B-0A0DD763DAF2}"/>
              </a:ext>
            </a:extLst>
          </p:cNvPr>
          <p:cNvCxnSpPr>
            <a:cxnSpLocks/>
            <a:endCxn id="28" idx="1"/>
          </p:cNvCxnSpPr>
          <p:nvPr/>
        </p:nvCxnSpPr>
        <p:spPr>
          <a:xfrm flipV="1">
            <a:off x="5734997" y="1011247"/>
            <a:ext cx="3499645" cy="953306"/>
          </a:xfrm>
          <a:prstGeom prst="straightConnector1">
            <a:avLst/>
          </a:prstGeom>
          <a:noFill/>
          <a:ln w="25400" cap="flat">
            <a:solidFill>
              <a:srgbClr val="E75353">
                <a:lumMod val="50000"/>
              </a:srgbClr>
            </a:solidFill>
            <a:prstDash val="solid"/>
            <a:round/>
            <a:tailEnd type="triangle"/>
          </a:ln>
          <a:effectLst/>
          <a:sp3d/>
        </p:spPr>
      </p:cxnSp>
      <p:sp>
        <p:nvSpPr>
          <p:cNvPr id="28" name="Rounded Rectangle 11">
            <a:extLst>
              <a:ext uri="{FF2B5EF4-FFF2-40B4-BE49-F238E27FC236}">
                <a16:creationId xmlns:a16="http://schemas.microsoft.com/office/drawing/2014/main" id="{F78BB2D8-A886-48EE-B822-FBF6295B6041}"/>
              </a:ext>
            </a:extLst>
          </p:cNvPr>
          <p:cNvSpPr/>
          <p:nvPr/>
        </p:nvSpPr>
        <p:spPr>
          <a:xfrm>
            <a:off x="9234642" y="651247"/>
            <a:ext cx="2340000" cy="720000"/>
          </a:xfrm>
          <a:prstGeom prst="roundRect">
            <a:avLst/>
          </a:prstGeom>
          <a:solidFill>
            <a:srgbClr val="8F8F8F">
              <a:lumOff val="44000"/>
            </a:srgbClr>
          </a:solidFill>
          <a:ln w="25400" cap="flat">
            <a:solidFill>
              <a:srgbClr val="E75353">
                <a:lumMod val="50000"/>
              </a:srgbClr>
            </a:solidFill>
            <a:prstDash val="solid"/>
            <a:round/>
          </a:ln>
          <a:effectLst/>
          <a:sp3d/>
        </p:spPr>
        <p:txBody>
          <a:bodyPr rot="0" spcFirstLastPara="1" vertOverflow="overflow" horzOverflow="overflow" vert="horz" wrap="square" lIns="50400" tIns="48874" rIns="48874" bIns="48874" numCol="1" spcCol="38100" rtlCol="0" anchor="ctr">
            <a:noAutofit/>
          </a:bodyPr>
          <a:lstStyle/>
          <a:p>
            <a:pPr marL="0" marR="0" lvl="0" indent="0" algn="ctr" defTabSz="914400" eaLnBrk="1" fontAlgn="auto" latinLnBrk="0" hangingPunct="0">
              <a:lnSpc>
                <a:spcPct val="100000"/>
              </a:lnSpc>
              <a:spcBef>
                <a:spcPts val="0"/>
              </a:spcBef>
              <a:spcAft>
                <a:spcPts val="0"/>
              </a:spcAft>
              <a:buClrTx/>
              <a:buSzTx/>
              <a:buFontTx/>
              <a:buNone/>
              <a:tabLst/>
              <a:defRPr/>
            </a:pPr>
            <a:r>
              <a:rPr kumimoji="0" lang="en-GB" sz="1100" b="0" i="0" u="none" strike="noStrike" kern="0" cap="none" spc="0" normalizeH="0" baseline="0" noProof="0" dirty="0" err="1">
                <a:ln>
                  <a:noFill/>
                </a:ln>
                <a:solidFill>
                  <a:srgbClr val="E75353">
                    <a:lumMod val="50000"/>
                  </a:srgbClr>
                </a:solidFill>
                <a:effectLst/>
                <a:uLnTx/>
                <a:uFillTx/>
                <a:latin typeface="Santander Text" panose="020B0504020201020104" pitchFamily="34" charset="77"/>
                <a:ea typeface="Arial"/>
                <a:cs typeface="Arial"/>
                <a:sym typeface="Arial"/>
              </a:rPr>
              <a:t>Estructurales</a:t>
            </a:r>
            <a:r>
              <a:rPr kumimoji="0" lang="en-GB" sz="1100" b="0" i="0" u="none" strike="noStrike" kern="0" cap="none" spc="0" normalizeH="0" baseline="0" noProof="0" dirty="0">
                <a:ln>
                  <a:noFill/>
                </a:ln>
                <a:solidFill>
                  <a:srgbClr val="E75353">
                    <a:lumMod val="50000"/>
                  </a:srgbClr>
                </a:solidFill>
                <a:effectLst/>
                <a:uLnTx/>
                <a:uFillTx/>
                <a:latin typeface="Santander Text" panose="020B0504020201020104" pitchFamily="34" charset="77"/>
                <a:ea typeface="Arial"/>
                <a:cs typeface="Arial"/>
                <a:sym typeface="Arial"/>
              </a:rPr>
              <a:t> (BDP / PCAS / SMS / emails / LDAP / </a:t>
            </a:r>
            <a:r>
              <a:rPr kumimoji="0" lang="en-GB" sz="1100" b="0" i="0" u="none" strike="noStrike" kern="0" cap="none" spc="0" normalizeH="0" baseline="0" noProof="0" dirty="0" err="1">
                <a:ln>
                  <a:noFill/>
                </a:ln>
                <a:solidFill>
                  <a:srgbClr val="E75353">
                    <a:lumMod val="50000"/>
                  </a:srgbClr>
                </a:solidFill>
                <a:effectLst/>
                <a:uLnTx/>
                <a:uFillTx/>
                <a:latin typeface="Santander Text" panose="020B0504020201020104" pitchFamily="34" charset="77"/>
                <a:ea typeface="Arial"/>
                <a:cs typeface="Arial"/>
                <a:sym typeface="Arial"/>
              </a:rPr>
              <a:t>Hipoteca</a:t>
            </a:r>
            <a:r>
              <a:rPr kumimoji="0" lang="en-GB" sz="1100" b="0" i="0" u="none" strike="noStrike" kern="0" cap="none" spc="0" normalizeH="0" baseline="0" noProof="0" dirty="0">
                <a:ln>
                  <a:noFill/>
                </a:ln>
                <a:solidFill>
                  <a:srgbClr val="E75353">
                    <a:lumMod val="50000"/>
                  </a:srgbClr>
                </a:solidFill>
                <a:effectLst/>
                <a:uLnTx/>
                <a:uFillTx/>
                <a:latin typeface="Santander Text" panose="020B0504020201020104" pitchFamily="34" charset="77"/>
                <a:ea typeface="Arial"/>
                <a:cs typeface="Arial"/>
                <a:sym typeface="Arial"/>
              </a:rPr>
              <a:t> Digital / ADN360 /  Banca electronica </a:t>
            </a:r>
          </a:p>
        </p:txBody>
      </p:sp>
      <p:sp>
        <p:nvSpPr>
          <p:cNvPr id="29" name="Rounded Rectangle 11">
            <a:extLst>
              <a:ext uri="{FF2B5EF4-FFF2-40B4-BE49-F238E27FC236}">
                <a16:creationId xmlns:a16="http://schemas.microsoft.com/office/drawing/2014/main" id="{52E6619B-376F-4BF5-90EB-340BFFAA31E9}"/>
              </a:ext>
            </a:extLst>
          </p:cNvPr>
          <p:cNvSpPr/>
          <p:nvPr/>
        </p:nvSpPr>
        <p:spPr>
          <a:xfrm>
            <a:off x="9081449" y="1883517"/>
            <a:ext cx="2340000" cy="720000"/>
          </a:xfrm>
          <a:prstGeom prst="roundRect">
            <a:avLst/>
          </a:prstGeom>
          <a:solidFill>
            <a:srgbClr val="8F8F8F">
              <a:lumOff val="44000"/>
            </a:srgbClr>
          </a:solidFill>
          <a:ln w="25400" cap="flat">
            <a:solidFill>
              <a:srgbClr val="E75353">
                <a:lumMod val="50000"/>
              </a:srgbClr>
            </a:solidFill>
            <a:prstDash val="solid"/>
            <a:round/>
          </a:ln>
          <a:effectLst/>
          <a:sp3d/>
        </p:spPr>
        <p:txBody>
          <a:bodyPr rot="0" spcFirstLastPara="1" vertOverflow="overflow" horzOverflow="overflow" vert="horz" wrap="square" lIns="50400" tIns="48874" rIns="48874" bIns="48874" numCol="1" spcCol="38100" rtlCol="0" anchor="ctr">
            <a:noAutofit/>
          </a:bodyPr>
          <a:lstStyle/>
          <a:p>
            <a:pPr marL="0" marR="0" lvl="0" indent="0" algn="ctr" defTabSz="914400" eaLnBrk="1" fontAlgn="auto" latinLnBrk="0" hangingPunct="0">
              <a:lnSpc>
                <a:spcPct val="100000"/>
              </a:lnSpc>
              <a:spcBef>
                <a:spcPts val="0"/>
              </a:spcBef>
              <a:spcAft>
                <a:spcPts val="0"/>
              </a:spcAft>
              <a:buClrTx/>
              <a:buSzTx/>
              <a:buFontTx/>
              <a:buNone/>
              <a:tabLst/>
              <a:defRPr/>
            </a:pPr>
            <a:r>
              <a:rPr lang="en-GB" sz="1500" kern="0" dirty="0" err="1">
                <a:solidFill>
                  <a:srgbClr val="E75353">
                    <a:lumMod val="50000"/>
                  </a:srgbClr>
                </a:solidFill>
                <a:latin typeface="Santander Text" panose="020B0504020201020104" pitchFamily="34" charset="77"/>
                <a:ea typeface="Arial"/>
                <a:cs typeface="Arial"/>
                <a:sym typeface="Arial"/>
              </a:rPr>
              <a:t>Confirma</a:t>
            </a:r>
            <a:r>
              <a:rPr lang="en-GB" sz="1500" kern="0" dirty="0">
                <a:solidFill>
                  <a:srgbClr val="E75353">
                    <a:lumMod val="50000"/>
                  </a:srgbClr>
                </a:solidFill>
                <a:latin typeface="Santander Text" panose="020B0504020201020104" pitchFamily="34" charset="77"/>
                <a:ea typeface="Arial"/>
                <a:cs typeface="Arial"/>
                <a:sym typeface="Arial"/>
              </a:rPr>
              <a:t> / Servicio </a:t>
            </a:r>
            <a:r>
              <a:rPr lang="en-GB" sz="1500" kern="0" dirty="0" err="1">
                <a:solidFill>
                  <a:srgbClr val="E75353">
                    <a:lumMod val="50000"/>
                  </a:srgbClr>
                </a:solidFill>
                <a:latin typeface="Santander Text" panose="020B0504020201020104" pitchFamily="34" charset="77"/>
                <a:ea typeface="Arial"/>
                <a:cs typeface="Arial"/>
                <a:sym typeface="Arial"/>
              </a:rPr>
              <a:t>localizador</a:t>
            </a:r>
            <a:r>
              <a:rPr lang="en-GB" sz="1500" kern="0" dirty="0">
                <a:solidFill>
                  <a:srgbClr val="E75353">
                    <a:lumMod val="50000"/>
                  </a:srgbClr>
                </a:solidFill>
                <a:latin typeface="Santander Text" panose="020B0504020201020104" pitchFamily="34" charset="77"/>
                <a:ea typeface="Arial"/>
                <a:cs typeface="Arial"/>
                <a:sym typeface="Arial"/>
              </a:rPr>
              <a:t> de </a:t>
            </a:r>
            <a:r>
              <a:rPr lang="en-GB" sz="1500" kern="0" dirty="0" err="1">
                <a:solidFill>
                  <a:srgbClr val="E75353">
                    <a:lumMod val="50000"/>
                  </a:srgbClr>
                </a:solidFill>
                <a:latin typeface="Santander Text" panose="020B0504020201020104" pitchFamily="34" charset="77"/>
                <a:ea typeface="Arial"/>
                <a:cs typeface="Arial"/>
                <a:sym typeface="Arial"/>
              </a:rPr>
              <a:t>oficinas</a:t>
            </a:r>
            <a:endParaRPr kumimoji="0" lang="en-GB" sz="1500" b="0" i="0" u="none" strike="noStrike" kern="0" cap="none" spc="0" normalizeH="0" baseline="0" noProof="0" dirty="0">
              <a:ln>
                <a:noFill/>
              </a:ln>
              <a:solidFill>
                <a:srgbClr val="E75353">
                  <a:lumMod val="50000"/>
                </a:srgbClr>
              </a:solidFill>
              <a:effectLst/>
              <a:uLnTx/>
              <a:uFillTx/>
              <a:latin typeface="Santander Text" panose="020B0504020201020104" pitchFamily="34" charset="77"/>
              <a:ea typeface="Arial"/>
              <a:cs typeface="Arial"/>
              <a:sym typeface="Arial"/>
            </a:endParaRPr>
          </a:p>
        </p:txBody>
      </p:sp>
      <p:sp>
        <p:nvSpPr>
          <p:cNvPr id="30" name="CuadroTexto 29">
            <a:extLst>
              <a:ext uri="{FF2B5EF4-FFF2-40B4-BE49-F238E27FC236}">
                <a16:creationId xmlns:a16="http://schemas.microsoft.com/office/drawing/2014/main" id="{464B298D-C527-41C8-A097-1CCED116DEA3}"/>
              </a:ext>
            </a:extLst>
          </p:cNvPr>
          <p:cNvSpPr txBox="1"/>
          <p:nvPr/>
        </p:nvSpPr>
        <p:spPr>
          <a:xfrm>
            <a:off x="9690317" y="1434282"/>
            <a:ext cx="838691" cy="323165"/>
          </a:xfrm>
          <a:prstGeom prst="rect">
            <a:avLst/>
          </a:prstGeom>
          <a:noFill/>
        </p:spPr>
        <p:txBody>
          <a:bodyPr wrap="none" rtlCol="0">
            <a:spAutoFit/>
          </a:bodyPr>
          <a:lstStyle/>
          <a:p>
            <a:r>
              <a:rPr lang="en-GB" sz="1500" kern="0" dirty="0">
                <a:solidFill>
                  <a:srgbClr val="E75353">
                    <a:lumMod val="50000"/>
                  </a:srgbClr>
                </a:solidFill>
                <a:latin typeface="Santander Text" panose="020B0504020201020104" pitchFamily="34" charset="77"/>
                <a:cs typeface="Arial"/>
              </a:rPr>
              <a:t>Internet</a:t>
            </a:r>
          </a:p>
        </p:txBody>
      </p:sp>
      <p:sp>
        <p:nvSpPr>
          <p:cNvPr id="31" name="CuadroTexto 30">
            <a:extLst>
              <a:ext uri="{FF2B5EF4-FFF2-40B4-BE49-F238E27FC236}">
                <a16:creationId xmlns:a16="http://schemas.microsoft.com/office/drawing/2014/main" id="{CDD2E659-FFEC-4C83-99AB-BB98654E0147}"/>
              </a:ext>
            </a:extLst>
          </p:cNvPr>
          <p:cNvSpPr txBox="1"/>
          <p:nvPr/>
        </p:nvSpPr>
        <p:spPr>
          <a:xfrm>
            <a:off x="1171840" y="1321225"/>
            <a:ext cx="837089" cy="323165"/>
          </a:xfrm>
          <a:prstGeom prst="rect">
            <a:avLst/>
          </a:prstGeom>
          <a:noFill/>
        </p:spPr>
        <p:txBody>
          <a:bodyPr wrap="none" rtlCol="0">
            <a:spAutoFit/>
          </a:bodyPr>
          <a:lstStyle/>
          <a:p>
            <a:r>
              <a:rPr lang="en-GB" sz="1500" kern="0" dirty="0">
                <a:solidFill>
                  <a:srgbClr val="E75353">
                    <a:lumMod val="50000"/>
                  </a:srgbClr>
                </a:solidFill>
                <a:latin typeface="Santander Text" panose="020B0504020201020104" pitchFamily="34" charset="77"/>
                <a:cs typeface="Arial"/>
              </a:rPr>
              <a:t>Intranet</a:t>
            </a:r>
          </a:p>
        </p:txBody>
      </p:sp>
    </p:spTree>
    <p:extLst>
      <p:ext uri="{BB962C8B-B14F-4D97-AF65-F5344CB8AC3E}">
        <p14:creationId xmlns:p14="http://schemas.microsoft.com/office/powerpoint/2010/main" val="26184617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1">
            <a:extLst>
              <a:ext uri="{FF2B5EF4-FFF2-40B4-BE49-F238E27FC236}">
                <a16:creationId xmlns:a16="http://schemas.microsoft.com/office/drawing/2014/main" id="{2CB16042-784F-4E4B-913D-87F8DD5D73DE}"/>
              </a:ext>
            </a:extLst>
          </p:cNvPr>
          <p:cNvSpPr txBox="1">
            <a:spLocks/>
          </p:cNvSpPr>
          <p:nvPr/>
        </p:nvSpPr>
        <p:spPr>
          <a:xfrm>
            <a:off x="556887" y="181527"/>
            <a:ext cx="10833365" cy="3411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Font typeface="Arial" panose="020B0604020202020204" pitchFamily="34" charset="0"/>
              <a:buNone/>
            </a:pPr>
            <a:r>
              <a:rPr lang="es-ES" sz="1400" b="1" dirty="0">
                <a:solidFill>
                  <a:srgbClr val="EB0000"/>
                </a:solidFill>
                <a:ea typeface="Segoe UI" panose="020B0502040204020203" pitchFamily="34" charset="0"/>
                <a:cs typeface="Segoe UI" panose="020B0502040204020203" pitchFamily="34" charset="0"/>
              </a:rPr>
              <a:t>Necesidades y Propuesta de la Solución</a:t>
            </a:r>
          </a:p>
          <a:p>
            <a:pPr marL="0" indent="0">
              <a:spcBef>
                <a:spcPts val="300"/>
              </a:spcBef>
              <a:buFont typeface="Arial" panose="020B0604020202020204" pitchFamily="34" charset="0"/>
              <a:buNone/>
            </a:pPr>
            <a:r>
              <a:rPr lang="es-ES" sz="1800" b="1" dirty="0">
                <a:solidFill>
                  <a:srgbClr val="EB0000"/>
                </a:solidFill>
                <a:ea typeface="Segoe UI" panose="020B0502040204020203" pitchFamily="34" charset="0"/>
                <a:cs typeface="Segoe UI" panose="020B0502040204020203" pitchFamily="34" charset="0"/>
              </a:rPr>
              <a:t>Descripción funcional proceso HC2.0 (1/2)</a:t>
            </a:r>
          </a:p>
        </p:txBody>
      </p:sp>
      <p:sp>
        <p:nvSpPr>
          <p:cNvPr id="87" name="CuadroTexto 86">
            <a:extLst>
              <a:ext uri="{FF2B5EF4-FFF2-40B4-BE49-F238E27FC236}">
                <a16:creationId xmlns:a16="http://schemas.microsoft.com/office/drawing/2014/main" id="{583969E6-27C4-454C-B7F2-41D8BE2D969B}"/>
              </a:ext>
            </a:extLst>
          </p:cNvPr>
          <p:cNvSpPr txBox="1"/>
          <p:nvPr/>
        </p:nvSpPr>
        <p:spPr>
          <a:xfrm>
            <a:off x="2539940" y="6262753"/>
            <a:ext cx="6571975" cy="307777"/>
          </a:xfrm>
          <a:prstGeom prst="rect">
            <a:avLst/>
          </a:prstGeom>
          <a:noFill/>
        </p:spPr>
        <p:txBody>
          <a:bodyPr wrap="square">
            <a:spAutoFit/>
          </a:bodyPr>
          <a:lstStyle/>
          <a:p>
            <a:r>
              <a:rPr lang="es-ES" sz="1400" kern="0" dirty="0">
                <a:solidFill>
                  <a:srgbClr val="000000">
                    <a:lumMod val="65000"/>
                    <a:lumOff val="35000"/>
                  </a:srgbClr>
                </a:solidFill>
                <a:latin typeface="Santander Text" panose="020B0504020201020104" pitchFamily="34" charset="77"/>
                <a:ea typeface="Verdana" panose="020B0604030504040204" pitchFamily="34" charset="0"/>
                <a:cs typeface="Verdana" panose="020B0604030504040204" pitchFamily="34" charset="0"/>
                <a:sym typeface="Arial"/>
              </a:rPr>
              <a:t>Se describe todo el proceso funcional  de Onboarding en REF 5  </a:t>
            </a:r>
            <a:endParaRPr lang="es-ES" sz="1400" dirty="0"/>
          </a:p>
        </p:txBody>
      </p:sp>
      <p:pic>
        <p:nvPicPr>
          <p:cNvPr id="3" name="Imagen 2">
            <a:extLst>
              <a:ext uri="{FF2B5EF4-FFF2-40B4-BE49-F238E27FC236}">
                <a16:creationId xmlns:a16="http://schemas.microsoft.com/office/drawing/2014/main" id="{3B419775-BED3-4166-9A96-2A16AEBB90DB}"/>
              </a:ext>
            </a:extLst>
          </p:cNvPr>
          <p:cNvPicPr>
            <a:picLocks noChangeAspect="1"/>
          </p:cNvPicPr>
          <p:nvPr/>
        </p:nvPicPr>
        <p:blipFill>
          <a:blip r:embed="rId2"/>
          <a:stretch>
            <a:fillRect/>
          </a:stretch>
        </p:blipFill>
        <p:spPr>
          <a:xfrm>
            <a:off x="0" y="898358"/>
            <a:ext cx="12040213" cy="5364394"/>
          </a:xfrm>
          <a:prstGeom prst="rect">
            <a:avLst/>
          </a:prstGeom>
        </p:spPr>
      </p:pic>
    </p:spTree>
    <p:extLst>
      <p:ext uri="{BB962C8B-B14F-4D97-AF65-F5344CB8AC3E}">
        <p14:creationId xmlns:p14="http://schemas.microsoft.com/office/powerpoint/2010/main" val="1924239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1">
            <a:extLst>
              <a:ext uri="{FF2B5EF4-FFF2-40B4-BE49-F238E27FC236}">
                <a16:creationId xmlns:a16="http://schemas.microsoft.com/office/drawing/2014/main" id="{2CB16042-784F-4E4B-913D-87F8DD5D73DE}"/>
              </a:ext>
            </a:extLst>
          </p:cNvPr>
          <p:cNvSpPr txBox="1">
            <a:spLocks/>
          </p:cNvSpPr>
          <p:nvPr/>
        </p:nvSpPr>
        <p:spPr>
          <a:xfrm>
            <a:off x="556887" y="181527"/>
            <a:ext cx="10833365" cy="3411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Font typeface="Arial" panose="020B0604020202020204" pitchFamily="34" charset="0"/>
              <a:buNone/>
            </a:pPr>
            <a:r>
              <a:rPr lang="es-ES" sz="1400" b="1" dirty="0">
                <a:solidFill>
                  <a:srgbClr val="EB0000"/>
                </a:solidFill>
                <a:ea typeface="Segoe UI" panose="020B0502040204020203" pitchFamily="34" charset="0"/>
                <a:cs typeface="Segoe UI" panose="020B0502040204020203" pitchFamily="34" charset="0"/>
              </a:rPr>
              <a:t>Necesidades y Propuesta de la Solución</a:t>
            </a:r>
          </a:p>
          <a:p>
            <a:pPr marL="0" indent="0">
              <a:spcBef>
                <a:spcPts val="300"/>
              </a:spcBef>
              <a:buFont typeface="Arial" panose="020B0604020202020204" pitchFamily="34" charset="0"/>
              <a:buNone/>
            </a:pPr>
            <a:r>
              <a:rPr lang="es-ES" sz="1800" b="1" dirty="0">
                <a:solidFill>
                  <a:srgbClr val="EB0000"/>
                </a:solidFill>
                <a:ea typeface="Segoe UI" panose="020B0502040204020203" pitchFamily="34" charset="0"/>
                <a:cs typeface="Segoe UI" panose="020B0502040204020203" pitchFamily="34" charset="0"/>
              </a:rPr>
              <a:t>Descripción funcional proceso HC2.0 (1/2)</a:t>
            </a:r>
          </a:p>
        </p:txBody>
      </p:sp>
      <p:sp>
        <p:nvSpPr>
          <p:cNvPr id="87" name="CuadroTexto 86">
            <a:extLst>
              <a:ext uri="{FF2B5EF4-FFF2-40B4-BE49-F238E27FC236}">
                <a16:creationId xmlns:a16="http://schemas.microsoft.com/office/drawing/2014/main" id="{583969E6-27C4-454C-B7F2-41D8BE2D969B}"/>
              </a:ext>
            </a:extLst>
          </p:cNvPr>
          <p:cNvSpPr txBox="1"/>
          <p:nvPr/>
        </p:nvSpPr>
        <p:spPr>
          <a:xfrm>
            <a:off x="2539940" y="6262753"/>
            <a:ext cx="6571975" cy="307777"/>
          </a:xfrm>
          <a:prstGeom prst="rect">
            <a:avLst/>
          </a:prstGeom>
          <a:noFill/>
        </p:spPr>
        <p:txBody>
          <a:bodyPr wrap="square">
            <a:spAutoFit/>
          </a:bodyPr>
          <a:lstStyle/>
          <a:p>
            <a:r>
              <a:rPr lang="es-ES" sz="1400" kern="0" dirty="0">
                <a:solidFill>
                  <a:srgbClr val="000000">
                    <a:lumMod val="65000"/>
                    <a:lumOff val="35000"/>
                  </a:srgbClr>
                </a:solidFill>
                <a:latin typeface="Santander Text" panose="020B0504020201020104" pitchFamily="34" charset="77"/>
                <a:ea typeface="Verdana" panose="020B0604030504040204" pitchFamily="34" charset="0"/>
                <a:cs typeface="Verdana" panose="020B0604030504040204" pitchFamily="34" charset="0"/>
                <a:sym typeface="Arial"/>
              </a:rPr>
              <a:t>Se describe todo el proceso funcional  de Onboarding en REF 5  </a:t>
            </a:r>
            <a:endParaRPr lang="es-ES" sz="1400" dirty="0"/>
          </a:p>
        </p:txBody>
      </p:sp>
      <p:pic>
        <p:nvPicPr>
          <p:cNvPr id="4" name="Imagen 3">
            <a:extLst>
              <a:ext uri="{FF2B5EF4-FFF2-40B4-BE49-F238E27FC236}">
                <a16:creationId xmlns:a16="http://schemas.microsoft.com/office/drawing/2014/main" id="{50F95827-940F-49F1-8704-3BB4FBFDF86D}"/>
              </a:ext>
            </a:extLst>
          </p:cNvPr>
          <p:cNvPicPr>
            <a:picLocks noChangeAspect="1"/>
          </p:cNvPicPr>
          <p:nvPr/>
        </p:nvPicPr>
        <p:blipFill>
          <a:blip r:embed="rId2"/>
          <a:stretch>
            <a:fillRect/>
          </a:stretch>
        </p:blipFill>
        <p:spPr>
          <a:xfrm>
            <a:off x="272716" y="461963"/>
            <a:ext cx="11767498" cy="5682164"/>
          </a:xfrm>
          <a:prstGeom prst="rect">
            <a:avLst/>
          </a:prstGeom>
        </p:spPr>
      </p:pic>
      <p:sp>
        <p:nvSpPr>
          <p:cNvPr id="9" name="CuadroTexto 8">
            <a:extLst>
              <a:ext uri="{FF2B5EF4-FFF2-40B4-BE49-F238E27FC236}">
                <a16:creationId xmlns:a16="http://schemas.microsoft.com/office/drawing/2014/main" id="{172C81BE-B24E-45D9-AA81-EBE8E9506657}"/>
              </a:ext>
            </a:extLst>
          </p:cNvPr>
          <p:cNvSpPr txBox="1"/>
          <p:nvPr/>
        </p:nvSpPr>
        <p:spPr>
          <a:xfrm>
            <a:off x="556887" y="337996"/>
            <a:ext cx="6096000" cy="369332"/>
          </a:xfrm>
          <a:prstGeom prst="rect">
            <a:avLst/>
          </a:prstGeom>
          <a:noFill/>
        </p:spPr>
        <p:txBody>
          <a:bodyPr wrap="square">
            <a:spAutoFit/>
          </a:bodyPr>
          <a:lstStyle/>
          <a:p>
            <a:pPr marL="0" indent="0">
              <a:spcBef>
                <a:spcPts val="300"/>
              </a:spcBef>
              <a:buFont typeface="Arial" panose="020B0604020202020204" pitchFamily="34" charset="0"/>
              <a:buNone/>
            </a:pPr>
            <a:r>
              <a:rPr lang="es-ES" sz="1800" b="1" dirty="0">
                <a:solidFill>
                  <a:srgbClr val="EB0000"/>
                </a:solidFill>
                <a:ea typeface="Segoe UI" panose="020B0502040204020203" pitchFamily="34" charset="0"/>
                <a:cs typeface="Segoe UI" panose="020B0502040204020203" pitchFamily="34" charset="0"/>
              </a:rPr>
              <a:t>Descripción funcional proceso HC2.0 (2/2)</a:t>
            </a:r>
          </a:p>
        </p:txBody>
      </p:sp>
    </p:spTree>
    <p:extLst>
      <p:ext uri="{BB962C8B-B14F-4D97-AF65-F5344CB8AC3E}">
        <p14:creationId xmlns:p14="http://schemas.microsoft.com/office/powerpoint/2010/main" val="9783463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1">
            <a:extLst>
              <a:ext uri="{FF2B5EF4-FFF2-40B4-BE49-F238E27FC236}">
                <a16:creationId xmlns:a16="http://schemas.microsoft.com/office/drawing/2014/main" id="{2CB16042-784F-4E4B-913D-87F8DD5D73DE}"/>
              </a:ext>
            </a:extLst>
          </p:cNvPr>
          <p:cNvSpPr txBox="1">
            <a:spLocks/>
          </p:cNvSpPr>
          <p:nvPr/>
        </p:nvSpPr>
        <p:spPr>
          <a:xfrm>
            <a:off x="653140" y="406116"/>
            <a:ext cx="10833365" cy="3411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Font typeface="Arial" panose="020B0604020202020204" pitchFamily="34" charset="0"/>
              <a:buNone/>
            </a:pPr>
            <a:r>
              <a:rPr lang="es-ES" sz="1400" b="1" dirty="0">
                <a:solidFill>
                  <a:srgbClr val="EB0000"/>
                </a:solidFill>
                <a:ea typeface="Segoe UI" panose="020B0502040204020203" pitchFamily="34" charset="0"/>
                <a:cs typeface="Segoe UI" panose="020B0502040204020203" pitchFamily="34" charset="0"/>
              </a:rPr>
              <a:t>Necesidades y Propuesta de la Solución</a:t>
            </a:r>
          </a:p>
          <a:p>
            <a:pPr marL="0" indent="0">
              <a:spcBef>
                <a:spcPts val="300"/>
              </a:spcBef>
              <a:buFont typeface="Arial" panose="020B0604020202020204" pitchFamily="34" charset="0"/>
              <a:buNone/>
            </a:pPr>
            <a:r>
              <a:rPr lang="es-ES" sz="1800" b="1" dirty="0">
                <a:solidFill>
                  <a:srgbClr val="EB0000"/>
                </a:solidFill>
                <a:ea typeface="Segoe UI" panose="020B0502040204020203" pitchFamily="34" charset="0"/>
                <a:cs typeface="Segoe UI" panose="020B0502040204020203" pitchFamily="34" charset="0"/>
              </a:rPr>
              <a:t>Planificación, datos del proyecto</a:t>
            </a:r>
          </a:p>
        </p:txBody>
      </p:sp>
      <p:sp>
        <p:nvSpPr>
          <p:cNvPr id="6" name="Marcador de texto 6">
            <a:extLst>
              <a:ext uri="{FF2B5EF4-FFF2-40B4-BE49-F238E27FC236}">
                <a16:creationId xmlns:a16="http://schemas.microsoft.com/office/drawing/2014/main" id="{580999CC-B2B1-4DFA-816E-1E283D243147}"/>
              </a:ext>
            </a:extLst>
          </p:cNvPr>
          <p:cNvSpPr txBox="1">
            <a:spLocks/>
          </p:cNvSpPr>
          <p:nvPr/>
        </p:nvSpPr>
        <p:spPr>
          <a:xfrm>
            <a:off x="761628" y="1514197"/>
            <a:ext cx="10068594" cy="432555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lvl="1" algn="just">
              <a:lnSpc>
                <a:spcPct val="100000"/>
              </a:lnSpc>
              <a:spcBef>
                <a:spcPts val="800"/>
              </a:spcBef>
              <a:buClr>
                <a:srgbClr val="FF0000"/>
              </a:buClr>
              <a:buSzPct val="100000"/>
              <a:tabLst>
                <a:tab pos="990600" algn="l"/>
                <a:tab pos="3225800" algn="l"/>
                <a:tab pos="4127500" algn="l"/>
              </a:tabLst>
              <a:defRPr/>
            </a:pPr>
            <a:r>
              <a:rPr lang="es-ES" sz="1800" dirty="0">
                <a:solidFill>
                  <a:srgbClr val="EB0000"/>
                </a:solidFill>
              </a:rPr>
              <a:t>Nombre: </a:t>
            </a:r>
            <a:r>
              <a:rPr lang="es-ES" sz="1800" dirty="0">
                <a:solidFill>
                  <a:schemeClr val="bg1">
                    <a:lumMod val="50000"/>
                  </a:schemeClr>
                </a:solidFill>
              </a:rPr>
              <a:t>Nuevo </a:t>
            </a:r>
            <a:r>
              <a:rPr lang="es-ES" sz="1800" dirty="0" err="1">
                <a:solidFill>
                  <a:schemeClr val="bg1">
                    <a:lumMod val="50000"/>
                  </a:schemeClr>
                </a:solidFill>
              </a:rPr>
              <a:t>onboarding</a:t>
            </a:r>
            <a:r>
              <a:rPr lang="es-ES" sz="1800" dirty="0">
                <a:solidFill>
                  <a:schemeClr val="bg1">
                    <a:lumMod val="50000"/>
                  </a:schemeClr>
                </a:solidFill>
              </a:rPr>
              <a:t> digital PF – Hazte cliente 2.0</a:t>
            </a:r>
          </a:p>
          <a:p>
            <a:pPr marL="285750" lvl="1" algn="just">
              <a:lnSpc>
                <a:spcPct val="100000"/>
              </a:lnSpc>
              <a:spcBef>
                <a:spcPts val="800"/>
              </a:spcBef>
              <a:buClr>
                <a:srgbClr val="FF0000"/>
              </a:buClr>
              <a:buSzPct val="100000"/>
              <a:tabLst>
                <a:tab pos="990600" algn="l"/>
                <a:tab pos="3225800" algn="l"/>
                <a:tab pos="4127500" algn="l"/>
              </a:tabLst>
              <a:defRPr/>
            </a:pPr>
            <a:r>
              <a:rPr lang="es-ES" sz="1800" dirty="0">
                <a:solidFill>
                  <a:srgbClr val="EB0000"/>
                </a:solidFill>
              </a:rPr>
              <a:t>Metodología / Alcance: </a:t>
            </a:r>
            <a:r>
              <a:rPr lang="es-ES" sz="1800" dirty="0">
                <a:solidFill>
                  <a:schemeClr val="bg1">
                    <a:lumMod val="50000"/>
                  </a:schemeClr>
                </a:solidFill>
              </a:rPr>
              <a:t>Agile</a:t>
            </a:r>
          </a:p>
          <a:p>
            <a:pPr marL="285750" lvl="1" algn="just">
              <a:lnSpc>
                <a:spcPct val="100000"/>
              </a:lnSpc>
              <a:spcBef>
                <a:spcPts val="800"/>
              </a:spcBef>
              <a:buClr>
                <a:srgbClr val="FF0000"/>
              </a:buClr>
              <a:buSzPct val="100000"/>
              <a:tabLst>
                <a:tab pos="990600" algn="l"/>
                <a:tab pos="3225800" algn="l"/>
                <a:tab pos="4127500" algn="l"/>
              </a:tabLst>
              <a:defRPr/>
            </a:pPr>
            <a:r>
              <a:rPr lang="es-ES" sz="1800" dirty="0">
                <a:solidFill>
                  <a:srgbClr val="EB0000"/>
                </a:solidFill>
              </a:rPr>
              <a:t>WXS: </a:t>
            </a:r>
            <a:r>
              <a:rPr lang="es-ES" sz="1800" dirty="0">
                <a:solidFill>
                  <a:schemeClr val="bg1">
                    <a:lumMod val="50000"/>
                  </a:schemeClr>
                </a:solidFill>
              </a:rPr>
              <a:t>https://sanes.atlassian.net/browse/ESPONBOAPF-24</a:t>
            </a:r>
          </a:p>
          <a:p>
            <a:pPr marL="285750" lvl="1" algn="just">
              <a:lnSpc>
                <a:spcPct val="100000"/>
              </a:lnSpc>
              <a:spcBef>
                <a:spcPts val="800"/>
              </a:spcBef>
              <a:buClr>
                <a:srgbClr val="FF0000"/>
              </a:buClr>
              <a:buSzPct val="100000"/>
              <a:tabLst>
                <a:tab pos="990600" algn="l"/>
                <a:tab pos="3225800" algn="l"/>
                <a:tab pos="4127500" algn="l"/>
              </a:tabLst>
              <a:defRPr/>
            </a:pPr>
            <a:r>
              <a:rPr lang="es-ES" sz="1800" dirty="0">
                <a:solidFill>
                  <a:srgbClr val="EB0000"/>
                </a:solidFill>
              </a:rPr>
              <a:t>Iniciativa:  </a:t>
            </a:r>
            <a:r>
              <a:rPr lang="es-ES" sz="1800" dirty="0">
                <a:solidFill>
                  <a:schemeClr val="bg1">
                    <a:lumMod val="50000"/>
                  </a:schemeClr>
                </a:solidFill>
              </a:rPr>
              <a:t>PR - 2021 - Onboarding Digital 2.0 - Hazte cliente</a:t>
            </a:r>
          </a:p>
          <a:p>
            <a:pPr marL="285750" lvl="1" algn="just">
              <a:lnSpc>
                <a:spcPct val="100000"/>
              </a:lnSpc>
              <a:spcBef>
                <a:spcPts val="800"/>
              </a:spcBef>
              <a:buClr>
                <a:srgbClr val="FF0000"/>
              </a:buClr>
              <a:buSzPct val="100000"/>
              <a:tabLst>
                <a:tab pos="990600" algn="l"/>
                <a:tab pos="3225800" algn="l"/>
                <a:tab pos="4127500" algn="l"/>
              </a:tabLst>
              <a:defRPr/>
            </a:pPr>
            <a:r>
              <a:rPr lang="es-ES" sz="1800" dirty="0">
                <a:solidFill>
                  <a:srgbClr val="EB0000"/>
                </a:solidFill>
              </a:rPr>
              <a:t>Área Peticionaria: </a:t>
            </a:r>
            <a:r>
              <a:rPr lang="es-ES" sz="1800" dirty="0">
                <a:solidFill>
                  <a:schemeClr val="bg1">
                    <a:lumMod val="50000"/>
                  </a:schemeClr>
                </a:solidFill>
              </a:rPr>
              <a:t>29120 - Internet y Ventas Digitales</a:t>
            </a:r>
          </a:p>
          <a:p>
            <a:pPr marL="285750" lvl="1" algn="just">
              <a:lnSpc>
                <a:spcPct val="100000"/>
              </a:lnSpc>
              <a:spcBef>
                <a:spcPts val="800"/>
              </a:spcBef>
              <a:buClr>
                <a:srgbClr val="FF0000"/>
              </a:buClr>
              <a:buSzPct val="100000"/>
              <a:tabLst>
                <a:tab pos="990600" algn="l"/>
                <a:tab pos="3225800" algn="l"/>
                <a:tab pos="4127500" algn="l"/>
              </a:tabLst>
              <a:defRPr/>
            </a:pPr>
            <a:r>
              <a:rPr lang="es-ES" sz="1800" dirty="0">
                <a:solidFill>
                  <a:srgbClr val="EB0000"/>
                </a:solidFill>
              </a:rPr>
              <a:t>Dominio: </a:t>
            </a:r>
            <a:r>
              <a:rPr lang="es-ES" sz="1800" dirty="0">
                <a:solidFill>
                  <a:schemeClr val="bg1">
                    <a:lumMod val="50000"/>
                  </a:schemeClr>
                </a:solidFill>
              </a:rPr>
              <a:t>29123 - V. Digitales + </a:t>
            </a:r>
            <a:r>
              <a:rPr lang="es-ES" sz="1800" dirty="0" err="1">
                <a:solidFill>
                  <a:schemeClr val="bg1">
                    <a:lumMod val="50000"/>
                  </a:schemeClr>
                </a:solidFill>
              </a:rPr>
              <a:t>W.Pub</a:t>
            </a:r>
            <a:r>
              <a:rPr lang="es-ES" sz="1800" dirty="0">
                <a:solidFill>
                  <a:schemeClr val="bg1">
                    <a:lumMod val="50000"/>
                  </a:schemeClr>
                </a:solidFill>
              </a:rPr>
              <a:t> + SOFIA</a:t>
            </a:r>
          </a:p>
          <a:p>
            <a:pPr marL="285750" lvl="1" algn="just">
              <a:lnSpc>
                <a:spcPct val="100000"/>
              </a:lnSpc>
              <a:spcBef>
                <a:spcPts val="800"/>
              </a:spcBef>
              <a:buClr>
                <a:srgbClr val="FF0000"/>
              </a:buClr>
              <a:buSzPct val="100000"/>
              <a:tabLst>
                <a:tab pos="990600" algn="l"/>
                <a:tab pos="3225800" algn="l"/>
                <a:tab pos="4127500" algn="l"/>
              </a:tabLst>
              <a:defRPr/>
            </a:pPr>
            <a:r>
              <a:rPr lang="es-ES" sz="1800" dirty="0">
                <a:solidFill>
                  <a:srgbClr val="EB0000"/>
                </a:solidFill>
              </a:rPr>
              <a:t>Responsable Dominio: </a:t>
            </a:r>
            <a:r>
              <a:rPr lang="es-ES" sz="1800" dirty="0">
                <a:solidFill>
                  <a:schemeClr val="bg1">
                    <a:lumMod val="50000"/>
                  </a:schemeClr>
                </a:solidFill>
              </a:rPr>
              <a:t>Cristina </a:t>
            </a:r>
            <a:r>
              <a:rPr lang="es-ES" sz="1800" dirty="0" err="1">
                <a:solidFill>
                  <a:schemeClr val="bg1">
                    <a:lumMod val="50000"/>
                  </a:schemeClr>
                </a:solidFill>
              </a:rPr>
              <a:t>Doñoro</a:t>
            </a:r>
            <a:endParaRPr lang="es-ES" sz="1800" dirty="0">
              <a:solidFill>
                <a:schemeClr val="bg1">
                  <a:lumMod val="50000"/>
                </a:schemeClr>
              </a:solidFill>
            </a:endParaRPr>
          </a:p>
          <a:p>
            <a:pPr marL="285750" lvl="1" algn="just">
              <a:lnSpc>
                <a:spcPct val="100000"/>
              </a:lnSpc>
              <a:spcBef>
                <a:spcPts val="800"/>
              </a:spcBef>
              <a:buClr>
                <a:srgbClr val="FF0000"/>
              </a:buClr>
              <a:buSzPct val="100000"/>
              <a:tabLst>
                <a:tab pos="990600" algn="l"/>
                <a:tab pos="3225800" algn="l"/>
                <a:tab pos="4127500" algn="l"/>
              </a:tabLst>
              <a:defRPr/>
            </a:pPr>
            <a:r>
              <a:rPr lang="es-ES" sz="1800" dirty="0">
                <a:solidFill>
                  <a:srgbClr val="EB0000"/>
                </a:solidFill>
              </a:rPr>
              <a:t>Planificación PRE:  </a:t>
            </a:r>
            <a:r>
              <a:rPr lang="es-ES" sz="1800" dirty="0">
                <a:solidFill>
                  <a:schemeClr val="bg1">
                    <a:lumMod val="50000"/>
                  </a:schemeClr>
                </a:solidFill>
              </a:rPr>
              <a:t>30/09/2021</a:t>
            </a:r>
          </a:p>
          <a:p>
            <a:pPr marL="285750" lvl="1" algn="just">
              <a:lnSpc>
                <a:spcPct val="100000"/>
              </a:lnSpc>
              <a:spcBef>
                <a:spcPts val="800"/>
              </a:spcBef>
              <a:buClr>
                <a:srgbClr val="FF0000"/>
              </a:buClr>
              <a:buSzPct val="100000"/>
              <a:tabLst>
                <a:tab pos="990600" algn="l"/>
                <a:tab pos="3225800" algn="l"/>
                <a:tab pos="4127500" algn="l"/>
              </a:tabLst>
              <a:defRPr/>
            </a:pPr>
            <a:r>
              <a:rPr lang="es-ES" sz="1800" dirty="0">
                <a:solidFill>
                  <a:srgbClr val="EB0000"/>
                </a:solidFill>
              </a:rPr>
              <a:t>Planificación PRO:  </a:t>
            </a:r>
            <a:r>
              <a:rPr lang="es-ES" sz="1800" dirty="0">
                <a:solidFill>
                  <a:schemeClr val="bg1">
                    <a:lumMod val="50000"/>
                  </a:schemeClr>
                </a:solidFill>
              </a:rPr>
              <a:t>30/12/2021</a:t>
            </a:r>
          </a:p>
          <a:p>
            <a:pPr marL="285750" lvl="1" algn="just">
              <a:lnSpc>
                <a:spcPct val="100000"/>
              </a:lnSpc>
              <a:spcBef>
                <a:spcPts val="800"/>
              </a:spcBef>
              <a:buClr>
                <a:srgbClr val="FF0000"/>
              </a:buClr>
              <a:buSzPct val="100000"/>
              <a:tabLst>
                <a:tab pos="990600" algn="l"/>
                <a:tab pos="3225800" algn="l"/>
                <a:tab pos="4127500" algn="l"/>
              </a:tabLst>
              <a:defRPr/>
            </a:pPr>
            <a:endParaRPr lang="es-ES" sz="1800" dirty="0">
              <a:solidFill>
                <a:schemeClr val="bg1">
                  <a:lumMod val="50000"/>
                </a:schemeClr>
              </a:solidFill>
            </a:endParaRPr>
          </a:p>
        </p:txBody>
      </p:sp>
    </p:spTree>
    <p:extLst>
      <p:ext uri="{BB962C8B-B14F-4D97-AF65-F5344CB8AC3E}">
        <p14:creationId xmlns:p14="http://schemas.microsoft.com/office/powerpoint/2010/main" val="39087512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66EF84CC-FBE6-4927-A2EF-CB4E6E916B49}"/>
              </a:ext>
            </a:extLst>
          </p:cNvPr>
          <p:cNvSpPr txBox="1">
            <a:spLocks/>
          </p:cNvSpPr>
          <p:nvPr/>
        </p:nvSpPr>
        <p:spPr>
          <a:xfrm>
            <a:off x="722518" y="626373"/>
            <a:ext cx="5449681" cy="2852737"/>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kern="1200">
                <a:solidFill>
                  <a:schemeClr val="accent1"/>
                </a:solidFill>
                <a:latin typeface="+mj-lt"/>
                <a:ea typeface="+mj-ea"/>
                <a:cs typeface="+mj-cs"/>
              </a:defRPr>
            </a:lvl1pPr>
          </a:lstStyle>
          <a:p>
            <a:r>
              <a:rPr lang="es-ES" dirty="0"/>
              <a:t>Solución técnica</a:t>
            </a:r>
          </a:p>
        </p:txBody>
      </p:sp>
      <p:sp>
        <p:nvSpPr>
          <p:cNvPr id="5" name="Marcador de texto 3">
            <a:extLst>
              <a:ext uri="{FF2B5EF4-FFF2-40B4-BE49-F238E27FC236}">
                <a16:creationId xmlns:a16="http://schemas.microsoft.com/office/drawing/2014/main" id="{880C3E36-5432-4A4C-887F-1DAAFADAF1A3}"/>
              </a:ext>
            </a:extLst>
          </p:cNvPr>
          <p:cNvSpPr>
            <a:spLocks noGrp="1"/>
          </p:cNvSpPr>
          <p:nvPr>
            <p:ph type="body" sz="quarter" idx="14"/>
          </p:nvPr>
        </p:nvSpPr>
        <p:spPr>
          <a:xfrm>
            <a:off x="8945217" y="3270526"/>
            <a:ext cx="2958754" cy="2364961"/>
          </a:xfrm>
        </p:spPr>
        <p:txBody>
          <a:bodyPr>
            <a:normAutofit lnSpcReduction="10000"/>
          </a:bodyPr>
          <a:lstStyle/>
          <a:p>
            <a:r>
              <a:rPr lang="es-ES" dirty="0"/>
              <a:t>02</a:t>
            </a:r>
          </a:p>
        </p:txBody>
      </p:sp>
    </p:spTree>
    <p:extLst>
      <p:ext uri="{BB962C8B-B14F-4D97-AF65-F5344CB8AC3E}">
        <p14:creationId xmlns:p14="http://schemas.microsoft.com/office/powerpoint/2010/main" val="3049192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Rectángulo: esquinas redondeadas 239">
            <a:extLst>
              <a:ext uri="{FF2B5EF4-FFF2-40B4-BE49-F238E27FC236}">
                <a16:creationId xmlns:a16="http://schemas.microsoft.com/office/drawing/2014/main" id="{1E1ECA8E-3D6A-4876-B2C7-38258C21E2BE}"/>
              </a:ext>
            </a:extLst>
          </p:cNvPr>
          <p:cNvSpPr/>
          <p:nvPr/>
        </p:nvSpPr>
        <p:spPr>
          <a:xfrm>
            <a:off x="6753739" y="6164844"/>
            <a:ext cx="1375989" cy="399068"/>
          </a:xfrm>
          <a:prstGeom prst="roundRect">
            <a:avLst/>
          </a:prstGeom>
          <a:solidFill>
            <a:schemeClr val="bg1">
              <a:lumMod val="95000"/>
            </a:schemeClr>
          </a:solidFill>
          <a:ln>
            <a:solidFill>
              <a:srgbClr val="0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s-ES" dirty="0"/>
          </a:p>
        </p:txBody>
      </p:sp>
      <p:sp>
        <p:nvSpPr>
          <p:cNvPr id="290" name="Rectángulo: esquinas redondeadas 289">
            <a:extLst>
              <a:ext uri="{FF2B5EF4-FFF2-40B4-BE49-F238E27FC236}">
                <a16:creationId xmlns:a16="http://schemas.microsoft.com/office/drawing/2014/main" id="{F5307F1C-915B-47AB-9B94-B29629F268F5}"/>
              </a:ext>
            </a:extLst>
          </p:cNvPr>
          <p:cNvSpPr/>
          <p:nvPr/>
        </p:nvSpPr>
        <p:spPr>
          <a:xfrm>
            <a:off x="2305160" y="598169"/>
            <a:ext cx="4731607" cy="5585092"/>
          </a:xfrm>
          <a:prstGeom prst="roundRect">
            <a:avLst/>
          </a:prstGeom>
          <a:solidFill>
            <a:schemeClr val="bg1"/>
          </a:solidFill>
          <a:ln>
            <a:solidFill>
              <a:srgbClr val="0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534" dirty="0"/>
          </a:p>
        </p:txBody>
      </p:sp>
      <p:sp>
        <p:nvSpPr>
          <p:cNvPr id="241" name="48 Rectángulo">
            <a:extLst>
              <a:ext uri="{FF2B5EF4-FFF2-40B4-BE49-F238E27FC236}">
                <a16:creationId xmlns:a16="http://schemas.microsoft.com/office/drawing/2014/main" id="{5870BF37-BABB-4029-BFEA-BFF7E8362A46}"/>
              </a:ext>
            </a:extLst>
          </p:cNvPr>
          <p:cNvSpPr/>
          <p:nvPr/>
        </p:nvSpPr>
        <p:spPr>
          <a:xfrm rot="5400000">
            <a:off x="3012602" y="2194113"/>
            <a:ext cx="5106871" cy="2506970"/>
          </a:xfrm>
          <a:prstGeom prst="rect">
            <a:avLst/>
          </a:prstGeom>
          <a:solidFill>
            <a:schemeClr val="bg1">
              <a:lumMod val="95000"/>
            </a:schemeClr>
          </a:solidFill>
          <a:ln w="952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lstStyle/>
          <a:p>
            <a:pPr algn="ctr" eaLnBrk="1" hangingPunct="1">
              <a:defRPr/>
            </a:pPr>
            <a:endParaRPr lang="es-ES" sz="1000" b="1" i="1" dirty="0">
              <a:solidFill>
                <a:srgbClr val="FF0000"/>
              </a:solidFill>
            </a:endParaRPr>
          </a:p>
          <a:p>
            <a:pPr algn="ctr" eaLnBrk="1" hangingPunct="1">
              <a:defRPr/>
            </a:pPr>
            <a:endParaRPr lang="es-ES" sz="1000" dirty="0">
              <a:solidFill>
                <a:schemeClr val="tx1"/>
              </a:solidFill>
            </a:endParaRPr>
          </a:p>
        </p:txBody>
      </p:sp>
      <p:sp>
        <p:nvSpPr>
          <p:cNvPr id="278" name="Rectángulo: esquinas redondeadas 277">
            <a:extLst>
              <a:ext uri="{FF2B5EF4-FFF2-40B4-BE49-F238E27FC236}">
                <a16:creationId xmlns:a16="http://schemas.microsoft.com/office/drawing/2014/main" id="{CBE770E3-446C-4FA4-976C-225885A8A2A4}"/>
              </a:ext>
            </a:extLst>
          </p:cNvPr>
          <p:cNvSpPr/>
          <p:nvPr/>
        </p:nvSpPr>
        <p:spPr>
          <a:xfrm>
            <a:off x="7346372" y="4644470"/>
            <a:ext cx="4723354" cy="1517165"/>
          </a:xfrm>
          <a:prstGeom prst="roundRect">
            <a:avLst/>
          </a:prstGeom>
          <a:solidFill>
            <a:schemeClr val="bg1"/>
          </a:solidFill>
          <a:ln>
            <a:solidFill>
              <a:srgbClr val="0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534" dirty="0"/>
          </a:p>
        </p:txBody>
      </p:sp>
      <p:sp>
        <p:nvSpPr>
          <p:cNvPr id="308" name="Rectángulo: esquinas redondeadas 307">
            <a:extLst>
              <a:ext uri="{FF2B5EF4-FFF2-40B4-BE49-F238E27FC236}">
                <a16:creationId xmlns:a16="http://schemas.microsoft.com/office/drawing/2014/main" id="{19DE6055-ED52-4704-BABC-1728D25DDA2C}"/>
              </a:ext>
            </a:extLst>
          </p:cNvPr>
          <p:cNvSpPr/>
          <p:nvPr/>
        </p:nvSpPr>
        <p:spPr>
          <a:xfrm>
            <a:off x="9106443" y="4749465"/>
            <a:ext cx="2933394" cy="684235"/>
          </a:xfrm>
          <a:prstGeom prst="roundRect">
            <a:avLst/>
          </a:prstGeom>
          <a:solidFill>
            <a:schemeClr val="bg1">
              <a:lumMod val="95000"/>
            </a:schemeClr>
          </a:solidFill>
          <a:ln>
            <a:solidFill>
              <a:srgbClr val="0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100" b="1" dirty="0" err="1">
                <a:solidFill>
                  <a:schemeClr val="tx1"/>
                </a:solidFill>
              </a:rPr>
              <a:t>CMC,BDM,Norkom,BDP,Tablas</a:t>
            </a:r>
            <a:r>
              <a:rPr lang="es-ES" sz="1100" b="1" dirty="0">
                <a:solidFill>
                  <a:schemeClr val="tx1"/>
                </a:solidFill>
              </a:rPr>
              <a:t> generales,</a:t>
            </a:r>
          </a:p>
          <a:p>
            <a:pPr algn="ctr"/>
            <a:r>
              <a:rPr lang="es-ES" sz="1100" b="1" dirty="0" err="1">
                <a:solidFill>
                  <a:schemeClr val="tx1"/>
                </a:solidFill>
              </a:rPr>
              <a:t>FIOC,Pagos</a:t>
            </a:r>
            <a:r>
              <a:rPr lang="es-ES" sz="1100" b="1" dirty="0">
                <a:solidFill>
                  <a:schemeClr val="tx1"/>
                </a:solidFill>
              </a:rPr>
              <a:t> , MPDEES (alta de tarjetas)</a:t>
            </a:r>
            <a:endParaRPr lang="es-ES" sz="1100" dirty="0"/>
          </a:p>
        </p:txBody>
      </p:sp>
      <p:sp>
        <p:nvSpPr>
          <p:cNvPr id="142" name="Marcador de texto 1">
            <a:extLst>
              <a:ext uri="{FF2B5EF4-FFF2-40B4-BE49-F238E27FC236}">
                <a16:creationId xmlns:a16="http://schemas.microsoft.com/office/drawing/2014/main" id="{28C4A107-992C-4160-BC70-8CE92A840EAC}"/>
              </a:ext>
            </a:extLst>
          </p:cNvPr>
          <p:cNvSpPr txBox="1">
            <a:spLocks/>
          </p:cNvSpPr>
          <p:nvPr/>
        </p:nvSpPr>
        <p:spPr>
          <a:xfrm>
            <a:off x="138246" y="68148"/>
            <a:ext cx="8572618" cy="15576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Font typeface="Arial" panose="020B0604020202020204" pitchFamily="34" charset="0"/>
              <a:buNone/>
            </a:pPr>
            <a:r>
              <a:rPr lang="es-ES" sz="1300" dirty="0">
                <a:solidFill>
                  <a:srgbClr val="EB0000"/>
                </a:solidFill>
                <a:ea typeface="Segoe UI" panose="020B0502040204020203" pitchFamily="34" charset="0"/>
                <a:cs typeface="Segoe UI" panose="020B0502040204020203" pitchFamily="34" charset="0"/>
              </a:rPr>
              <a:t>Solución técnica</a:t>
            </a:r>
          </a:p>
          <a:p>
            <a:pPr marL="0" indent="0">
              <a:spcBef>
                <a:spcPts val="300"/>
              </a:spcBef>
              <a:buNone/>
            </a:pPr>
            <a:r>
              <a:rPr lang="es-ES" sz="1600" b="1" dirty="0">
                <a:solidFill>
                  <a:srgbClr val="EB0000"/>
                </a:solidFill>
                <a:ea typeface="Segoe UI" panose="020B0502040204020203" pitchFamily="34" charset="0"/>
                <a:cs typeface="Segoe UI" panose="020B0502040204020203" pitchFamily="34" charset="0"/>
              </a:rPr>
              <a:t>Mapa técnico de arquitectura: </a:t>
            </a:r>
            <a:r>
              <a:rPr lang="en-GB" sz="1600" b="1" dirty="0" err="1">
                <a:solidFill>
                  <a:srgbClr val="EB0000"/>
                </a:solidFill>
                <a:cs typeface="Segoe UI" panose="020B0502040204020203" pitchFamily="34" charset="0"/>
              </a:rPr>
              <a:t>Tramitación</a:t>
            </a:r>
            <a:r>
              <a:rPr lang="en-GB" sz="1600" b="1" dirty="0">
                <a:solidFill>
                  <a:srgbClr val="EB0000"/>
                </a:solidFill>
                <a:cs typeface="Segoe UI" panose="020B0502040204020203" pitchFamily="34" charset="0"/>
              </a:rPr>
              <a:t> de </a:t>
            </a:r>
            <a:r>
              <a:rPr lang="en-GB" sz="1600" b="1" dirty="0" err="1">
                <a:solidFill>
                  <a:srgbClr val="EB0000"/>
                </a:solidFill>
                <a:cs typeface="Segoe UI" panose="020B0502040204020203" pitchFamily="34" charset="0"/>
              </a:rPr>
              <a:t>expedientes</a:t>
            </a:r>
            <a:r>
              <a:rPr lang="en-GB" sz="1600" b="1" dirty="0">
                <a:solidFill>
                  <a:srgbClr val="EB0000"/>
                </a:solidFill>
                <a:cs typeface="Segoe UI" panose="020B0502040204020203" pitchFamily="34" charset="0"/>
              </a:rPr>
              <a:t> y procesos </a:t>
            </a:r>
            <a:r>
              <a:rPr lang="en-GB" sz="1600" b="1" dirty="0" err="1">
                <a:solidFill>
                  <a:srgbClr val="EB0000"/>
                </a:solidFill>
                <a:cs typeface="Segoe UI" panose="020B0502040204020203" pitchFamily="34" charset="0"/>
              </a:rPr>
              <a:t>planificados</a:t>
            </a:r>
            <a:endParaRPr lang="es-ES" sz="1600" b="1" dirty="0">
              <a:solidFill>
                <a:srgbClr val="EB0000"/>
              </a:solidFill>
              <a:cs typeface="Segoe UI" panose="020B0502040204020203" pitchFamily="34" charset="0"/>
            </a:endParaRPr>
          </a:p>
          <a:p>
            <a:pPr marL="0" indent="0">
              <a:spcBef>
                <a:spcPts val="300"/>
              </a:spcBef>
              <a:buFont typeface="Arial" panose="020B0604020202020204" pitchFamily="34" charset="0"/>
              <a:buNone/>
            </a:pPr>
            <a:endParaRPr lang="es-ES" sz="1400" dirty="0">
              <a:solidFill>
                <a:srgbClr val="EB0000"/>
              </a:solidFill>
              <a:ea typeface="Segoe UI" panose="020B0502040204020203" pitchFamily="34" charset="0"/>
              <a:cs typeface="Segoe UI" panose="020B0502040204020203" pitchFamily="34" charset="0"/>
            </a:endParaRPr>
          </a:p>
          <a:p>
            <a:pPr marL="0" indent="0">
              <a:spcBef>
                <a:spcPts val="300"/>
              </a:spcBef>
              <a:buFont typeface="Arial" panose="020B0604020202020204" pitchFamily="34" charset="0"/>
              <a:buNone/>
            </a:pPr>
            <a:endParaRPr lang="es-ES" sz="1800" b="1" dirty="0">
              <a:solidFill>
                <a:srgbClr val="EB0000"/>
              </a:solidFill>
              <a:ea typeface="Segoe UI" panose="020B0502040204020203" pitchFamily="34" charset="0"/>
              <a:cs typeface="Segoe UI" panose="020B0502040204020203" pitchFamily="34" charset="0"/>
            </a:endParaRPr>
          </a:p>
          <a:p>
            <a:pPr marL="0" indent="0">
              <a:spcBef>
                <a:spcPts val="300"/>
              </a:spcBef>
              <a:buFont typeface="Arial" panose="020B0604020202020204" pitchFamily="34" charset="0"/>
              <a:buNone/>
            </a:pPr>
            <a:r>
              <a:rPr lang="es-ES" sz="1800" b="1" dirty="0">
                <a:solidFill>
                  <a:srgbClr val="EB0000"/>
                </a:solidFill>
                <a:ea typeface="Segoe UI" panose="020B0502040204020203" pitchFamily="34" charset="0"/>
                <a:cs typeface="Segoe UI" panose="020B0502040204020203" pitchFamily="34" charset="0"/>
              </a:rPr>
              <a:t> </a:t>
            </a:r>
          </a:p>
        </p:txBody>
      </p:sp>
      <p:sp>
        <p:nvSpPr>
          <p:cNvPr id="291" name="AutoShape 19">
            <a:hlinkClick r:id="" action="ppaction://noaction"/>
            <a:extLst>
              <a:ext uri="{FF2B5EF4-FFF2-40B4-BE49-F238E27FC236}">
                <a16:creationId xmlns:a16="http://schemas.microsoft.com/office/drawing/2014/main" id="{26CF2CE1-AF90-4300-A46C-01684C06239F}"/>
              </a:ext>
            </a:extLst>
          </p:cNvPr>
          <p:cNvSpPr>
            <a:spLocks noChangeArrowheads="1"/>
          </p:cNvSpPr>
          <p:nvPr/>
        </p:nvSpPr>
        <p:spPr bwMode="auto">
          <a:xfrm>
            <a:off x="4011911" y="3341967"/>
            <a:ext cx="91591" cy="2467346"/>
          </a:xfrm>
          <a:prstGeom prst="roundRect">
            <a:avLst>
              <a:gd name="adj" fmla="val 16667"/>
            </a:avLst>
          </a:prstGeom>
          <a:solidFill>
            <a:schemeClr val="bg1"/>
          </a:solidFill>
          <a:ln w="6350" algn="ctr">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vert270" lIns="74524" tIns="37261" rIns="74524" bIns="37261" anchor="ctr"/>
          <a:lstStyle/>
          <a:p>
            <a:pPr algn="ctr" defTabSz="745355">
              <a:lnSpc>
                <a:spcPct val="90000"/>
              </a:lnSpc>
              <a:defRPr/>
            </a:pPr>
            <a:r>
              <a:rPr lang="es-ES" sz="852" b="1" dirty="0">
                <a:latin typeface="Arial" panose="020B0604020202020204" pitchFamily="34" charset="0"/>
                <a:cs typeface="Arial" panose="020B0604020202020204" pitchFamily="34" charset="0"/>
              </a:rPr>
              <a:t>Api </a:t>
            </a:r>
            <a:r>
              <a:rPr lang="es-ES" sz="852" b="1" dirty="0" err="1">
                <a:latin typeface="Arial" panose="020B0604020202020204" pitchFamily="34" charset="0"/>
                <a:cs typeface="Arial" panose="020B0604020202020204" pitchFamily="34" charset="0"/>
              </a:rPr>
              <a:t>Wen</a:t>
            </a:r>
            <a:r>
              <a:rPr lang="es-ES" sz="852" b="1" dirty="0">
                <a:latin typeface="Arial" panose="020B0604020202020204" pitchFamily="34" charset="0"/>
                <a:cs typeface="Arial" panose="020B0604020202020204" pitchFamily="34" charset="0"/>
              </a:rPr>
              <a:t> </a:t>
            </a:r>
            <a:r>
              <a:rPr lang="es-ES" sz="852" b="1" dirty="0" err="1">
                <a:latin typeface="Arial" panose="020B0604020202020204" pitchFamily="34" charset="0"/>
                <a:cs typeface="Arial" panose="020B0604020202020204" pitchFamily="34" charset="0"/>
              </a:rPr>
              <a:t>intnernet</a:t>
            </a:r>
            <a:r>
              <a:rPr lang="es-ES" sz="852" b="1" dirty="0">
                <a:latin typeface="Arial" panose="020B0604020202020204" pitchFamily="34" charset="0"/>
                <a:cs typeface="Arial" panose="020B0604020202020204" pitchFamily="34" charset="0"/>
              </a:rPr>
              <a:t>  HC 2.0</a:t>
            </a:r>
          </a:p>
        </p:txBody>
      </p:sp>
      <p:sp>
        <p:nvSpPr>
          <p:cNvPr id="292" name="CuadroTexto 291">
            <a:extLst>
              <a:ext uri="{FF2B5EF4-FFF2-40B4-BE49-F238E27FC236}">
                <a16:creationId xmlns:a16="http://schemas.microsoft.com/office/drawing/2014/main" id="{C10C3254-0763-4E59-B67F-E12E2D273518}"/>
              </a:ext>
            </a:extLst>
          </p:cNvPr>
          <p:cNvSpPr txBox="1"/>
          <p:nvPr/>
        </p:nvSpPr>
        <p:spPr>
          <a:xfrm>
            <a:off x="2726078" y="674740"/>
            <a:ext cx="2206732" cy="248530"/>
          </a:xfrm>
          <a:prstGeom prst="rect">
            <a:avLst/>
          </a:prstGeom>
          <a:noFill/>
        </p:spPr>
        <p:txBody>
          <a:bodyPr wrap="square" rtlCol="0">
            <a:spAutoFit/>
          </a:bodyPr>
          <a:lstStyle/>
          <a:p>
            <a:r>
              <a:rPr lang="es-ES" sz="1015" b="1" dirty="0">
                <a:solidFill>
                  <a:srgbClr val="1BB3BC"/>
                </a:solidFill>
              </a:rPr>
              <a:t>PaaS  HC 2.0</a:t>
            </a:r>
          </a:p>
        </p:txBody>
      </p:sp>
      <p:pic>
        <p:nvPicPr>
          <p:cNvPr id="294" name="Picture 10" descr="Resultado de imagen de Openshift icon">
            <a:extLst>
              <a:ext uri="{FF2B5EF4-FFF2-40B4-BE49-F238E27FC236}">
                <a16:creationId xmlns:a16="http://schemas.microsoft.com/office/drawing/2014/main" id="{5D29D8D2-C50F-4174-B9D9-25C092D4F249}"/>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2796615" y="915864"/>
            <a:ext cx="239828" cy="282164"/>
          </a:xfrm>
          <a:prstGeom prst="rect">
            <a:avLst/>
          </a:prstGeom>
          <a:noFill/>
          <a:extLst>
            <a:ext uri="{909E8E84-426E-40DD-AFC4-6F175D3DCCD1}">
              <a14:hiddenFill xmlns:a14="http://schemas.microsoft.com/office/drawing/2010/main">
                <a:solidFill>
                  <a:srgbClr val="FFFFFF"/>
                </a:solidFill>
              </a14:hiddenFill>
            </a:ext>
          </a:extLst>
        </p:spPr>
      </p:pic>
      <p:sp>
        <p:nvSpPr>
          <p:cNvPr id="403" name="CuadroTexto 402">
            <a:extLst>
              <a:ext uri="{FF2B5EF4-FFF2-40B4-BE49-F238E27FC236}">
                <a16:creationId xmlns:a16="http://schemas.microsoft.com/office/drawing/2014/main" id="{76A65093-2EC6-42E1-A379-C90ED92541ED}"/>
              </a:ext>
            </a:extLst>
          </p:cNvPr>
          <p:cNvSpPr txBox="1"/>
          <p:nvPr/>
        </p:nvSpPr>
        <p:spPr>
          <a:xfrm>
            <a:off x="3755964" y="3651603"/>
            <a:ext cx="184731" cy="338554"/>
          </a:xfrm>
          <a:prstGeom prst="rect">
            <a:avLst/>
          </a:prstGeom>
          <a:noFill/>
        </p:spPr>
        <p:txBody>
          <a:bodyPr wrap="none" rtlCol="0">
            <a:spAutoFit/>
          </a:bodyPr>
          <a:lstStyle/>
          <a:p>
            <a:endParaRPr lang="es-ES" sz="800" dirty="0">
              <a:solidFill>
                <a:schemeClr val="accent6">
                  <a:lumMod val="50000"/>
                </a:schemeClr>
              </a:solidFill>
            </a:endParaRPr>
          </a:p>
          <a:p>
            <a:endParaRPr lang="es-ES" sz="800" dirty="0">
              <a:solidFill>
                <a:schemeClr val="accent6">
                  <a:lumMod val="50000"/>
                </a:schemeClr>
              </a:solidFill>
            </a:endParaRPr>
          </a:p>
        </p:txBody>
      </p:sp>
      <p:sp>
        <p:nvSpPr>
          <p:cNvPr id="404" name="Rectángulo: esquinas redondeadas 403">
            <a:extLst>
              <a:ext uri="{FF2B5EF4-FFF2-40B4-BE49-F238E27FC236}">
                <a16:creationId xmlns:a16="http://schemas.microsoft.com/office/drawing/2014/main" id="{27A5B188-B266-4132-B250-6A5F7929BFB0}"/>
              </a:ext>
            </a:extLst>
          </p:cNvPr>
          <p:cNvSpPr/>
          <p:nvPr/>
        </p:nvSpPr>
        <p:spPr>
          <a:xfrm>
            <a:off x="2573485" y="1249881"/>
            <a:ext cx="1190259" cy="970820"/>
          </a:xfrm>
          <a:prstGeom prst="roundRect">
            <a:avLst>
              <a:gd name="adj" fmla="val 8245"/>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06" name="Imagen 405">
            <a:extLst>
              <a:ext uri="{FF2B5EF4-FFF2-40B4-BE49-F238E27FC236}">
                <a16:creationId xmlns:a16="http://schemas.microsoft.com/office/drawing/2014/main" id="{0BCDF63E-70F9-420C-9BC2-9965B0B3B3AD}"/>
              </a:ext>
            </a:extLst>
          </p:cNvPr>
          <p:cNvPicPr>
            <a:picLocks noChangeAspect="1"/>
          </p:cNvPicPr>
          <p:nvPr/>
        </p:nvPicPr>
        <p:blipFill>
          <a:blip r:embed="rId4"/>
          <a:stretch>
            <a:fillRect/>
          </a:stretch>
        </p:blipFill>
        <p:spPr>
          <a:xfrm>
            <a:off x="2656677" y="1553977"/>
            <a:ext cx="705036" cy="489524"/>
          </a:xfrm>
          <a:prstGeom prst="rect">
            <a:avLst/>
          </a:prstGeom>
        </p:spPr>
      </p:pic>
      <p:pic>
        <p:nvPicPr>
          <p:cNvPr id="408" name="Imagen 407">
            <a:extLst>
              <a:ext uri="{FF2B5EF4-FFF2-40B4-BE49-F238E27FC236}">
                <a16:creationId xmlns:a16="http://schemas.microsoft.com/office/drawing/2014/main" id="{0F7E1425-FE17-45F6-BBD8-6DCE148C9895}"/>
              </a:ext>
            </a:extLst>
          </p:cNvPr>
          <p:cNvPicPr>
            <a:picLocks noChangeAspect="1"/>
          </p:cNvPicPr>
          <p:nvPr/>
        </p:nvPicPr>
        <p:blipFill>
          <a:blip r:embed="rId5"/>
          <a:stretch>
            <a:fillRect/>
          </a:stretch>
        </p:blipFill>
        <p:spPr>
          <a:xfrm rot="16200000">
            <a:off x="3241917" y="1619464"/>
            <a:ext cx="640365" cy="172406"/>
          </a:xfrm>
          <a:prstGeom prst="rect">
            <a:avLst/>
          </a:prstGeom>
        </p:spPr>
      </p:pic>
      <p:grpSp>
        <p:nvGrpSpPr>
          <p:cNvPr id="418" name="Grupo 417">
            <a:extLst>
              <a:ext uri="{FF2B5EF4-FFF2-40B4-BE49-F238E27FC236}">
                <a16:creationId xmlns:a16="http://schemas.microsoft.com/office/drawing/2014/main" id="{DE2D13B0-7955-48E3-95BC-414E4B90FC60}"/>
              </a:ext>
            </a:extLst>
          </p:cNvPr>
          <p:cNvGrpSpPr/>
          <p:nvPr/>
        </p:nvGrpSpPr>
        <p:grpSpPr>
          <a:xfrm>
            <a:off x="365339" y="1075713"/>
            <a:ext cx="1493113" cy="1216151"/>
            <a:chOff x="223811" y="1034909"/>
            <a:chExt cx="1990817" cy="1621535"/>
          </a:xfrm>
        </p:grpSpPr>
        <p:sp>
          <p:nvSpPr>
            <p:cNvPr id="419" name="Rectángulo: esquinas redondeadas 418">
              <a:extLst>
                <a:ext uri="{FF2B5EF4-FFF2-40B4-BE49-F238E27FC236}">
                  <a16:creationId xmlns:a16="http://schemas.microsoft.com/office/drawing/2014/main" id="{BE7C4ABA-EB1E-4460-92B9-79833E277C44}"/>
                </a:ext>
              </a:extLst>
            </p:cNvPr>
            <p:cNvSpPr/>
            <p:nvPr/>
          </p:nvSpPr>
          <p:spPr>
            <a:xfrm>
              <a:off x="223811" y="1034909"/>
              <a:ext cx="1990817" cy="1621535"/>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000">
                <a:solidFill>
                  <a:schemeClr val="tx1"/>
                </a:solidFill>
              </a:endParaRPr>
            </a:p>
          </p:txBody>
        </p:sp>
        <p:grpSp>
          <p:nvGrpSpPr>
            <p:cNvPr id="420" name="Grupo 419">
              <a:extLst>
                <a:ext uri="{FF2B5EF4-FFF2-40B4-BE49-F238E27FC236}">
                  <a16:creationId xmlns:a16="http://schemas.microsoft.com/office/drawing/2014/main" id="{D4B967F5-D699-4FE7-B054-FFECA9EBB892}"/>
                </a:ext>
              </a:extLst>
            </p:cNvPr>
            <p:cNvGrpSpPr/>
            <p:nvPr/>
          </p:nvGrpSpPr>
          <p:grpSpPr>
            <a:xfrm>
              <a:off x="318741" y="1639634"/>
              <a:ext cx="1789734" cy="835676"/>
              <a:chOff x="671418" y="3510518"/>
              <a:chExt cx="1202155" cy="765396"/>
            </a:xfrm>
          </p:grpSpPr>
          <p:sp>
            <p:nvSpPr>
              <p:cNvPr id="423" name="3 Rectángulo">
                <a:extLst>
                  <a:ext uri="{FF2B5EF4-FFF2-40B4-BE49-F238E27FC236}">
                    <a16:creationId xmlns:a16="http://schemas.microsoft.com/office/drawing/2014/main" id="{D2A420AE-BE7A-4EC3-871D-74C9016DB6CC}"/>
                  </a:ext>
                </a:extLst>
              </p:cNvPr>
              <p:cNvSpPr>
                <a:spLocks noChangeArrowheads="1"/>
              </p:cNvSpPr>
              <p:nvPr/>
            </p:nvSpPr>
            <p:spPr bwMode="auto">
              <a:xfrm>
                <a:off x="671418" y="3510518"/>
                <a:ext cx="1176655" cy="30846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7749" tIns="48875" rIns="97749" bIns="48875">
                <a:spAutoFit/>
              </a:bodyPr>
              <a:lstStyle>
                <a:lvl1pPr defTabSz="977900" eaLnBrk="0" hangingPunct="0">
                  <a:buClr>
                    <a:srgbClr val="FF0000"/>
                  </a:buClr>
                  <a:buChar char="w"/>
                  <a:defRPr sz="2400" b="1">
                    <a:solidFill>
                      <a:srgbClr val="FF0000"/>
                    </a:solidFill>
                    <a:latin typeface="Arial" panose="020B0604020202020204" pitchFamily="34" charset="0"/>
                  </a:defRPr>
                </a:lvl1pPr>
                <a:lvl2pPr marL="742950" indent="-285750" defTabSz="977900" eaLnBrk="0" hangingPunct="0">
                  <a:buClr>
                    <a:schemeClr val="bg2"/>
                  </a:buClr>
                  <a:buChar char="§"/>
                  <a:defRPr sz="2600">
                    <a:solidFill>
                      <a:srgbClr val="808080"/>
                    </a:solidFill>
                    <a:latin typeface="Arial" panose="020B0604020202020204" pitchFamily="34" charset="0"/>
                  </a:defRPr>
                </a:lvl2pPr>
                <a:lvl3pPr marL="1143000" indent="-228600" defTabSz="9779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defTabSz="9779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defTabSz="9779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defTabSz="9779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defTabSz="9779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defTabSz="9779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defTabSz="9779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eaLnBrk="1" hangingPunct="1">
                  <a:buClr>
                    <a:schemeClr val="accent2"/>
                  </a:buClr>
                  <a:buFont typeface="Wingdings" panose="05000000000000000000" pitchFamily="2" charset="2"/>
                  <a:buNone/>
                </a:pPr>
                <a:endParaRPr lang="es-ES" altLang="es-ES" sz="1000" b="0" dirty="0">
                  <a:solidFill>
                    <a:schemeClr val="tx1"/>
                  </a:solidFill>
                </a:endParaRPr>
              </a:p>
            </p:txBody>
          </p:sp>
          <p:pic>
            <p:nvPicPr>
              <p:cNvPr id="424" name="Picture 3">
                <a:extLst>
                  <a:ext uri="{FF2B5EF4-FFF2-40B4-BE49-F238E27FC236}">
                    <a16:creationId xmlns:a16="http://schemas.microsoft.com/office/drawing/2014/main" id="{D8C8CF73-8BFF-4F15-A4ED-CF0CDC4063A2}"/>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50049" y="3521356"/>
                <a:ext cx="874766" cy="3860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25" name="2 CuadroTexto">
                <a:extLst>
                  <a:ext uri="{FF2B5EF4-FFF2-40B4-BE49-F238E27FC236}">
                    <a16:creationId xmlns:a16="http://schemas.microsoft.com/office/drawing/2014/main" id="{1F9A2C4C-6B4A-4654-9538-9398A1FDF8D5}"/>
                  </a:ext>
                </a:extLst>
              </p:cNvPr>
              <p:cNvSpPr txBox="1">
                <a:spLocks noChangeArrowheads="1"/>
              </p:cNvSpPr>
              <p:nvPr/>
            </p:nvSpPr>
            <p:spPr bwMode="auto">
              <a:xfrm>
                <a:off x="671418" y="3975228"/>
                <a:ext cx="1202155" cy="300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buClr>
                    <a:srgbClr val="FF0000"/>
                  </a:buClr>
                  <a:buChar char="w"/>
                  <a:defRPr sz="2400" b="1">
                    <a:solidFill>
                      <a:srgbClr val="FF0000"/>
                    </a:solidFill>
                    <a:latin typeface="Arial" panose="020B0604020202020204" pitchFamily="34" charset="0"/>
                  </a:defRPr>
                </a:lvl1pPr>
                <a:lvl2pPr marL="742950" indent="-285750" eaLnBrk="0" hangingPunct="0">
                  <a:buClr>
                    <a:schemeClr val="bg2"/>
                  </a:buClr>
                  <a:buChar char="§"/>
                  <a:defRPr sz="2600">
                    <a:solidFill>
                      <a:srgbClr val="808080"/>
                    </a:solidFill>
                    <a:latin typeface="Arial" panose="020B0604020202020204" pitchFamily="34" charset="0"/>
                  </a:defRPr>
                </a:lvl2pPr>
                <a:lvl3pPr marL="11430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1000" dirty="0">
                    <a:solidFill>
                      <a:schemeClr val="tx1"/>
                    </a:solidFill>
                  </a:rPr>
                  <a:t>BackOffice App</a:t>
                </a:r>
              </a:p>
            </p:txBody>
          </p:sp>
        </p:grpSp>
        <p:sp>
          <p:nvSpPr>
            <p:cNvPr id="421" name="CuadroTexto 420">
              <a:extLst>
                <a:ext uri="{FF2B5EF4-FFF2-40B4-BE49-F238E27FC236}">
                  <a16:creationId xmlns:a16="http://schemas.microsoft.com/office/drawing/2014/main" id="{8646A814-D46F-42E2-AF17-4D2D2850660D}"/>
                </a:ext>
              </a:extLst>
            </p:cNvPr>
            <p:cNvSpPr txBox="1"/>
            <p:nvPr/>
          </p:nvSpPr>
          <p:spPr>
            <a:xfrm>
              <a:off x="899814" y="1168949"/>
              <a:ext cx="675839" cy="533480"/>
            </a:xfrm>
            <a:prstGeom prst="rect">
              <a:avLst/>
            </a:prstGeom>
            <a:noFill/>
          </p:spPr>
          <p:txBody>
            <a:bodyPr wrap="square" rtlCol="0">
              <a:spAutoFit/>
            </a:bodyPr>
            <a:lstStyle/>
            <a:p>
              <a:r>
                <a:rPr lang="es-ES" sz="1000" b="1" dirty="0" err="1">
                  <a:solidFill>
                    <a:srgbClr val="1BB3BC"/>
                  </a:solidFill>
                </a:rPr>
                <a:t>Backoffice</a:t>
              </a:r>
              <a:endParaRPr lang="es-ES" sz="1000" b="1" dirty="0">
                <a:solidFill>
                  <a:srgbClr val="1BB3BC"/>
                </a:solidFill>
              </a:endParaRPr>
            </a:p>
          </p:txBody>
        </p:sp>
        <p:pic>
          <p:nvPicPr>
            <p:cNvPr id="422" name="Imagen 421">
              <a:extLst>
                <a:ext uri="{FF2B5EF4-FFF2-40B4-BE49-F238E27FC236}">
                  <a16:creationId xmlns:a16="http://schemas.microsoft.com/office/drawing/2014/main" id="{0EE9856A-6CF8-48F4-990E-78C4854A11B0}"/>
                </a:ext>
              </a:extLst>
            </p:cNvPr>
            <p:cNvPicPr>
              <a:picLocks noChangeAspect="1"/>
            </p:cNvPicPr>
            <p:nvPr/>
          </p:nvPicPr>
          <p:blipFill rotWithShape="1">
            <a:blip r:embed="rId7">
              <a:extLst>
                <a:ext uri="{28A0092B-C50C-407E-A947-70E740481C1C}">
                  <a14:useLocalDpi xmlns:a14="http://schemas.microsoft.com/office/drawing/2010/main" val="0"/>
                </a:ext>
              </a:extLst>
            </a:blip>
            <a:srcRect l="-1" t="-7238" r="79476" b="-12379"/>
            <a:stretch/>
          </p:blipFill>
          <p:spPr>
            <a:xfrm>
              <a:off x="364361" y="1119829"/>
              <a:ext cx="420395" cy="556364"/>
            </a:xfrm>
            <a:prstGeom prst="rect">
              <a:avLst/>
            </a:prstGeom>
          </p:spPr>
        </p:pic>
      </p:grpSp>
      <p:sp>
        <p:nvSpPr>
          <p:cNvPr id="440" name="Oval 18">
            <a:extLst>
              <a:ext uri="{FF2B5EF4-FFF2-40B4-BE49-F238E27FC236}">
                <a16:creationId xmlns:a16="http://schemas.microsoft.com/office/drawing/2014/main" id="{1F63DC19-DADC-4C04-9681-319962813A9A}"/>
              </a:ext>
            </a:extLst>
          </p:cNvPr>
          <p:cNvSpPr>
            <a:spLocks noChangeArrowheads="1"/>
          </p:cNvSpPr>
          <p:nvPr/>
        </p:nvSpPr>
        <p:spPr bwMode="auto">
          <a:xfrm>
            <a:off x="1299187" y="664254"/>
            <a:ext cx="226800" cy="227917"/>
          </a:xfrm>
          <a:prstGeom prst="ellipse">
            <a:avLst/>
          </a:prstGeom>
          <a:solidFill>
            <a:srgbClr val="FFC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eaLnBrk="1" hangingPunct="1">
              <a:spcBef>
                <a:spcPct val="0"/>
              </a:spcBef>
              <a:buClrTx/>
              <a:buSzTx/>
              <a:buFontTx/>
              <a:buNone/>
            </a:pPr>
            <a:r>
              <a:rPr lang="es-ES" altLang="es-ES" sz="1200" dirty="0">
                <a:solidFill>
                  <a:schemeClr val="bg1"/>
                </a:solidFill>
              </a:rPr>
              <a:t>M</a:t>
            </a:r>
          </a:p>
        </p:txBody>
      </p:sp>
      <p:cxnSp>
        <p:nvCxnSpPr>
          <p:cNvPr id="465" name="25 Conector recto de flecha">
            <a:extLst>
              <a:ext uri="{FF2B5EF4-FFF2-40B4-BE49-F238E27FC236}">
                <a16:creationId xmlns:a16="http://schemas.microsoft.com/office/drawing/2014/main" id="{CE924467-CEF1-4D35-9993-C6ECEB6C44C7}"/>
              </a:ext>
            </a:extLst>
          </p:cNvPr>
          <p:cNvCxnSpPr>
            <a:cxnSpLocks/>
            <a:stCxn id="419" idx="3"/>
            <a:endCxn id="404" idx="1"/>
          </p:cNvCxnSpPr>
          <p:nvPr/>
        </p:nvCxnSpPr>
        <p:spPr bwMode="auto">
          <a:xfrm>
            <a:off x="1858452" y="1683789"/>
            <a:ext cx="715033" cy="51502"/>
          </a:xfrm>
          <a:prstGeom prst="straightConnector1">
            <a:avLst/>
          </a:prstGeom>
          <a:ln w="254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75" name="Rectángulo: esquinas redondeadas 274">
            <a:extLst>
              <a:ext uri="{FF2B5EF4-FFF2-40B4-BE49-F238E27FC236}">
                <a16:creationId xmlns:a16="http://schemas.microsoft.com/office/drawing/2014/main" id="{87CE3491-C072-4E7A-98AB-F0A1F8320476}"/>
              </a:ext>
            </a:extLst>
          </p:cNvPr>
          <p:cNvSpPr/>
          <p:nvPr/>
        </p:nvSpPr>
        <p:spPr>
          <a:xfrm>
            <a:off x="12041362" y="-1047980"/>
            <a:ext cx="45719" cy="97979"/>
          </a:xfrm>
          <a:prstGeom prst="roundRect">
            <a:avLst/>
          </a:prstGeom>
          <a:solidFill>
            <a:schemeClr val="bg2"/>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endParaRPr lang="es-ES" b="1" dirty="0">
              <a:solidFill>
                <a:prstClr val="black"/>
              </a:solidFill>
            </a:endParaRPr>
          </a:p>
        </p:txBody>
      </p:sp>
      <p:cxnSp>
        <p:nvCxnSpPr>
          <p:cNvPr id="255" name="451 Conector recto de flecha">
            <a:extLst>
              <a:ext uri="{FF2B5EF4-FFF2-40B4-BE49-F238E27FC236}">
                <a16:creationId xmlns:a16="http://schemas.microsoft.com/office/drawing/2014/main" id="{D3E02DA4-9824-4961-8AF4-30113638FFF0}"/>
              </a:ext>
            </a:extLst>
          </p:cNvPr>
          <p:cNvCxnSpPr>
            <a:cxnSpLocks/>
          </p:cNvCxnSpPr>
          <p:nvPr/>
        </p:nvCxnSpPr>
        <p:spPr bwMode="auto">
          <a:xfrm>
            <a:off x="3756260" y="1749181"/>
            <a:ext cx="127248" cy="0"/>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nvGrpSpPr>
          <p:cNvPr id="296" name="Grupo 295">
            <a:extLst>
              <a:ext uri="{FF2B5EF4-FFF2-40B4-BE49-F238E27FC236}">
                <a16:creationId xmlns:a16="http://schemas.microsoft.com/office/drawing/2014/main" id="{17EC0C55-889B-4ED1-99E3-DEBFFCD8CAC7}"/>
              </a:ext>
            </a:extLst>
          </p:cNvPr>
          <p:cNvGrpSpPr/>
          <p:nvPr/>
        </p:nvGrpSpPr>
        <p:grpSpPr>
          <a:xfrm>
            <a:off x="9768477" y="146028"/>
            <a:ext cx="2423523" cy="1836570"/>
            <a:chOff x="10867610" y="636814"/>
            <a:chExt cx="2423523" cy="1836570"/>
          </a:xfrm>
        </p:grpSpPr>
        <p:grpSp>
          <p:nvGrpSpPr>
            <p:cNvPr id="297" name="Grupo 296">
              <a:extLst>
                <a:ext uri="{FF2B5EF4-FFF2-40B4-BE49-F238E27FC236}">
                  <a16:creationId xmlns:a16="http://schemas.microsoft.com/office/drawing/2014/main" id="{C1657489-804A-40E2-A23D-E7B9DF8DF05D}"/>
                </a:ext>
              </a:extLst>
            </p:cNvPr>
            <p:cNvGrpSpPr/>
            <p:nvPr/>
          </p:nvGrpSpPr>
          <p:grpSpPr>
            <a:xfrm>
              <a:off x="10867610" y="636814"/>
              <a:ext cx="2423523" cy="1836570"/>
              <a:chOff x="10867610" y="7221"/>
              <a:chExt cx="2423523" cy="1836570"/>
            </a:xfrm>
          </p:grpSpPr>
          <p:grpSp>
            <p:nvGrpSpPr>
              <p:cNvPr id="310" name="Grupo 309">
                <a:extLst>
                  <a:ext uri="{FF2B5EF4-FFF2-40B4-BE49-F238E27FC236}">
                    <a16:creationId xmlns:a16="http://schemas.microsoft.com/office/drawing/2014/main" id="{C94BC4C2-BFC2-4B9D-84DC-39095D6BF794}"/>
                  </a:ext>
                </a:extLst>
              </p:cNvPr>
              <p:cNvGrpSpPr/>
              <p:nvPr/>
            </p:nvGrpSpPr>
            <p:grpSpPr>
              <a:xfrm>
                <a:off x="10867610" y="7221"/>
                <a:ext cx="2423523" cy="1836570"/>
                <a:chOff x="10862655" y="8898"/>
                <a:chExt cx="2423523" cy="1836570"/>
              </a:xfrm>
            </p:grpSpPr>
            <p:sp>
              <p:nvSpPr>
                <p:cNvPr id="317" name="Rectangle 331">
                  <a:extLst>
                    <a:ext uri="{FF2B5EF4-FFF2-40B4-BE49-F238E27FC236}">
                      <a16:creationId xmlns:a16="http://schemas.microsoft.com/office/drawing/2014/main" id="{7E19C4C3-63DE-40C7-A271-27D4FB24A588}"/>
                    </a:ext>
                  </a:extLst>
                </p:cNvPr>
                <p:cNvSpPr>
                  <a:spLocks noChangeArrowheads="1"/>
                </p:cNvSpPr>
                <p:nvPr/>
              </p:nvSpPr>
              <p:spPr bwMode="auto">
                <a:xfrm>
                  <a:off x="10862655" y="52180"/>
                  <a:ext cx="2266574" cy="1793288"/>
                </a:xfrm>
                <a:prstGeom prst="rect">
                  <a:avLst/>
                </a:prstGeom>
                <a:solidFill>
                  <a:schemeClr val="bg1"/>
                </a:solidFill>
                <a:ln>
                  <a:solidFill>
                    <a:srgbClr val="FF0000"/>
                  </a:solidFill>
                  <a:headEnd/>
                  <a:tailEnd/>
                </a:ln>
              </p:spPr>
              <p:style>
                <a:lnRef idx="1">
                  <a:schemeClr val="accent2"/>
                </a:lnRef>
                <a:fillRef idx="2">
                  <a:schemeClr val="accent2"/>
                </a:fillRef>
                <a:effectRef idx="1">
                  <a:schemeClr val="accent2"/>
                </a:effectRef>
                <a:fontRef idx="minor">
                  <a:schemeClr val="dk1"/>
                </a:fontRef>
              </p:style>
              <p:txBody>
                <a:bodyPr wrap="none">
                  <a:flatTx/>
                </a:bodyPr>
                <a:lstStyle/>
                <a:p>
                  <a:pPr>
                    <a:defRPr/>
                  </a:pPr>
                  <a:endParaRPr lang="en-US" sz="1100" b="1" dirty="0">
                    <a:solidFill>
                      <a:sysClr val="windowText" lastClr="000000"/>
                    </a:solidFill>
                  </a:endParaRPr>
                </a:p>
              </p:txBody>
            </p:sp>
            <p:cxnSp>
              <p:nvCxnSpPr>
                <p:cNvPr id="318" name="25 Conector recto de flecha">
                  <a:extLst>
                    <a:ext uri="{FF2B5EF4-FFF2-40B4-BE49-F238E27FC236}">
                      <a16:creationId xmlns:a16="http://schemas.microsoft.com/office/drawing/2014/main" id="{87FBF287-C554-4B8B-88C4-674A78E6F561}"/>
                    </a:ext>
                  </a:extLst>
                </p:cNvPr>
                <p:cNvCxnSpPr/>
                <p:nvPr/>
              </p:nvCxnSpPr>
              <p:spPr bwMode="auto">
                <a:xfrm>
                  <a:off x="11015682" y="281813"/>
                  <a:ext cx="256340" cy="4026"/>
                </a:xfrm>
                <a:prstGeom prst="straightConnector1">
                  <a:avLst/>
                </a:prstGeom>
                <a:ln w="254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320" name="TextBox 366">
                  <a:extLst>
                    <a:ext uri="{FF2B5EF4-FFF2-40B4-BE49-F238E27FC236}">
                      <a16:creationId xmlns:a16="http://schemas.microsoft.com/office/drawing/2014/main" id="{BB854BD6-358B-4D68-BCFA-F8A3A7D88CA7}"/>
                    </a:ext>
                  </a:extLst>
                </p:cNvPr>
                <p:cNvSpPr txBox="1"/>
                <p:nvPr/>
              </p:nvSpPr>
              <p:spPr bwMode="auto">
                <a:xfrm>
                  <a:off x="12456843" y="8898"/>
                  <a:ext cx="829335" cy="214666"/>
                </a:xfrm>
                <a:prstGeom prst="rect">
                  <a:avLst/>
                </a:prstGeom>
                <a:noFill/>
              </p:spPr>
              <p:txBody>
                <a:bodyPr wrap="none">
                  <a:spAutoFit/>
                </a:bodyPr>
                <a:lstStyle/>
                <a:p>
                  <a:pPr>
                    <a:defRPr/>
                  </a:pPr>
                  <a:r>
                    <a:rPr lang="es-ES" sz="1050" b="1" dirty="0">
                      <a:solidFill>
                        <a:srgbClr val="000000"/>
                      </a:solidFill>
                      <a:latin typeface="Calibri" pitchFamily="34" charset="0"/>
                      <a:cs typeface="Arial" charset="0"/>
                    </a:rPr>
                    <a:t>LEYENDA</a:t>
                  </a:r>
                </a:p>
              </p:txBody>
            </p:sp>
            <p:cxnSp>
              <p:nvCxnSpPr>
                <p:cNvPr id="321" name="25 Conector recto de flecha">
                  <a:extLst>
                    <a:ext uri="{FF2B5EF4-FFF2-40B4-BE49-F238E27FC236}">
                      <a16:creationId xmlns:a16="http://schemas.microsoft.com/office/drawing/2014/main" id="{31098330-3C37-47CA-AC2F-E4F019F2A1B5}"/>
                    </a:ext>
                  </a:extLst>
                </p:cNvPr>
                <p:cNvCxnSpPr/>
                <p:nvPr/>
              </p:nvCxnSpPr>
              <p:spPr bwMode="auto">
                <a:xfrm>
                  <a:off x="11987283" y="283836"/>
                  <a:ext cx="256340" cy="402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2" name="TextBox 181">
                  <a:extLst>
                    <a:ext uri="{FF2B5EF4-FFF2-40B4-BE49-F238E27FC236}">
                      <a16:creationId xmlns:a16="http://schemas.microsoft.com/office/drawing/2014/main" id="{2D704167-2E4C-44A6-BC3F-81DAE49B2B55}"/>
                    </a:ext>
                  </a:extLst>
                </p:cNvPr>
                <p:cNvSpPr txBox="1">
                  <a:spLocks noChangeArrowheads="1"/>
                </p:cNvSpPr>
                <p:nvPr/>
              </p:nvSpPr>
              <p:spPr bwMode="auto">
                <a:xfrm>
                  <a:off x="12224665" y="167725"/>
                  <a:ext cx="41549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r>
                    <a:rPr lang="es-ES" altLang="es-ES" sz="900" b="0" dirty="0">
                      <a:solidFill>
                        <a:srgbClr val="000000"/>
                      </a:solidFill>
                      <a:latin typeface="Calibri" pitchFamily="34" charset="0"/>
                      <a:cs typeface="Arial" charset="0"/>
                    </a:rPr>
                    <a:t>mqtt</a:t>
                  </a:r>
                </a:p>
              </p:txBody>
            </p:sp>
            <p:sp>
              <p:nvSpPr>
                <p:cNvPr id="323" name="TextBox 181">
                  <a:extLst>
                    <a:ext uri="{FF2B5EF4-FFF2-40B4-BE49-F238E27FC236}">
                      <a16:creationId xmlns:a16="http://schemas.microsoft.com/office/drawing/2014/main" id="{A0FB88CB-35AE-4023-9487-6C33A8F4B4AD}"/>
                    </a:ext>
                  </a:extLst>
                </p:cNvPr>
                <p:cNvSpPr txBox="1">
                  <a:spLocks noChangeArrowheads="1"/>
                </p:cNvSpPr>
                <p:nvPr/>
              </p:nvSpPr>
              <p:spPr bwMode="auto">
                <a:xfrm>
                  <a:off x="11217241" y="176130"/>
                  <a:ext cx="40107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r>
                    <a:rPr lang="es-ES" altLang="es-ES" sz="800" b="0" dirty="0">
                      <a:solidFill>
                        <a:srgbClr val="000000"/>
                      </a:solidFill>
                      <a:latin typeface="Calibri" pitchFamily="34" charset="0"/>
                      <a:cs typeface="Arial" charset="0"/>
                    </a:rPr>
                    <a:t>HTTP</a:t>
                  </a:r>
                </a:p>
              </p:txBody>
            </p:sp>
            <p:cxnSp>
              <p:nvCxnSpPr>
                <p:cNvPr id="324" name="25 Conector recto de flecha">
                  <a:extLst>
                    <a:ext uri="{FF2B5EF4-FFF2-40B4-BE49-F238E27FC236}">
                      <a16:creationId xmlns:a16="http://schemas.microsoft.com/office/drawing/2014/main" id="{BC2051E9-A9CB-47FF-8CB8-EF5DAECA8C9B}"/>
                    </a:ext>
                  </a:extLst>
                </p:cNvPr>
                <p:cNvCxnSpPr/>
                <p:nvPr/>
              </p:nvCxnSpPr>
              <p:spPr bwMode="auto">
                <a:xfrm>
                  <a:off x="11020707" y="457299"/>
                  <a:ext cx="256340" cy="4026"/>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25" name="TextBox 181">
                  <a:extLst>
                    <a:ext uri="{FF2B5EF4-FFF2-40B4-BE49-F238E27FC236}">
                      <a16:creationId xmlns:a16="http://schemas.microsoft.com/office/drawing/2014/main" id="{F4A2D6C9-C79E-43B1-9B7A-20DC37FD555D}"/>
                    </a:ext>
                  </a:extLst>
                </p:cNvPr>
                <p:cNvSpPr txBox="1">
                  <a:spLocks noChangeArrowheads="1"/>
                </p:cNvSpPr>
                <p:nvPr/>
              </p:nvSpPr>
              <p:spPr bwMode="auto">
                <a:xfrm>
                  <a:off x="11215636" y="353317"/>
                  <a:ext cx="44755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r>
                    <a:rPr lang="es-ES" altLang="es-ES" sz="800" b="0" dirty="0">
                      <a:solidFill>
                        <a:srgbClr val="000000"/>
                      </a:solidFill>
                      <a:latin typeface="Calibri" pitchFamily="34" charset="0"/>
                      <a:cs typeface="Arial" charset="0"/>
                    </a:rPr>
                    <a:t>HTTPS</a:t>
                  </a:r>
                </a:p>
              </p:txBody>
            </p:sp>
            <p:cxnSp>
              <p:nvCxnSpPr>
                <p:cNvPr id="326" name="25 Conector recto de flecha">
                  <a:extLst>
                    <a:ext uri="{FF2B5EF4-FFF2-40B4-BE49-F238E27FC236}">
                      <a16:creationId xmlns:a16="http://schemas.microsoft.com/office/drawing/2014/main" id="{515AC670-F1FF-42B6-9E33-75C00185D9E3}"/>
                    </a:ext>
                  </a:extLst>
                </p:cNvPr>
                <p:cNvCxnSpPr/>
                <p:nvPr/>
              </p:nvCxnSpPr>
              <p:spPr bwMode="auto">
                <a:xfrm>
                  <a:off x="11997585" y="453825"/>
                  <a:ext cx="256340" cy="4026"/>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27" name="TextBox 181">
                  <a:extLst>
                    <a:ext uri="{FF2B5EF4-FFF2-40B4-BE49-F238E27FC236}">
                      <a16:creationId xmlns:a16="http://schemas.microsoft.com/office/drawing/2014/main" id="{985C1246-6BC5-40CA-A11E-CF5AE384ACBA}"/>
                    </a:ext>
                  </a:extLst>
                </p:cNvPr>
                <p:cNvSpPr txBox="1">
                  <a:spLocks noChangeArrowheads="1"/>
                </p:cNvSpPr>
                <p:nvPr/>
              </p:nvSpPr>
              <p:spPr bwMode="auto">
                <a:xfrm>
                  <a:off x="12224129" y="350299"/>
                  <a:ext cx="663202" cy="216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r>
                    <a:rPr lang="es-ES" altLang="es-ES" sz="800" b="0" dirty="0">
                      <a:solidFill>
                        <a:srgbClr val="000000"/>
                      </a:solidFill>
                      <a:latin typeface="Calibri" pitchFamily="34" charset="0"/>
                      <a:cs typeface="Arial" charset="0"/>
                    </a:rPr>
                    <a:t>REST/JSON </a:t>
                  </a:r>
                </a:p>
              </p:txBody>
            </p:sp>
            <p:sp>
              <p:nvSpPr>
                <p:cNvPr id="328" name="CuadroTexto 327">
                  <a:extLst>
                    <a:ext uri="{FF2B5EF4-FFF2-40B4-BE49-F238E27FC236}">
                      <a16:creationId xmlns:a16="http://schemas.microsoft.com/office/drawing/2014/main" id="{F584ED03-6976-48F3-ADD1-00BB9AF3DE53}"/>
                    </a:ext>
                  </a:extLst>
                </p:cNvPr>
                <p:cNvSpPr txBox="1"/>
                <p:nvPr/>
              </p:nvSpPr>
              <p:spPr>
                <a:xfrm>
                  <a:off x="11338767" y="944658"/>
                  <a:ext cx="669426" cy="200055"/>
                </a:xfrm>
                <a:prstGeom prst="rect">
                  <a:avLst/>
                </a:prstGeom>
                <a:noFill/>
              </p:spPr>
              <p:txBody>
                <a:bodyPr wrap="square" rtlCol="0">
                  <a:spAutoFit/>
                </a:bodyPr>
                <a:lstStyle/>
                <a:p>
                  <a:r>
                    <a:rPr lang="es-ES" sz="700" dirty="0"/>
                    <a:t>Token App</a:t>
                  </a:r>
                </a:p>
              </p:txBody>
            </p:sp>
            <p:grpSp>
              <p:nvGrpSpPr>
                <p:cNvPr id="329" name="Grupo 328">
                  <a:extLst>
                    <a:ext uri="{FF2B5EF4-FFF2-40B4-BE49-F238E27FC236}">
                      <a16:creationId xmlns:a16="http://schemas.microsoft.com/office/drawing/2014/main" id="{6FE27894-EC08-46B8-8E22-77843492A4B6}"/>
                    </a:ext>
                  </a:extLst>
                </p:cNvPr>
                <p:cNvGrpSpPr/>
                <p:nvPr/>
              </p:nvGrpSpPr>
              <p:grpSpPr>
                <a:xfrm>
                  <a:off x="11961017" y="797400"/>
                  <a:ext cx="312855" cy="160018"/>
                  <a:chOff x="10457075" y="2470064"/>
                  <a:chExt cx="431319" cy="225978"/>
                </a:xfrm>
              </p:grpSpPr>
              <p:sp>
                <p:nvSpPr>
                  <p:cNvPr id="352" name="Rectángulo 351">
                    <a:extLst>
                      <a:ext uri="{FF2B5EF4-FFF2-40B4-BE49-F238E27FC236}">
                        <a16:creationId xmlns:a16="http://schemas.microsoft.com/office/drawing/2014/main" id="{04ACDD06-FC2A-4352-88C7-6C138B84F05F}"/>
                      </a:ext>
                    </a:extLst>
                  </p:cNvPr>
                  <p:cNvSpPr/>
                  <p:nvPr/>
                </p:nvSpPr>
                <p:spPr>
                  <a:xfrm>
                    <a:off x="10457075" y="2470064"/>
                    <a:ext cx="431319" cy="22597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53" name="Rectángulo 352">
                    <a:extLst>
                      <a:ext uri="{FF2B5EF4-FFF2-40B4-BE49-F238E27FC236}">
                        <a16:creationId xmlns:a16="http://schemas.microsoft.com/office/drawing/2014/main" id="{F32440F8-412E-467A-B974-E64B50D4631E}"/>
                      </a:ext>
                    </a:extLst>
                  </p:cNvPr>
                  <p:cNvSpPr/>
                  <p:nvPr/>
                </p:nvSpPr>
                <p:spPr>
                  <a:xfrm>
                    <a:off x="10526090" y="2539957"/>
                    <a:ext cx="290153" cy="953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grpSp>
            <p:sp>
              <p:nvSpPr>
                <p:cNvPr id="330" name="CuadroTexto 329">
                  <a:extLst>
                    <a:ext uri="{FF2B5EF4-FFF2-40B4-BE49-F238E27FC236}">
                      <a16:creationId xmlns:a16="http://schemas.microsoft.com/office/drawing/2014/main" id="{94AE42DD-0294-4C68-9180-8CEEAFF021A8}"/>
                    </a:ext>
                  </a:extLst>
                </p:cNvPr>
                <p:cNvSpPr txBox="1"/>
                <p:nvPr/>
              </p:nvSpPr>
              <p:spPr>
                <a:xfrm>
                  <a:off x="12307497" y="743712"/>
                  <a:ext cx="669426" cy="200055"/>
                </a:xfrm>
                <a:prstGeom prst="rect">
                  <a:avLst/>
                </a:prstGeom>
                <a:noFill/>
              </p:spPr>
              <p:txBody>
                <a:bodyPr wrap="square" rtlCol="0">
                  <a:spAutoFit/>
                </a:bodyPr>
                <a:lstStyle/>
                <a:p>
                  <a:r>
                    <a:rPr lang="es-ES" sz="700" dirty="0"/>
                    <a:t>Token JWT </a:t>
                  </a:r>
                </a:p>
              </p:txBody>
            </p:sp>
            <p:cxnSp>
              <p:nvCxnSpPr>
                <p:cNvPr id="331" name="25 Conector recto de flecha">
                  <a:extLst>
                    <a:ext uri="{FF2B5EF4-FFF2-40B4-BE49-F238E27FC236}">
                      <a16:creationId xmlns:a16="http://schemas.microsoft.com/office/drawing/2014/main" id="{1DBCE5AA-720C-44D5-94E5-158EC3C1D724}"/>
                    </a:ext>
                  </a:extLst>
                </p:cNvPr>
                <p:cNvCxnSpPr>
                  <a:cxnSpLocks/>
                </p:cNvCxnSpPr>
                <p:nvPr/>
              </p:nvCxnSpPr>
              <p:spPr bwMode="auto">
                <a:xfrm>
                  <a:off x="11028492" y="633022"/>
                  <a:ext cx="256340" cy="4026"/>
                </a:xfrm>
                <a:prstGeom prst="straightConnector1">
                  <a:avLst/>
                </a:prstGeom>
                <a:ln w="254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332" name="TextBox 181">
                  <a:extLst>
                    <a:ext uri="{FF2B5EF4-FFF2-40B4-BE49-F238E27FC236}">
                      <a16:creationId xmlns:a16="http://schemas.microsoft.com/office/drawing/2014/main" id="{3C3B7C36-C9B7-406D-9A2B-0977E05454B2}"/>
                    </a:ext>
                  </a:extLst>
                </p:cNvPr>
                <p:cNvSpPr txBox="1">
                  <a:spLocks noChangeArrowheads="1"/>
                </p:cNvSpPr>
                <p:nvPr/>
              </p:nvSpPr>
              <p:spPr bwMode="auto">
                <a:xfrm>
                  <a:off x="11232639" y="529040"/>
                  <a:ext cx="38985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r>
                    <a:rPr lang="es-ES" altLang="es-ES" sz="800" b="0" dirty="0">
                      <a:solidFill>
                        <a:srgbClr val="000000"/>
                      </a:solidFill>
                      <a:latin typeface="Calibri" pitchFamily="34" charset="0"/>
                      <a:cs typeface="Arial" charset="0"/>
                    </a:rPr>
                    <a:t>JDBC</a:t>
                  </a:r>
                </a:p>
              </p:txBody>
            </p:sp>
            <p:sp>
              <p:nvSpPr>
                <p:cNvPr id="333" name="CuadroTexto 332">
                  <a:extLst>
                    <a:ext uri="{FF2B5EF4-FFF2-40B4-BE49-F238E27FC236}">
                      <a16:creationId xmlns:a16="http://schemas.microsoft.com/office/drawing/2014/main" id="{FF833918-9093-4526-B2FD-AD4AE91B2119}"/>
                    </a:ext>
                  </a:extLst>
                </p:cNvPr>
                <p:cNvSpPr txBox="1"/>
                <p:nvPr/>
              </p:nvSpPr>
              <p:spPr>
                <a:xfrm>
                  <a:off x="12313921" y="1569335"/>
                  <a:ext cx="669426" cy="200586"/>
                </a:xfrm>
                <a:prstGeom prst="rect">
                  <a:avLst/>
                </a:prstGeom>
                <a:noFill/>
              </p:spPr>
              <p:txBody>
                <a:bodyPr wrap="square" rtlCol="0">
                  <a:spAutoFit/>
                </a:bodyPr>
                <a:lstStyle/>
                <a:p>
                  <a:r>
                    <a:rPr lang="es-ES" sz="700" dirty="0"/>
                    <a:t>Nuevo</a:t>
                  </a:r>
                </a:p>
              </p:txBody>
            </p:sp>
            <p:sp>
              <p:nvSpPr>
                <p:cNvPr id="334" name="Oval 18">
                  <a:extLst>
                    <a:ext uri="{FF2B5EF4-FFF2-40B4-BE49-F238E27FC236}">
                      <a16:creationId xmlns:a16="http://schemas.microsoft.com/office/drawing/2014/main" id="{2D18CB21-24C7-47B1-A456-66AB9B886CC9}"/>
                    </a:ext>
                  </a:extLst>
                </p:cNvPr>
                <p:cNvSpPr>
                  <a:spLocks noChangeArrowheads="1"/>
                </p:cNvSpPr>
                <p:nvPr/>
              </p:nvSpPr>
              <p:spPr bwMode="auto">
                <a:xfrm>
                  <a:off x="12026399" y="1290511"/>
                  <a:ext cx="227639" cy="228522"/>
                </a:xfrm>
                <a:prstGeom prst="ellipse">
                  <a:avLst/>
                </a:prstGeom>
                <a:solidFill>
                  <a:srgbClr val="FFC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eaLnBrk="1" hangingPunct="1">
                    <a:spcBef>
                      <a:spcPct val="0"/>
                    </a:spcBef>
                    <a:buClrTx/>
                    <a:buSzTx/>
                    <a:buFontTx/>
                    <a:buNone/>
                  </a:pPr>
                  <a:r>
                    <a:rPr lang="es-ES" altLang="es-ES" sz="1000" dirty="0">
                      <a:solidFill>
                        <a:schemeClr val="bg1"/>
                      </a:solidFill>
                    </a:rPr>
                    <a:t>M</a:t>
                  </a:r>
                </a:p>
              </p:txBody>
            </p:sp>
            <p:sp>
              <p:nvSpPr>
                <p:cNvPr id="337" name="CuadroTexto 336">
                  <a:extLst>
                    <a:ext uri="{FF2B5EF4-FFF2-40B4-BE49-F238E27FC236}">
                      <a16:creationId xmlns:a16="http://schemas.microsoft.com/office/drawing/2014/main" id="{C60DC7A4-6B8C-4A44-85F3-ECE886D2D655}"/>
                    </a:ext>
                  </a:extLst>
                </p:cNvPr>
                <p:cNvSpPr txBox="1"/>
                <p:nvPr/>
              </p:nvSpPr>
              <p:spPr>
                <a:xfrm>
                  <a:off x="12304376" y="1285076"/>
                  <a:ext cx="669426" cy="200586"/>
                </a:xfrm>
                <a:prstGeom prst="rect">
                  <a:avLst/>
                </a:prstGeom>
                <a:noFill/>
              </p:spPr>
              <p:txBody>
                <a:bodyPr wrap="square" rtlCol="0">
                  <a:spAutoFit/>
                </a:bodyPr>
                <a:lstStyle/>
                <a:p>
                  <a:r>
                    <a:rPr lang="es-ES" sz="700" dirty="0"/>
                    <a:t>Modificado</a:t>
                  </a:r>
                </a:p>
              </p:txBody>
            </p:sp>
            <p:grpSp>
              <p:nvGrpSpPr>
                <p:cNvPr id="338" name="Grupo 337">
                  <a:extLst>
                    <a:ext uri="{FF2B5EF4-FFF2-40B4-BE49-F238E27FC236}">
                      <a16:creationId xmlns:a16="http://schemas.microsoft.com/office/drawing/2014/main" id="{22D5BD05-4C08-4DD8-AC76-E87711B9A68F}"/>
                    </a:ext>
                  </a:extLst>
                </p:cNvPr>
                <p:cNvGrpSpPr/>
                <p:nvPr/>
              </p:nvGrpSpPr>
              <p:grpSpPr>
                <a:xfrm>
                  <a:off x="11039648" y="1248355"/>
                  <a:ext cx="312855" cy="160018"/>
                  <a:chOff x="10438259" y="2778444"/>
                  <a:chExt cx="431319" cy="225978"/>
                </a:xfrm>
              </p:grpSpPr>
              <p:sp>
                <p:nvSpPr>
                  <p:cNvPr id="350" name="Rectángulo 349">
                    <a:extLst>
                      <a:ext uri="{FF2B5EF4-FFF2-40B4-BE49-F238E27FC236}">
                        <a16:creationId xmlns:a16="http://schemas.microsoft.com/office/drawing/2014/main" id="{F7E86D78-ACD4-4C82-AB82-6233FB1E9666}"/>
                      </a:ext>
                    </a:extLst>
                  </p:cNvPr>
                  <p:cNvSpPr/>
                  <p:nvPr/>
                </p:nvSpPr>
                <p:spPr>
                  <a:xfrm>
                    <a:off x="10438259" y="2778444"/>
                    <a:ext cx="431319" cy="22597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51" name="Rectángulo 350">
                    <a:extLst>
                      <a:ext uri="{FF2B5EF4-FFF2-40B4-BE49-F238E27FC236}">
                        <a16:creationId xmlns:a16="http://schemas.microsoft.com/office/drawing/2014/main" id="{5A8C77DE-186A-4C4E-91DD-D91D5C420F21}"/>
                      </a:ext>
                    </a:extLst>
                  </p:cNvPr>
                  <p:cNvSpPr/>
                  <p:nvPr/>
                </p:nvSpPr>
                <p:spPr>
                  <a:xfrm>
                    <a:off x="10507274" y="2848338"/>
                    <a:ext cx="290153" cy="953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grpSp>
            <p:grpSp>
              <p:nvGrpSpPr>
                <p:cNvPr id="339" name="Grupo 338">
                  <a:extLst>
                    <a:ext uri="{FF2B5EF4-FFF2-40B4-BE49-F238E27FC236}">
                      <a16:creationId xmlns:a16="http://schemas.microsoft.com/office/drawing/2014/main" id="{D3377C95-BEA6-4CC4-B787-96A7B716C5D9}"/>
                    </a:ext>
                  </a:extLst>
                </p:cNvPr>
                <p:cNvGrpSpPr/>
                <p:nvPr/>
              </p:nvGrpSpPr>
              <p:grpSpPr>
                <a:xfrm>
                  <a:off x="11968121" y="567310"/>
                  <a:ext cx="312855" cy="160018"/>
                  <a:chOff x="10494707" y="2470064"/>
                  <a:chExt cx="431319" cy="225978"/>
                </a:xfrm>
              </p:grpSpPr>
              <p:sp>
                <p:nvSpPr>
                  <p:cNvPr id="348" name="Rectángulo 347">
                    <a:extLst>
                      <a:ext uri="{FF2B5EF4-FFF2-40B4-BE49-F238E27FC236}">
                        <a16:creationId xmlns:a16="http://schemas.microsoft.com/office/drawing/2014/main" id="{B78E2C92-893A-48E2-A983-FC46D3CEB923}"/>
                      </a:ext>
                    </a:extLst>
                  </p:cNvPr>
                  <p:cNvSpPr/>
                  <p:nvPr/>
                </p:nvSpPr>
                <p:spPr>
                  <a:xfrm>
                    <a:off x="10494707" y="2470064"/>
                    <a:ext cx="431319" cy="225978"/>
                  </a:xfrm>
                  <a:prstGeom prst="rect">
                    <a:avLst/>
                  </a:prstGeom>
                  <a:solidFill>
                    <a:schemeClr val="tx2">
                      <a:lumMod val="75000"/>
                    </a:scheme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49" name="Rectángulo 348">
                    <a:extLst>
                      <a:ext uri="{FF2B5EF4-FFF2-40B4-BE49-F238E27FC236}">
                        <a16:creationId xmlns:a16="http://schemas.microsoft.com/office/drawing/2014/main" id="{E415DE42-AF9E-44FB-8C12-92ABF2D0344C}"/>
                      </a:ext>
                    </a:extLst>
                  </p:cNvPr>
                  <p:cNvSpPr/>
                  <p:nvPr/>
                </p:nvSpPr>
                <p:spPr>
                  <a:xfrm>
                    <a:off x="10563722" y="2539957"/>
                    <a:ext cx="290153" cy="953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grpSp>
            <p:sp>
              <p:nvSpPr>
                <p:cNvPr id="340" name="CuadroTexto 339">
                  <a:extLst>
                    <a:ext uri="{FF2B5EF4-FFF2-40B4-BE49-F238E27FC236}">
                      <a16:creationId xmlns:a16="http://schemas.microsoft.com/office/drawing/2014/main" id="{738DBC4D-8DAC-4ACA-9A19-1BBBB1BD7BA0}"/>
                    </a:ext>
                  </a:extLst>
                </p:cNvPr>
                <p:cNvSpPr txBox="1"/>
                <p:nvPr/>
              </p:nvSpPr>
              <p:spPr>
                <a:xfrm>
                  <a:off x="12288367" y="554986"/>
                  <a:ext cx="840862" cy="200055"/>
                </a:xfrm>
                <a:prstGeom prst="rect">
                  <a:avLst/>
                </a:prstGeom>
                <a:noFill/>
              </p:spPr>
              <p:txBody>
                <a:bodyPr wrap="square" rtlCol="0">
                  <a:spAutoFit/>
                </a:bodyPr>
                <a:lstStyle/>
                <a:p>
                  <a:r>
                    <a:rPr lang="es-ES" sz="700" dirty="0"/>
                    <a:t>User/Password</a:t>
                  </a:r>
                </a:p>
              </p:txBody>
            </p:sp>
            <p:grpSp>
              <p:nvGrpSpPr>
                <p:cNvPr id="341" name="Grupo 340">
                  <a:extLst>
                    <a:ext uri="{FF2B5EF4-FFF2-40B4-BE49-F238E27FC236}">
                      <a16:creationId xmlns:a16="http://schemas.microsoft.com/office/drawing/2014/main" id="{A328A33F-A673-449B-8AB4-3A12FAEAD29A}"/>
                    </a:ext>
                  </a:extLst>
                </p:cNvPr>
                <p:cNvGrpSpPr/>
                <p:nvPr/>
              </p:nvGrpSpPr>
              <p:grpSpPr>
                <a:xfrm>
                  <a:off x="11043632" y="943863"/>
                  <a:ext cx="312855" cy="160018"/>
                  <a:chOff x="10457075" y="2720626"/>
                  <a:chExt cx="431319" cy="225978"/>
                </a:xfrm>
              </p:grpSpPr>
              <p:sp>
                <p:nvSpPr>
                  <p:cNvPr id="346" name="Rectángulo 345">
                    <a:extLst>
                      <a:ext uri="{FF2B5EF4-FFF2-40B4-BE49-F238E27FC236}">
                        <a16:creationId xmlns:a16="http://schemas.microsoft.com/office/drawing/2014/main" id="{0759C75C-815C-4227-BE67-3D7C67881981}"/>
                      </a:ext>
                    </a:extLst>
                  </p:cNvPr>
                  <p:cNvSpPr/>
                  <p:nvPr/>
                </p:nvSpPr>
                <p:spPr>
                  <a:xfrm>
                    <a:off x="10457075" y="2720626"/>
                    <a:ext cx="431319" cy="225978"/>
                  </a:xfrm>
                  <a:prstGeom prst="rect">
                    <a:avLst/>
                  </a:prstGeom>
                  <a:solidFill>
                    <a:srgbClr val="FF000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47" name="Rectángulo 346">
                    <a:extLst>
                      <a:ext uri="{FF2B5EF4-FFF2-40B4-BE49-F238E27FC236}">
                        <a16:creationId xmlns:a16="http://schemas.microsoft.com/office/drawing/2014/main" id="{CDE5215C-B3E2-4570-AB09-1C3415650FEB}"/>
                      </a:ext>
                    </a:extLst>
                  </p:cNvPr>
                  <p:cNvSpPr/>
                  <p:nvPr/>
                </p:nvSpPr>
                <p:spPr>
                  <a:xfrm>
                    <a:off x="10526090" y="2790520"/>
                    <a:ext cx="290153" cy="95383"/>
                  </a:xfrm>
                  <a:prstGeom prst="rect">
                    <a:avLst/>
                  </a:prstGeom>
                  <a:solidFill>
                    <a:schemeClr val="bg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grpSp>
            <p:sp>
              <p:nvSpPr>
                <p:cNvPr id="342" name="CuadroTexto 341">
                  <a:extLst>
                    <a:ext uri="{FF2B5EF4-FFF2-40B4-BE49-F238E27FC236}">
                      <a16:creationId xmlns:a16="http://schemas.microsoft.com/office/drawing/2014/main" id="{3BB82E97-73B5-4889-B4C4-BCA74C1243E3}"/>
                    </a:ext>
                  </a:extLst>
                </p:cNvPr>
                <p:cNvSpPr txBox="1"/>
                <p:nvPr/>
              </p:nvSpPr>
              <p:spPr>
                <a:xfrm>
                  <a:off x="11336335" y="1541586"/>
                  <a:ext cx="669426" cy="200055"/>
                </a:xfrm>
                <a:prstGeom prst="rect">
                  <a:avLst/>
                </a:prstGeom>
                <a:noFill/>
              </p:spPr>
              <p:txBody>
                <a:bodyPr wrap="square" rtlCol="0">
                  <a:spAutoFit/>
                </a:bodyPr>
                <a:lstStyle/>
                <a:p>
                  <a:r>
                    <a:rPr lang="es-ES" sz="700" dirty="0"/>
                    <a:t>Cookie BKS</a:t>
                  </a:r>
                </a:p>
              </p:txBody>
            </p:sp>
            <p:sp>
              <p:nvSpPr>
                <p:cNvPr id="343" name="Oval 18">
                  <a:extLst>
                    <a:ext uri="{FF2B5EF4-FFF2-40B4-BE49-F238E27FC236}">
                      <a16:creationId xmlns:a16="http://schemas.microsoft.com/office/drawing/2014/main" id="{92B8A594-4D89-49E5-BAA6-C312A1322867}"/>
                    </a:ext>
                  </a:extLst>
                </p:cNvPr>
                <p:cNvSpPr>
                  <a:spLocks noChangeArrowheads="1"/>
                </p:cNvSpPr>
                <p:nvPr/>
              </p:nvSpPr>
              <p:spPr bwMode="auto">
                <a:xfrm>
                  <a:off x="12020663" y="1016365"/>
                  <a:ext cx="227639" cy="228522"/>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eaLnBrk="1" hangingPunct="1">
                    <a:spcBef>
                      <a:spcPct val="0"/>
                    </a:spcBef>
                    <a:buClrTx/>
                    <a:buSzTx/>
                    <a:buFontTx/>
                    <a:buNone/>
                  </a:pPr>
                  <a:r>
                    <a:rPr lang="es-ES" altLang="es-ES" sz="1000" dirty="0">
                      <a:solidFill>
                        <a:schemeClr val="bg1"/>
                      </a:solidFill>
                    </a:rPr>
                    <a:t>E</a:t>
                  </a:r>
                </a:p>
              </p:txBody>
            </p:sp>
            <p:sp>
              <p:nvSpPr>
                <p:cNvPr id="344" name="CuadroTexto 343">
                  <a:extLst>
                    <a:ext uri="{FF2B5EF4-FFF2-40B4-BE49-F238E27FC236}">
                      <a16:creationId xmlns:a16="http://schemas.microsoft.com/office/drawing/2014/main" id="{250EC116-2FDC-4682-B216-FAB3D0AEAC26}"/>
                    </a:ext>
                  </a:extLst>
                </p:cNvPr>
                <p:cNvSpPr txBox="1"/>
                <p:nvPr/>
              </p:nvSpPr>
              <p:spPr>
                <a:xfrm>
                  <a:off x="12310641" y="1031295"/>
                  <a:ext cx="669426" cy="200586"/>
                </a:xfrm>
                <a:prstGeom prst="rect">
                  <a:avLst/>
                </a:prstGeom>
                <a:noFill/>
              </p:spPr>
              <p:txBody>
                <a:bodyPr wrap="square" rtlCol="0">
                  <a:spAutoFit/>
                </a:bodyPr>
                <a:lstStyle/>
                <a:p>
                  <a:r>
                    <a:rPr lang="es-ES" sz="700" dirty="0"/>
                    <a:t>Existente</a:t>
                  </a:r>
                </a:p>
              </p:txBody>
            </p:sp>
          </p:grpSp>
          <p:sp>
            <p:nvSpPr>
              <p:cNvPr id="312" name="Rectángulo 311">
                <a:extLst>
                  <a:ext uri="{FF2B5EF4-FFF2-40B4-BE49-F238E27FC236}">
                    <a16:creationId xmlns:a16="http://schemas.microsoft.com/office/drawing/2014/main" id="{642A933A-6388-4595-9125-ED37EAAF0437}"/>
                  </a:ext>
                </a:extLst>
              </p:cNvPr>
              <p:cNvSpPr/>
              <p:nvPr/>
            </p:nvSpPr>
            <p:spPr>
              <a:xfrm>
                <a:off x="11040222" y="1541932"/>
                <a:ext cx="312855" cy="160018"/>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14" name="Rectángulo 313">
                <a:extLst>
                  <a:ext uri="{FF2B5EF4-FFF2-40B4-BE49-F238E27FC236}">
                    <a16:creationId xmlns:a16="http://schemas.microsoft.com/office/drawing/2014/main" id="{95F5BE0B-179B-48E2-81D2-A880B06A5DCD}"/>
                  </a:ext>
                </a:extLst>
              </p:cNvPr>
              <p:cNvSpPr/>
              <p:nvPr/>
            </p:nvSpPr>
            <p:spPr>
              <a:xfrm>
                <a:off x="11088366" y="1560981"/>
                <a:ext cx="210461" cy="6754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15" name="CuadroTexto 314">
                <a:extLst>
                  <a:ext uri="{FF2B5EF4-FFF2-40B4-BE49-F238E27FC236}">
                    <a16:creationId xmlns:a16="http://schemas.microsoft.com/office/drawing/2014/main" id="{20A241DA-4E89-4830-9C78-FEE1E5DBD426}"/>
                  </a:ext>
                </a:extLst>
              </p:cNvPr>
              <p:cNvSpPr txBox="1"/>
              <p:nvPr/>
            </p:nvSpPr>
            <p:spPr>
              <a:xfrm>
                <a:off x="11335059" y="1242096"/>
                <a:ext cx="669426" cy="200055"/>
              </a:xfrm>
              <a:prstGeom prst="rect">
                <a:avLst/>
              </a:prstGeom>
              <a:noFill/>
            </p:spPr>
            <p:txBody>
              <a:bodyPr wrap="square" rtlCol="0">
                <a:spAutoFit/>
              </a:bodyPr>
              <a:lstStyle/>
              <a:p>
                <a:r>
                  <a:rPr lang="es-ES" sz="700" dirty="0"/>
                  <a:t>Token  BKS</a:t>
                </a:r>
              </a:p>
            </p:txBody>
          </p:sp>
          <p:cxnSp>
            <p:nvCxnSpPr>
              <p:cNvPr id="316" name="25 Conector recto de flecha">
                <a:extLst>
                  <a:ext uri="{FF2B5EF4-FFF2-40B4-BE49-F238E27FC236}">
                    <a16:creationId xmlns:a16="http://schemas.microsoft.com/office/drawing/2014/main" id="{3BA2B267-D714-4E42-8A4E-313AA8A6A7BC}"/>
                  </a:ext>
                </a:extLst>
              </p:cNvPr>
              <p:cNvCxnSpPr/>
              <p:nvPr/>
            </p:nvCxnSpPr>
            <p:spPr bwMode="auto">
              <a:xfrm>
                <a:off x="11034140" y="122183"/>
                <a:ext cx="256340" cy="4026"/>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sp>
          <p:nvSpPr>
            <p:cNvPr id="298" name="TextBox 181">
              <a:extLst>
                <a:ext uri="{FF2B5EF4-FFF2-40B4-BE49-F238E27FC236}">
                  <a16:creationId xmlns:a16="http://schemas.microsoft.com/office/drawing/2014/main" id="{6EAC10FF-1B09-4F21-8E77-14CF6422CEF5}"/>
                </a:ext>
              </a:extLst>
            </p:cNvPr>
            <p:cNvSpPr txBox="1">
              <a:spLocks noChangeArrowheads="1"/>
            </p:cNvSpPr>
            <p:nvPr/>
          </p:nvSpPr>
          <p:spPr bwMode="auto">
            <a:xfrm>
              <a:off x="11215549" y="658084"/>
              <a:ext cx="41069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r>
                <a:rPr lang="es-ES" altLang="es-ES" sz="800" b="0" dirty="0">
                  <a:solidFill>
                    <a:srgbClr val="000000"/>
                  </a:solidFill>
                  <a:latin typeface="Calibri" pitchFamily="34" charset="0"/>
                  <a:cs typeface="Arial" charset="0"/>
                </a:rPr>
                <a:t>SOAP</a:t>
              </a:r>
            </a:p>
          </p:txBody>
        </p:sp>
        <p:sp>
          <p:nvSpPr>
            <p:cNvPr id="299" name="TextBox 181">
              <a:extLst>
                <a:ext uri="{FF2B5EF4-FFF2-40B4-BE49-F238E27FC236}">
                  <a16:creationId xmlns:a16="http://schemas.microsoft.com/office/drawing/2014/main" id="{13514994-E12F-45A7-B4D4-A50BB66E74DB}"/>
                </a:ext>
              </a:extLst>
            </p:cNvPr>
            <p:cNvSpPr txBox="1">
              <a:spLocks noChangeArrowheads="1"/>
            </p:cNvSpPr>
            <p:nvPr/>
          </p:nvSpPr>
          <p:spPr bwMode="auto">
            <a:xfrm>
              <a:off x="11245046" y="1288120"/>
              <a:ext cx="39466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r>
                <a:rPr lang="es-ES" altLang="es-ES" sz="800" b="0" dirty="0" err="1">
                  <a:solidFill>
                    <a:srgbClr val="000000"/>
                  </a:solidFill>
                  <a:latin typeface="Calibri" pitchFamily="34" charset="0"/>
                  <a:cs typeface="Arial" charset="0"/>
                </a:rPr>
                <a:t>smtp</a:t>
              </a:r>
              <a:endParaRPr lang="es-ES" altLang="es-ES" sz="800" b="0" dirty="0">
                <a:solidFill>
                  <a:srgbClr val="000000"/>
                </a:solidFill>
                <a:latin typeface="Calibri" pitchFamily="34" charset="0"/>
                <a:cs typeface="Arial" charset="0"/>
              </a:endParaRPr>
            </a:p>
          </p:txBody>
        </p:sp>
        <p:cxnSp>
          <p:nvCxnSpPr>
            <p:cNvPr id="301" name="25 Conector recto de flecha">
              <a:extLst>
                <a:ext uri="{FF2B5EF4-FFF2-40B4-BE49-F238E27FC236}">
                  <a16:creationId xmlns:a16="http://schemas.microsoft.com/office/drawing/2014/main" id="{FFF3AB72-2F3A-486C-940F-8A65B69B5794}"/>
                </a:ext>
              </a:extLst>
            </p:cNvPr>
            <p:cNvCxnSpPr/>
            <p:nvPr/>
          </p:nvCxnSpPr>
          <p:spPr bwMode="auto">
            <a:xfrm>
              <a:off x="11035915" y="1408769"/>
              <a:ext cx="256340" cy="4026"/>
            </a:xfrm>
            <a:prstGeom prst="straightConnector1">
              <a:avLst/>
            </a:prstGeom>
            <a:ln w="25400">
              <a:solidFill>
                <a:srgbClr val="AA4F26"/>
              </a:solidFill>
              <a:tailEnd type="triangle"/>
            </a:ln>
          </p:spPr>
          <p:style>
            <a:lnRef idx="1">
              <a:schemeClr val="accent1"/>
            </a:lnRef>
            <a:fillRef idx="0">
              <a:schemeClr val="accent1"/>
            </a:fillRef>
            <a:effectRef idx="0">
              <a:schemeClr val="accent1"/>
            </a:effectRef>
            <a:fontRef idx="minor">
              <a:schemeClr val="tx1"/>
            </a:fontRef>
          </p:style>
        </p:cxnSp>
        <p:sp>
          <p:nvSpPr>
            <p:cNvPr id="302" name="Oval 18">
              <a:extLst>
                <a:ext uri="{FF2B5EF4-FFF2-40B4-BE49-F238E27FC236}">
                  <a16:creationId xmlns:a16="http://schemas.microsoft.com/office/drawing/2014/main" id="{DC443659-971D-4809-8338-823056314BAD}"/>
                </a:ext>
              </a:extLst>
            </p:cNvPr>
            <p:cNvSpPr>
              <a:spLocks noChangeArrowheads="1"/>
            </p:cNvSpPr>
            <p:nvPr/>
          </p:nvSpPr>
          <p:spPr bwMode="auto">
            <a:xfrm>
              <a:off x="12033820" y="2190789"/>
              <a:ext cx="226800" cy="224342"/>
            </a:xfrm>
            <a:prstGeom prst="ellipse">
              <a:avLst/>
            </a:prstGeom>
            <a:solidFill>
              <a:srgbClr val="FF0000"/>
            </a:solidFill>
            <a:ln w="9525">
              <a:solidFill>
                <a:sysClr val="windowText" lastClr="000000">
                  <a:shade val="95000"/>
                  <a:satMod val="105000"/>
                </a:sys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s-ES" altLang="es-ES" sz="1200" b="1" i="0" u="none" strike="noStrike" kern="1200" cap="none" spc="0" normalizeH="0" baseline="0" noProof="0" dirty="0">
                  <a:ln>
                    <a:noFill/>
                  </a:ln>
                  <a:solidFill>
                    <a:prstClr val="white"/>
                  </a:solidFill>
                  <a:effectLst/>
                  <a:uLnTx/>
                  <a:uFillTx/>
                  <a:latin typeface="Arial" pitchFamily="34" charset="0"/>
                  <a:ea typeface="+mn-ea"/>
                  <a:cs typeface="+mn-cs"/>
                </a:rPr>
                <a:t>N</a:t>
              </a:r>
            </a:p>
          </p:txBody>
        </p:sp>
      </p:grpSp>
      <p:sp>
        <p:nvSpPr>
          <p:cNvPr id="431" name="Elipse 430">
            <a:extLst>
              <a:ext uri="{FF2B5EF4-FFF2-40B4-BE49-F238E27FC236}">
                <a16:creationId xmlns:a16="http://schemas.microsoft.com/office/drawing/2014/main" id="{8265CF0B-2695-47B4-A66D-72DFC74D74F3}"/>
              </a:ext>
            </a:extLst>
          </p:cNvPr>
          <p:cNvSpPr/>
          <p:nvPr/>
        </p:nvSpPr>
        <p:spPr>
          <a:xfrm>
            <a:off x="296229" y="1899421"/>
            <a:ext cx="268344" cy="27965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300" dirty="0"/>
              <a:t>1</a:t>
            </a:r>
          </a:p>
        </p:txBody>
      </p:sp>
      <p:sp>
        <p:nvSpPr>
          <p:cNvPr id="438" name="Oval 18">
            <a:extLst>
              <a:ext uri="{FF2B5EF4-FFF2-40B4-BE49-F238E27FC236}">
                <a16:creationId xmlns:a16="http://schemas.microsoft.com/office/drawing/2014/main" id="{57B09F75-9335-48EB-B6D4-8444D4A55600}"/>
              </a:ext>
            </a:extLst>
          </p:cNvPr>
          <p:cNvSpPr>
            <a:spLocks noChangeArrowheads="1"/>
          </p:cNvSpPr>
          <p:nvPr/>
        </p:nvSpPr>
        <p:spPr bwMode="auto">
          <a:xfrm>
            <a:off x="2626951" y="1271224"/>
            <a:ext cx="227639" cy="228522"/>
          </a:xfrm>
          <a:prstGeom prst="ellipse">
            <a:avLst/>
          </a:prstGeom>
          <a:solidFill>
            <a:srgbClr val="FF0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eaLnBrk="1" hangingPunct="1">
              <a:spcBef>
                <a:spcPct val="0"/>
              </a:spcBef>
              <a:buClrTx/>
              <a:buSzTx/>
              <a:buFontTx/>
              <a:buNone/>
            </a:pPr>
            <a:r>
              <a:rPr lang="es-ES" altLang="es-ES" sz="900" dirty="0">
                <a:solidFill>
                  <a:schemeClr val="bg1"/>
                </a:solidFill>
              </a:rPr>
              <a:t>N</a:t>
            </a:r>
          </a:p>
        </p:txBody>
      </p:sp>
      <p:sp>
        <p:nvSpPr>
          <p:cNvPr id="143" name="Rectángulo redondeado 15">
            <a:extLst>
              <a:ext uri="{FF2B5EF4-FFF2-40B4-BE49-F238E27FC236}">
                <a16:creationId xmlns:a16="http://schemas.microsoft.com/office/drawing/2014/main" id="{6102A0D0-A848-46D3-A7FA-8FDB7368BCD9}"/>
              </a:ext>
            </a:extLst>
          </p:cNvPr>
          <p:cNvSpPr/>
          <p:nvPr/>
        </p:nvSpPr>
        <p:spPr bwMode="auto">
          <a:xfrm>
            <a:off x="4548193" y="1545009"/>
            <a:ext cx="1033016" cy="481781"/>
          </a:xfrm>
          <a:prstGeom prst="roundRect">
            <a:avLst/>
          </a:prstGeom>
          <a:solidFill>
            <a:schemeClr val="bg1">
              <a:lumMod val="95000"/>
            </a:schemeClr>
          </a:solidFill>
          <a:ln>
            <a:solidFill>
              <a:schemeClr val="tx1">
                <a:lumMod val="50000"/>
                <a:lumOff val="50000"/>
              </a:schemeClr>
            </a:solidFill>
            <a:headEnd type="none" w="med" len="med"/>
            <a:tailEnd type="none" w="med" len="med"/>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none" lIns="0" tIns="0" rIns="0" bIns="0" numCol="1" rtlCol="0" anchor="t" anchorCtr="0" compatLnSpc="1">
            <a:prstTxWarp prst="textNoShape">
              <a:avLst/>
            </a:prstTxWarp>
          </a:bodyPr>
          <a:lstStyle/>
          <a:p>
            <a:pPr algn="ctr"/>
            <a:r>
              <a:rPr lang="es-ES" sz="1200" b="1" dirty="0">
                <a:solidFill>
                  <a:schemeClr val="tx1"/>
                </a:solidFill>
              </a:rPr>
              <a:t> </a:t>
            </a:r>
          </a:p>
          <a:p>
            <a:pPr algn="ctr"/>
            <a:endParaRPr lang="es-ES" sz="1000" b="1" dirty="0">
              <a:solidFill>
                <a:schemeClr val="tx1"/>
              </a:solidFill>
            </a:endParaRPr>
          </a:p>
        </p:txBody>
      </p:sp>
      <p:pic>
        <p:nvPicPr>
          <p:cNvPr id="144" name="161 Imagen">
            <a:extLst>
              <a:ext uri="{FF2B5EF4-FFF2-40B4-BE49-F238E27FC236}">
                <a16:creationId xmlns:a16="http://schemas.microsoft.com/office/drawing/2014/main" id="{5CD37BE5-9DE0-42BF-BC16-170655F74A18}"/>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902723" y="1601804"/>
            <a:ext cx="606904" cy="128673"/>
          </a:xfrm>
          <a:prstGeom prst="rect">
            <a:avLst/>
          </a:prstGeom>
        </p:spPr>
      </p:pic>
      <p:sp>
        <p:nvSpPr>
          <p:cNvPr id="145" name="2 CuadroTexto">
            <a:extLst>
              <a:ext uri="{FF2B5EF4-FFF2-40B4-BE49-F238E27FC236}">
                <a16:creationId xmlns:a16="http://schemas.microsoft.com/office/drawing/2014/main" id="{B9EACDB2-5044-443C-AD0B-E2D08AAFA69D}"/>
              </a:ext>
            </a:extLst>
          </p:cNvPr>
          <p:cNvSpPr txBox="1">
            <a:spLocks noChangeArrowheads="1"/>
          </p:cNvSpPr>
          <p:nvPr/>
        </p:nvSpPr>
        <p:spPr bwMode="auto">
          <a:xfrm>
            <a:off x="4356064" y="1676271"/>
            <a:ext cx="13423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buClr>
                <a:srgbClr val="FF0000"/>
              </a:buClr>
              <a:buChar char="w"/>
              <a:defRPr sz="2400" b="1">
                <a:solidFill>
                  <a:srgbClr val="FF0000"/>
                </a:solidFill>
                <a:latin typeface="Arial" panose="020B0604020202020204" pitchFamily="34" charset="0"/>
              </a:defRPr>
            </a:lvl1pPr>
            <a:lvl2pPr marL="742950" indent="-285750" eaLnBrk="0" hangingPunct="0">
              <a:buClr>
                <a:schemeClr val="bg2"/>
              </a:buClr>
              <a:buChar char="§"/>
              <a:defRPr sz="2600">
                <a:solidFill>
                  <a:srgbClr val="808080"/>
                </a:solidFill>
                <a:latin typeface="Arial" panose="020B0604020202020204" pitchFamily="34" charset="0"/>
              </a:defRPr>
            </a:lvl2pPr>
            <a:lvl3pPr marL="11430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1000" dirty="0">
                <a:solidFill>
                  <a:schemeClr val="tx1"/>
                </a:solidFill>
              </a:rPr>
              <a:t>Alta tramitación Orquestador</a:t>
            </a:r>
          </a:p>
        </p:txBody>
      </p:sp>
      <p:sp>
        <p:nvSpPr>
          <p:cNvPr id="146" name="Rectángulo redondeado 15">
            <a:extLst>
              <a:ext uri="{FF2B5EF4-FFF2-40B4-BE49-F238E27FC236}">
                <a16:creationId xmlns:a16="http://schemas.microsoft.com/office/drawing/2014/main" id="{319D8A34-2708-4F06-A139-B9015FE828EB}"/>
              </a:ext>
            </a:extLst>
          </p:cNvPr>
          <p:cNvSpPr/>
          <p:nvPr/>
        </p:nvSpPr>
        <p:spPr bwMode="auto">
          <a:xfrm>
            <a:off x="4567845" y="2095339"/>
            <a:ext cx="1033016" cy="481781"/>
          </a:xfrm>
          <a:prstGeom prst="roundRect">
            <a:avLst/>
          </a:prstGeom>
          <a:solidFill>
            <a:schemeClr val="bg1">
              <a:lumMod val="95000"/>
            </a:schemeClr>
          </a:solidFill>
          <a:ln>
            <a:solidFill>
              <a:schemeClr val="tx1">
                <a:lumMod val="50000"/>
                <a:lumOff val="50000"/>
              </a:schemeClr>
            </a:solidFill>
            <a:headEnd type="none" w="med" len="med"/>
            <a:tailEnd type="none" w="med" len="med"/>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none" lIns="0" tIns="0" rIns="0" bIns="0" numCol="1" rtlCol="0" anchor="t" anchorCtr="0" compatLnSpc="1">
            <a:prstTxWarp prst="textNoShape">
              <a:avLst/>
            </a:prstTxWarp>
          </a:bodyPr>
          <a:lstStyle/>
          <a:p>
            <a:pPr algn="ctr"/>
            <a:r>
              <a:rPr lang="es-ES" sz="1200" b="1" dirty="0">
                <a:solidFill>
                  <a:schemeClr val="tx1"/>
                </a:solidFill>
              </a:rPr>
              <a:t> </a:t>
            </a:r>
          </a:p>
          <a:p>
            <a:pPr algn="ctr"/>
            <a:endParaRPr lang="es-ES" sz="1000" b="1" dirty="0">
              <a:solidFill>
                <a:schemeClr val="tx1"/>
              </a:solidFill>
            </a:endParaRPr>
          </a:p>
        </p:txBody>
      </p:sp>
      <p:pic>
        <p:nvPicPr>
          <p:cNvPr id="147" name="161 Imagen">
            <a:extLst>
              <a:ext uri="{FF2B5EF4-FFF2-40B4-BE49-F238E27FC236}">
                <a16:creationId xmlns:a16="http://schemas.microsoft.com/office/drawing/2014/main" id="{FF2442F5-FA29-4A73-9C60-8FB58CC4224E}"/>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932810" y="2108461"/>
            <a:ext cx="606904" cy="128673"/>
          </a:xfrm>
          <a:prstGeom prst="rect">
            <a:avLst/>
          </a:prstGeom>
        </p:spPr>
      </p:pic>
      <p:sp>
        <p:nvSpPr>
          <p:cNvPr id="148" name="2 CuadroTexto">
            <a:extLst>
              <a:ext uri="{FF2B5EF4-FFF2-40B4-BE49-F238E27FC236}">
                <a16:creationId xmlns:a16="http://schemas.microsoft.com/office/drawing/2014/main" id="{50D4B23B-AA4A-4546-BFB0-8871CEC35FC9}"/>
              </a:ext>
            </a:extLst>
          </p:cNvPr>
          <p:cNvSpPr txBox="1">
            <a:spLocks noChangeArrowheads="1"/>
          </p:cNvSpPr>
          <p:nvPr/>
        </p:nvSpPr>
        <p:spPr bwMode="auto">
          <a:xfrm>
            <a:off x="4421383" y="2177010"/>
            <a:ext cx="134230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buClr>
                <a:srgbClr val="FF0000"/>
              </a:buClr>
              <a:buChar char="w"/>
              <a:defRPr sz="2400" b="1">
                <a:solidFill>
                  <a:srgbClr val="FF0000"/>
                </a:solidFill>
                <a:latin typeface="Arial" panose="020B0604020202020204" pitchFamily="34" charset="0"/>
              </a:defRPr>
            </a:lvl1pPr>
            <a:lvl2pPr marL="742950" indent="-285750" eaLnBrk="0" hangingPunct="0">
              <a:buClr>
                <a:schemeClr val="bg2"/>
              </a:buClr>
              <a:buChar char="§"/>
              <a:defRPr sz="2600">
                <a:solidFill>
                  <a:srgbClr val="808080"/>
                </a:solidFill>
                <a:latin typeface="Arial" panose="020B0604020202020204" pitchFamily="34" charset="0"/>
              </a:defRPr>
            </a:lvl2pPr>
            <a:lvl3pPr marL="11430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1000" dirty="0">
                <a:solidFill>
                  <a:schemeClr val="tx1"/>
                </a:solidFill>
              </a:rPr>
              <a:t>Expediente </a:t>
            </a:r>
            <a:r>
              <a:rPr lang="es-ES" altLang="es-ES" sz="1000" dirty="0" err="1">
                <a:solidFill>
                  <a:schemeClr val="tx1"/>
                </a:solidFill>
              </a:rPr>
              <a:t>write</a:t>
            </a:r>
            <a:endParaRPr lang="es-ES" altLang="es-ES" sz="1000" dirty="0">
              <a:solidFill>
                <a:schemeClr val="tx1"/>
              </a:solidFill>
            </a:endParaRPr>
          </a:p>
        </p:txBody>
      </p:sp>
      <p:sp>
        <p:nvSpPr>
          <p:cNvPr id="149" name="Rectángulo redondeado 15">
            <a:extLst>
              <a:ext uri="{FF2B5EF4-FFF2-40B4-BE49-F238E27FC236}">
                <a16:creationId xmlns:a16="http://schemas.microsoft.com/office/drawing/2014/main" id="{67A39E17-0778-4CA7-B360-41D66DA57852}"/>
              </a:ext>
            </a:extLst>
          </p:cNvPr>
          <p:cNvSpPr/>
          <p:nvPr/>
        </p:nvSpPr>
        <p:spPr bwMode="auto">
          <a:xfrm>
            <a:off x="4566911" y="2679795"/>
            <a:ext cx="1083419" cy="442715"/>
          </a:xfrm>
          <a:prstGeom prst="roundRect">
            <a:avLst/>
          </a:prstGeom>
          <a:solidFill>
            <a:schemeClr val="bg1">
              <a:lumMod val="95000"/>
            </a:schemeClr>
          </a:solidFill>
          <a:ln>
            <a:solidFill>
              <a:schemeClr val="tx1">
                <a:lumMod val="50000"/>
                <a:lumOff val="50000"/>
              </a:schemeClr>
            </a:solidFill>
            <a:headEnd type="none" w="med" len="med"/>
            <a:tailEnd type="none" w="med" len="med"/>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none" lIns="0" tIns="0" rIns="0" bIns="0" numCol="1" rtlCol="0" anchor="t" anchorCtr="0" compatLnSpc="1">
            <a:prstTxWarp prst="textNoShape">
              <a:avLst/>
            </a:prstTxWarp>
          </a:bodyPr>
          <a:lstStyle/>
          <a:p>
            <a:pPr algn="ctr"/>
            <a:r>
              <a:rPr lang="es-ES" sz="1200" b="1" dirty="0">
                <a:solidFill>
                  <a:schemeClr val="tx1"/>
                </a:solidFill>
              </a:rPr>
              <a:t> </a:t>
            </a:r>
          </a:p>
          <a:p>
            <a:pPr algn="ctr"/>
            <a:endParaRPr lang="es-ES" sz="1000" b="1" dirty="0">
              <a:solidFill>
                <a:schemeClr val="tx1"/>
              </a:solidFill>
            </a:endParaRPr>
          </a:p>
        </p:txBody>
      </p:sp>
      <p:pic>
        <p:nvPicPr>
          <p:cNvPr id="150" name="161 Imagen">
            <a:extLst>
              <a:ext uri="{FF2B5EF4-FFF2-40B4-BE49-F238E27FC236}">
                <a16:creationId xmlns:a16="http://schemas.microsoft.com/office/drawing/2014/main" id="{0AF01865-38BA-4E03-8A9E-AE7E993D875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958359" y="2723193"/>
            <a:ext cx="606904" cy="128673"/>
          </a:xfrm>
          <a:prstGeom prst="rect">
            <a:avLst/>
          </a:prstGeom>
        </p:spPr>
      </p:pic>
      <p:sp>
        <p:nvSpPr>
          <p:cNvPr id="152" name="2 CuadroTexto">
            <a:extLst>
              <a:ext uri="{FF2B5EF4-FFF2-40B4-BE49-F238E27FC236}">
                <a16:creationId xmlns:a16="http://schemas.microsoft.com/office/drawing/2014/main" id="{B38E79EC-ADE4-4169-A09F-0109F8BC550D}"/>
              </a:ext>
            </a:extLst>
          </p:cNvPr>
          <p:cNvSpPr txBox="1">
            <a:spLocks noChangeArrowheads="1"/>
          </p:cNvSpPr>
          <p:nvPr/>
        </p:nvSpPr>
        <p:spPr bwMode="auto">
          <a:xfrm>
            <a:off x="4438951" y="2811057"/>
            <a:ext cx="134230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buClr>
                <a:srgbClr val="FF0000"/>
              </a:buClr>
              <a:buChar char="w"/>
              <a:defRPr sz="2400" b="1">
                <a:solidFill>
                  <a:srgbClr val="FF0000"/>
                </a:solidFill>
                <a:latin typeface="Arial" panose="020B0604020202020204" pitchFamily="34" charset="0"/>
              </a:defRPr>
            </a:lvl1pPr>
            <a:lvl2pPr marL="742950" indent="-285750" eaLnBrk="0" hangingPunct="0">
              <a:buClr>
                <a:schemeClr val="bg2"/>
              </a:buClr>
              <a:buChar char="§"/>
              <a:defRPr sz="2600">
                <a:solidFill>
                  <a:srgbClr val="808080"/>
                </a:solidFill>
                <a:latin typeface="Arial" panose="020B0604020202020204" pitchFamily="34" charset="0"/>
              </a:defRPr>
            </a:lvl2pPr>
            <a:lvl3pPr marL="11430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1000" dirty="0">
                <a:solidFill>
                  <a:schemeClr val="tx1"/>
                </a:solidFill>
              </a:rPr>
              <a:t>Expediente </a:t>
            </a:r>
            <a:r>
              <a:rPr lang="es-ES" altLang="es-ES" sz="1000" dirty="0" err="1">
                <a:solidFill>
                  <a:schemeClr val="tx1"/>
                </a:solidFill>
              </a:rPr>
              <a:t>Read</a:t>
            </a:r>
            <a:endParaRPr lang="es-ES" altLang="es-ES" sz="1000" dirty="0">
              <a:solidFill>
                <a:schemeClr val="tx1"/>
              </a:solidFill>
            </a:endParaRPr>
          </a:p>
        </p:txBody>
      </p:sp>
      <p:sp>
        <p:nvSpPr>
          <p:cNvPr id="153" name="Rectángulo redondeado 15">
            <a:extLst>
              <a:ext uri="{FF2B5EF4-FFF2-40B4-BE49-F238E27FC236}">
                <a16:creationId xmlns:a16="http://schemas.microsoft.com/office/drawing/2014/main" id="{83C15C1B-D68D-4C15-89F1-34AE5634E1EF}"/>
              </a:ext>
            </a:extLst>
          </p:cNvPr>
          <p:cNvSpPr/>
          <p:nvPr/>
        </p:nvSpPr>
        <p:spPr bwMode="auto">
          <a:xfrm>
            <a:off x="4516418" y="3238949"/>
            <a:ext cx="1033016" cy="481781"/>
          </a:xfrm>
          <a:prstGeom prst="roundRect">
            <a:avLst/>
          </a:prstGeom>
          <a:solidFill>
            <a:schemeClr val="bg1">
              <a:lumMod val="95000"/>
            </a:schemeClr>
          </a:solidFill>
          <a:ln>
            <a:solidFill>
              <a:schemeClr val="tx1">
                <a:lumMod val="50000"/>
                <a:lumOff val="50000"/>
              </a:schemeClr>
            </a:solidFill>
            <a:headEnd type="none" w="med" len="med"/>
            <a:tailEnd type="none" w="med" len="med"/>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none" lIns="0" tIns="0" rIns="0" bIns="0" numCol="1" rtlCol="0" anchor="t" anchorCtr="0" compatLnSpc="1">
            <a:prstTxWarp prst="textNoShape">
              <a:avLst/>
            </a:prstTxWarp>
          </a:bodyPr>
          <a:lstStyle/>
          <a:p>
            <a:pPr algn="ctr"/>
            <a:r>
              <a:rPr lang="es-ES" sz="1200" b="1" dirty="0">
                <a:solidFill>
                  <a:schemeClr val="tx1"/>
                </a:solidFill>
              </a:rPr>
              <a:t> </a:t>
            </a:r>
          </a:p>
          <a:p>
            <a:pPr algn="ctr"/>
            <a:endParaRPr lang="es-ES" sz="1000" b="1" dirty="0">
              <a:solidFill>
                <a:schemeClr val="tx1"/>
              </a:solidFill>
            </a:endParaRPr>
          </a:p>
        </p:txBody>
      </p:sp>
      <p:pic>
        <p:nvPicPr>
          <p:cNvPr id="154" name="161 Imagen">
            <a:extLst>
              <a:ext uri="{FF2B5EF4-FFF2-40B4-BE49-F238E27FC236}">
                <a16:creationId xmlns:a16="http://schemas.microsoft.com/office/drawing/2014/main" id="{D008CDBB-34DD-45A3-BB9F-70B5AFC94A1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811326" y="3274804"/>
            <a:ext cx="606904" cy="128673"/>
          </a:xfrm>
          <a:prstGeom prst="rect">
            <a:avLst/>
          </a:prstGeom>
        </p:spPr>
      </p:pic>
      <p:sp>
        <p:nvSpPr>
          <p:cNvPr id="155" name="2 CuadroTexto">
            <a:extLst>
              <a:ext uri="{FF2B5EF4-FFF2-40B4-BE49-F238E27FC236}">
                <a16:creationId xmlns:a16="http://schemas.microsoft.com/office/drawing/2014/main" id="{829E6CB8-41B3-4CEC-BEFA-CE4015EDCA14}"/>
              </a:ext>
            </a:extLst>
          </p:cNvPr>
          <p:cNvSpPr txBox="1">
            <a:spLocks noChangeArrowheads="1"/>
          </p:cNvSpPr>
          <p:nvPr/>
        </p:nvSpPr>
        <p:spPr bwMode="auto">
          <a:xfrm>
            <a:off x="4370729" y="3388575"/>
            <a:ext cx="13423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buClr>
                <a:srgbClr val="FF0000"/>
              </a:buClr>
              <a:buChar char="w"/>
              <a:defRPr sz="2400" b="1">
                <a:solidFill>
                  <a:srgbClr val="FF0000"/>
                </a:solidFill>
                <a:latin typeface="Arial" panose="020B0604020202020204" pitchFamily="34" charset="0"/>
              </a:defRPr>
            </a:lvl1pPr>
            <a:lvl2pPr marL="742950" indent="-285750" eaLnBrk="0" hangingPunct="0">
              <a:buClr>
                <a:schemeClr val="bg2"/>
              </a:buClr>
              <a:buChar char="§"/>
              <a:defRPr sz="2600">
                <a:solidFill>
                  <a:srgbClr val="808080"/>
                </a:solidFill>
                <a:latin typeface="Arial" panose="020B0604020202020204" pitchFamily="34" charset="0"/>
              </a:defRPr>
            </a:lvl2pPr>
            <a:lvl3pPr marL="11430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1000" dirty="0">
                <a:solidFill>
                  <a:schemeClr val="tx1"/>
                </a:solidFill>
              </a:rPr>
              <a:t>Validación </a:t>
            </a:r>
          </a:p>
          <a:p>
            <a:pPr algn="ctr" eaLnBrk="1" hangingPunct="1">
              <a:buClr>
                <a:schemeClr val="accent2"/>
              </a:buClr>
              <a:buFont typeface="Wingdings" panose="05000000000000000000" pitchFamily="2" charset="2"/>
              <a:buNone/>
            </a:pPr>
            <a:r>
              <a:rPr lang="es-ES" altLang="es-ES" sz="1000" dirty="0">
                <a:solidFill>
                  <a:schemeClr val="tx1"/>
                </a:solidFill>
              </a:rPr>
              <a:t>clientes</a:t>
            </a:r>
          </a:p>
        </p:txBody>
      </p:sp>
      <p:sp>
        <p:nvSpPr>
          <p:cNvPr id="159" name="Rectángulo redondeado 15">
            <a:extLst>
              <a:ext uri="{FF2B5EF4-FFF2-40B4-BE49-F238E27FC236}">
                <a16:creationId xmlns:a16="http://schemas.microsoft.com/office/drawing/2014/main" id="{018B7032-BFE9-4E8C-AD2E-8AC37DEA6A16}"/>
              </a:ext>
            </a:extLst>
          </p:cNvPr>
          <p:cNvSpPr/>
          <p:nvPr/>
        </p:nvSpPr>
        <p:spPr bwMode="auto">
          <a:xfrm>
            <a:off x="4518999" y="3870492"/>
            <a:ext cx="1033016" cy="481781"/>
          </a:xfrm>
          <a:prstGeom prst="roundRect">
            <a:avLst/>
          </a:prstGeom>
          <a:solidFill>
            <a:schemeClr val="bg1">
              <a:lumMod val="95000"/>
            </a:schemeClr>
          </a:solidFill>
          <a:ln>
            <a:solidFill>
              <a:schemeClr val="tx1">
                <a:lumMod val="50000"/>
                <a:lumOff val="50000"/>
              </a:schemeClr>
            </a:solidFill>
            <a:headEnd type="none" w="med" len="med"/>
            <a:tailEnd type="none" w="med" len="med"/>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none" lIns="0" tIns="0" rIns="0" bIns="0" numCol="1" rtlCol="0" anchor="t" anchorCtr="0" compatLnSpc="1">
            <a:prstTxWarp prst="textNoShape">
              <a:avLst/>
            </a:prstTxWarp>
          </a:bodyPr>
          <a:lstStyle/>
          <a:p>
            <a:pPr algn="ctr"/>
            <a:r>
              <a:rPr lang="es-ES" sz="1200" b="1" dirty="0">
                <a:solidFill>
                  <a:schemeClr val="tx1"/>
                </a:solidFill>
              </a:rPr>
              <a:t> </a:t>
            </a:r>
          </a:p>
          <a:p>
            <a:pPr algn="ctr"/>
            <a:endParaRPr lang="es-ES" sz="1000" b="1" dirty="0">
              <a:solidFill>
                <a:schemeClr val="tx1"/>
              </a:solidFill>
            </a:endParaRPr>
          </a:p>
        </p:txBody>
      </p:sp>
      <p:pic>
        <p:nvPicPr>
          <p:cNvPr id="160" name="161 Imagen">
            <a:extLst>
              <a:ext uri="{FF2B5EF4-FFF2-40B4-BE49-F238E27FC236}">
                <a16:creationId xmlns:a16="http://schemas.microsoft.com/office/drawing/2014/main" id="{E434A35D-9F00-4278-9DD7-DBE3B1D4A9F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029208" y="3830801"/>
            <a:ext cx="606904" cy="128673"/>
          </a:xfrm>
          <a:prstGeom prst="rect">
            <a:avLst/>
          </a:prstGeom>
        </p:spPr>
      </p:pic>
      <p:sp>
        <p:nvSpPr>
          <p:cNvPr id="161" name="2 CuadroTexto">
            <a:extLst>
              <a:ext uri="{FF2B5EF4-FFF2-40B4-BE49-F238E27FC236}">
                <a16:creationId xmlns:a16="http://schemas.microsoft.com/office/drawing/2014/main" id="{053B9F5D-5F56-4897-8777-EF1968C93D2E}"/>
              </a:ext>
            </a:extLst>
          </p:cNvPr>
          <p:cNvSpPr txBox="1">
            <a:spLocks noChangeArrowheads="1"/>
          </p:cNvSpPr>
          <p:nvPr/>
        </p:nvSpPr>
        <p:spPr bwMode="auto">
          <a:xfrm>
            <a:off x="4406867" y="3982133"/>
            <a:ext cx="13423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buClr>
                <a:srgbClr val="FF0000"/>
              </a:buClr>
              <a:buChar char="w"/>
              <a:defRPr sz="2400" b="1">
                <a:solidFill>
                  <a:srgbClr val="FF0000"/>
                </a:solidFill>
                <a:latin typeface="Arial" panose="020B0604020202020204" pitchFamily="34" charset="0"/>
              </a:defRPr>
            </a:lvl1pPr>
            <a:lvl2pPr marL="742950" indent="-285750" eaLnBrk="0" hangingPunct="0">
              <a:buClr>
                <a:schemeClr val="bg2"/>
              </a:buClr>
              <a:buChar char="§"/>
              <a:defRPr sz="2600">
                <a:solidFill>
                  <a:srgbClr val="808080"/>
                </a:solidFill>
                <a:latin typeface="Arial" panose="020B0604020202020204" pitchFamily="34" charset="0"/>
              </a:defRPr>
            </a:lvl2pPr>
            <a:lvl3pPr marL="11430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1000" dirty="0">
                <a:solidFill>
                  <a:schemeClr val="tx1"/>
                </a:solidFill>
              </a:rPr>
              <a:t>Tablas Maestras </a:t>
            </a:r>
            <a:r>
              <a:rPr lang="es-ES" altLang="es-ES" sz="1000" dirty="0" err="1">
                <a:solidFill>
                  <a:schemeClr val="tx1"/>
                </a:solidFill>
              </a:rPr>
              <a:t>read</a:t>
            </a:r>
            <a:endParaRPr lang="es-ES" altLang="es-ES" sz="1000" dirty="0">
              <a:solidFill>
                <a:schemeClr val="tx1"/>
              </a:solidFill>
            </a:endParaRPr>
          </a:p>
        </p:txBody>
      </p:sp>
      <p:sp>
        <p:nvSpPr>
          <p:cNvPr id="162" name="Rectángulo redondeado 15">
            <a:extLst>
              <a:ext uri="{FF2B5EF4-FFF2-40B4-BE49-F238E27FC236}">
                <a16:creationId xmlns:a16="http://schemas.microsoft.com/office/drawing/2014/main" id="{9A40902F-E8E2-4883-A4B9-811ECFB68F8E}"/>
              </a:ext>
            </a:extLst>
          </p:cNvPr>
          <p:cNvSpPr/>
          <p:nvPr/>
        </p:nvSpPr>
        <p:spPr bwMode="auto">
          <a:xfrm>
            <a:off x="4528063" y="4411701"/>
            <a:ext cx="1033016" cy="481781"/>
          </a:xfrm>
          <a:prstGeom prst="roundRect">
            <a:avLst/>
          </a:prstGeom>
          <a:solidFill>
            <a:schemeClr val="bg1">
              <a:lumMod val="95000"/>
            </a:schemeClr>
          </a:solidFill>
          <a:ln>
            <a:solidFill>
              <a:schemeClr val="tx1">
                <a:lumMod val="50000"/>
                <a:lumOff val="50000"/>
              </a:schemeClr>
            </a:solidFill>
            <a:headEnd type="none" w="med" len="med"/>
            <a:tailEnd type="none" w="med" len="med"/>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none" lIns="0" tIns="0" rIns="0" bIns="0" numCol="1" rtlCol="0" anchor="t" anchorCtr="0" compatLnSpc="1">
            <a:prstTxWarp prst="textNoShape">
              <a:avLst/>
            </a:prstTxWarp>
          </a:bodyPr>
          <a:lstStyle/>
          <a:p>
            <a:pPr algn="ctr"/>
            <a:r>
              <a:rPr lang="es-ES" sz="1200" b="1" dirty="0">
                <a:solidFill>
                  <a:schemeClr val="tx1"/>
                </a:solidFill>
              </a:rPr>
              <a:t> </a:t>
            </a:r>
          </a:p>
          <a:p>
            <a:pPr algn="ctr"/>
            <a:endParaRPr lang="es-ES" sz="1000" b="1" dirty="0">
              <a:solidFill>
                <a:schemeClr val="tx1"/>
              </a:solidFill>
            </a:endParaRPr>
          </a:p>
        </p:txBody>
      </p:sp>
      <p:pic>
        <p:nvPicPr>
          <p:cNvPr id="163" name="161 Imagen">
            <a:extLst>
              <a:ext uri="{FF2B5EF4-FFF2-40B4-BE49-F238E27FC236}">
                <a16:creationId xmlns:a16="http://schemas.microsoft.com/office/drawing/2014/main" id="{5C43EE24-8A03-4174-9127-654C617CD55C}"/>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109418" y="4392270"/>
            <a:ext cx="606904" cy="128673"/>
          </a:xfrm>
          <a:prstGeom prst="rect">
            <a:avLst/>
          </a:prstGeom>
        </p:spPr>
      </p:pic>
      <p:sp>
        <p:nvSpPr>
          <p:cNvPr id="164" name="2 CuadroTexto">
            <a:extLst>
              <a:ext uri="{FF2B5EF4-FFF2-40B4-BE49-F238E27FC236}">
                <a16:creationId xmlns:a16="http://schemas.microsoft.com/office/drawing/2014/main" id="{9C24FA31-5EF4-4B60-818E-71115775470B}"/>
              </a:ext>
            </a:extLst>
          </p:cNvPr>
          <p:cNvSpPr txBox="1">
            <a:spLocks noChangeArrowheads="1"/>
          </p:cNvSpPr>
          <p:nvPr/>
        </p:nvSpPr>
        <p:spPr bwMode="auto">
          <a:xfrm>
            <a:off x="4487077" y="4543602"/>
            <a:ext cx="134230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buClr>
                <a:srgbClr val="FF0000"/>
              </a:buClr>
              <a:buChar char="w"/>
              <a:defRPr sz="2400" b="1">
                <a:solidFill>
                  <a:srgbClr val="FF0000"/>
                </a:solidFill>
                <a:latin typeface="Arial" panose="020B0604020202020204" pitchFamily="34" charset="0"/>
              </a:defRPr>
            </a:lvl1pPr>
            <a:lvl2pPr marL="742950" indent="-285750" eaLnBrk="0" hangingPunct="0">
              <a:buClr>
                <a:schemeClr val="bg2"/>
              </a:buClr>
              <a:buChar char="§"/>
              <a:defRPr sz="2600">
                <a:solidFill>
                  <a:srgbClr val="808080"/>
                </a:solidFill>
                <a:latin typeface="Arial" panose="020B0604020202020204" pitchFamily="34" charset="0"/>
              </a:defRPr>
            </a:lvl2pPr>
            <a:lvl3pPr marL="11430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1000" dirty="0">
                <a:solidFill>
                  <a:schemeClr val="tx1"/>
                </a:solidFill>
              </a:rPr>
              <a:t>Alta cliente</a:t>
            </a:r>
          </a:p>
        </p:txBody>
      </p:sp>
      <p:sp>
        <p:nvSpPr>
          <p:cNvPr id="165" name="Rectángulo redondeado 15">
            <a:extLst>
              <a:ext uri="{FF2B5EF4-FFF2-40B4-BE49-F238E27FC236}">
                <a16:creationId xmlns:a16="http://schemas.microsoft.com/office/drawing/2014/main" id="{51D4A2EF-0908-45F6-BCC6-D7CBC775F333}"/>
              </a:ext>
            </a:extLst>
          </p:cNvPr>
          <p:cNvSpPr/>
          <p:nvPr/>
        </p:nvSpPr>
        <p:spPr bwMode="auto">
          <a:xfrm>
            <a:off x="4493370" y="4942117"/>
            <a:ext cx="1033016" cy="481781"/>
          </a:xfrm>
          <a:prstGeom prst="roundRect">
            <a:avLst/>
          </a:prstGeom>
          <a:solidFill>
            <a:schemeClr val="bg1">
              <a:lumMod val="95000"/>
            </a:schemeClr>
          </a:solidFill>
          <a:ln>
            <a:solidFill>
              <a:schemeClr val="tx1">
                <a:lumMod val="50000"/>
                <a:lumOff val="50000"/>
              </a:schemeClr>
            </a:solidFill>
            <a:headEnd type="none" w="med" len="med"/>
            <a:tailEnd type="none" w="med" len="med"/>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none" lIns="0" tIns="0" rIns="0" bIns="0" numCol="1" rtlCol="0" anchor="t" anchorCtr="0" compatLnSpc="1">
            <a:prstTxWarp prst="textNoShape">
              <a:avLst/>
            </a:prstTxWarp>
          </a:bodyPr>
          <a:lstStyle/>
          <a:p>
            <a:pPr algn="ctr"/>
            <a:r>
              <a:rPr lang="es-ES" sz="1200" b="1" dirty="0">
                <a:solidFill>
                  <a:schemeClr val="tx1"/>
                </a:solidFill>
              </a:rPr>
              <a:t> </a:t>
            </a:r>
          </a:p>
          <a:p>
            <a:pPr algn="ctr"/>
            <a:endParaRPr lang="es-ES" sz="1000" b="1" dirty="0">
              <a:solidFill>
                <a:schemeClr val="tx1"/>
              </a:solidFill>
            </a:endParaRPr>
          </a:p>
        </p:txBody>
      </p:sp>
      <p:pic>
        <p:nvPicPr>
          <p:cNvPr id="166" name="161 Imagen">
            <a:extLst>
              <a:ext uri="{FF2B5EF4-FFF2-40B4-BE49-F238E27FC236}">
                <a16:creationId xmlns:a16="http://schemas.microsoft.com/office/drawing/2014/main" id="{C94BCC77-C0BA-4B92-A43D-79758221137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125460" y="4921662"/>
            <a:ext cx="606904" cy="128673"/>
          </a:xfrm>
          <a:prstGeom prst="rect">
            <a:avLst/>
          </a:prstGeom>
        </p:spPr>
      </p:pic>
      <p:sp>
        <p:nvSpPr>
          <p:cNvPr id="167" name="2 CuadroTexto">
            <a:extLst>
              <a:ext uri="{FF2B5EF4-FFF2-40B4-BE49-F238E27FC236}">
                <a16:creationId xmlns:a16="http://schemas.microsoft.com/office/drawing/2014/main" id="{3AC12375-D96C-41AA-B0C3-64409CA306F6}"/>
              </a:ext>
            </a:extLst>
          </p:cNvPr>
          <p:cNvSpPr txBox="1">
            <a:spLocks noChangeArrowheads="1"/>
          </p:cNvSpPr>
          <p:nvPr/>
        </p:nvSpPr>
        <p:spPr bwMode="auto">
          <a:xfrm>
            <a:off x="4503119" y="5072994"/>
            <a:ext cx="134230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buClr>
                <a:srgbClr val="FF0000"/>
              </a:buClr>
              <a:buChar char="w"/>
              <a:defRPr sz="2400" b="1">
                <a:solidFill>
                  <a:srgbClr val="FF0000"/>
                </a:solidFill>
                <a:latin typeface="Arial" panose="020B0604020202020204" pitchFamily="34" charset="0"/>
              </a:defRPr>
            </a:lvl1pPr>
            <a:lvl2pPr marL="742950" indent="-285750" eaLnBrk="0" hangingPunct="0">
              <a:buClr>
                <a:schemeClr val="bg2"/>
              </a:buClr>
              <a:buChar char="§"/>
              <a:defRPr sz="2600">
                <a:solidFill>
                  <a:srgbClr val="808080"/>
                </a:solidFill>
                <a:latin typeface="Arial" panose="020B0604020202020204" pitchFamily="34" charset="0"/>
              </a:defRPr>
            </a:lvl2pPr>
            <a:lvl3pPr marL="11430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1000" dirty="0">
                <a:solidFill>
                  <a:schemeClr val="tx1"/>
                </a:solidFill>
              </a:rPr>
              <a:t>Alta productos</a:t>
            </a:r>
          </a:p>
        </p:txBody>
      </p:sp>
      <p:sp>
        <p:nvSpPr>
          <p:cNvPr id="168" name="Rectángulo redondeado 15">
            <a:extLst>
              <a:ext uri="{FF2B5EF4-FFF2-40B4-BE49-F238E27FC236}">
                <a16:creationId xmlns:a16="http://schemas.microsoft.com/office/drawing/2014/main" id="{C873548E-4D72-42B6-8C2A-2F4649C09F8D}"/>
              </a:ext>
            </a:extLst>
          </p:cNvPr>
          <p:cNvSpPr/>
          <p:nvPr/>
        </p:nvSpPr>
        <p:spPr bwMode="auto">
          <a:xfrm>
            <a:off x="4462434" y="5510723"/>
            <a:ext cx="1230055" cy="481781"/>
          </a:xfrm>
          <a:prstGeom prst="roundRect">
            <a:avLst/>
          </a:prstGeom>
          <a:solidFill>
            <a:schemeClr val="bg1">
              <a:lumMod val="95000"/>
            </a:schemeClr>
          </a:solidFill>
          <a:ln>
            <a:solidFill>
              <a:schemeClr val="tx1">
                <a:lumMod val="50000"/>
                <a:lumOff val="50000"/>
              </a:schemeClr>
            </a:solidFill>
            <a:headEnd type="none" w="med" len="med"/>
            <a:tailEnd type="none" w="med" len="med"/>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none" lIns="0" tIns="0" rIns="0" bIns="0" numCol="1" rtlCol="0" anchor="t" anchorCtr="0" compatLnSpc="1">
            <a:prstTxWarp prst="textNoShape">
              <a:avLst/>
            </a:prstTxWarp>
          </a:bodyPr>
          <a:lstStyle/>
          <a:p>
            <a:pPr algn="ctr"/>
            <a:r>
              <a:rPr lang="es-ES" sz="1200" b="1" dirty="0">
                <a:solidFill>
                  <a:schemeClr val="tx1"/>
                </a:solidFill>
              </a:rPr>
              <a:t> </a:t>
            </a:r>
          </a:p>
          <a:p>
            <a:pPr algn="ctr"/>
            <a:endParaRPr lang="es-ES" sz="1000" b="1" dirty="0">
              <a:solidFill>
                <a:schemeClr val="tx1"/>
              </a:solidFill>
            </a:endParaRPr>
          </a:p>
        </p:txBody>
      </p:sp>
      <p:pic>
        <p:nvPicPr>
          <p:cNvPr id="169" name="161 Imagen">
            <a:extLst>
              <a:ext uri="{FF2B5EF4-FFF2-40B4-BE49-F238E27FC236}">
                <a16:creationId xmlns:a16="http://schemas.microsoft.com/office/drawing/2014/main" id="{9F8ACC1B-6BFB-44D5-A61C-B3892B1A4D3C}"/>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858247" y="5562942"/>
            <a:ext cx="606904" cy="128673"/>
          </a:xfrm>
          <a:prstGeom prst="rect">
            <a:avLst/>
          </a:prstGeom>
        </p:spPr>
      </p:pic>
      <p:sp>
        <p:nvSpPr>
          <p:cNvPr id="170" name="2 CuadroTexto">
            <a:extLst>
              <a:ext uri="{FF2B5EF4-FFF2-40B4-BE49-F238E27FC236}">
                <a16:creationId xmlns:a16="http://schemas.microsoft.com/office/drawing/2014/main" id="{9125E608-FAB5-442C-9C88-0ED495E3A9AC}"/>
              </a:ext>
            </a:extLst>
          </p:cNvPr>
          <p:cNvSpPr txBox="1">
            <a:spLocks noChangeArrowheads="1"/>
          </p:cNvSpPr>
          <p:nvPr/>
        </p:nvSpPr>
        <p:spPr bwMode="auto">
          <a:xfrm>
            <a:off x="4468241" y="5691615"/>
            <a:ext cx="134230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buClr>
                <a:srgbClr val="FF0000"/>
              </a:buClr>
              <a:buChar char="w"/>
              <a:defRPr sz="2400" b="1">
                <a:solidFill>
                  <a:srgbClr val="FF0000"/>
                </a:solidFill>
                <a:latin typeface="Arial" panose="020B0604020202020204" pitchFamily="34" charset="0"/>
              </a:defRPr>
            </a:lvl1pPr>
            <a:lvl2pPr marL="742950" indent="-285750" eaLnBrk="0" hangingPunct="0">
              <a:buClr>
                <a:schemeClr val="bg2"/>
              </a:buClr>
              <a:buChar char="§"/>
              <a:defRPr sz="2600">
                <a:solidFill>
                  <a:srgbClr val="808080"/>
                </a:solidFill>
                <a:latin typeface="Arial" panose="020B0604020202020204" pitchFamily="34" charset="0"/>
              </a:defRPr>
            </a:lvl2pPr>
            <a:lvl3pPr marL="11430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1000" dirty="0">
                <a:solidFill>
                  <a:schemeClr val="tx1"/>
                </a:solidFill>
              </a:rPr>
              <a:t>correspondencia</a:t>
            </a:r>
          </a:p>
        </p:txBody>
      </p:sp>
      <p:sp>
        <p:nvSpPr>
          <p:cNvPr id="174" name="Rectángulo redondeado 15">
            <a:extLst>
              <a:ext uri="{FF2B5EF4-FFF2-40B4-BE49-F238E27FC236}">
                <a16:creationId xmlns:a16="http://schemas.microsoft.com/office/drawing/2014/main" id="{511606E8-49BD-4647-B0FE-6B21FA679633}"/>
              </a:ext>
            </a:extLst>
          </p:cNvPr>
          <p:cNvSpPr/>
          <p:nvPr/>
        </p:nvSpPr>
        <p:spPr bwMode="auto">
          <a:xfrm>
            <a:off x="5719935" y="975322"/>
            <a:ext cx="1033016" cy="481781"/>
          </a:xfrm>
          <a:prstGeom prst="roundRect">
            <a:avLst/>
          </a:prstGeom>
          <a:solidFill>
            <a:schemeClr val="bg1">
              <a:lumMod val="95000"/>
            </a:schemeClr>
          </a:solidFill>
          <a:ln>
            <a:solidFill>
              <a:schemeClr val="tx1">
                <a:lumMod val="50000"/>
                <a:lumOff val="50000"/>
              </a:schemeClr>
            </a:solidFill>
            <a:headEnd type="none" w="med" len="med"/>
            <a:tailEnd type="none" w="med" len="med"/>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none" lIns="0" tIns="0" rIns="0" bIns="0" numCol="1" rtlCol="0" anchor="t" anchorCtr="0" compatLnSpc="1">
            <a:prstTxWarp prst="textNoShape">
              <a:avLst/>
            </a:prstTxWarp>
          </a:bodyPr>
          <a:lstStyle/>
          <a:p>
            <a:pPr algn="ctr"/>
            <a:r>
              <a:rPr lang="es-ES" sz="1200" b="1" dirty="0">
                <a:solidFill>
                  <a:schemeClr val="tx1"/>
                </a:solidFill>
              </a:rPr>
              <a:t> </a:t>
            </a:r>
          </a:p>
          <a:p>
            <a:pPr algn="ctr"/>
            <a:endParaRPr lang="es-ES" sz="1000" b="1" dirty="0">
              <a:solidFill>
                <a:schemeClr val="tx1"/>
              </a:solidFill>
            </a:endParaRPr>
          </a:p>
        </p:txBody>
      </p:sp>
      <p:pic>
        <p:nvPicPr>
          <p:cNvPr id="175" name="161 Imagen">
            <a:extLst>
              <a:ext uri="{FF2B5EF4-FFF2-40B4-BE49-F238E27FC236}">
                <a16:creationId xmlns:a16="http://schemas.microsoft.com/office/drawing/2014/main" id="{5D6C6DF2-AD8F-4EAA-8B49-179083BF5A0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922968" y="1003775"/>
            <a:ext cx="606904" cy="128673"/>
          </a:xfrm>
          <a:prstGeom prst="rect">
            <a:avLst/>
          </a:prstGeom>
        </p:spPr>
      </p:pic>
      <p:sp>
        <p:nvSpPr>
          <p:cNvPr id="176" name="2 CuadroTexto">
            <a:extLst>
              <a:ext uri="{FF2B5EF4-FFF2-40B4-BE49-F238E27FC236}">
                <a16:creationId xmlns:a16="http://schemas.microsoft.com/office/drawing/2014/main" id="{586737F4-FC36-49B2-8EC5-1C892A68F230}"/>
              </a:ext>
            </a:extLst>
          </p:cNvPr>
          <p:cNvSpPr txBox="1">
            <a:spLocks noChangeArrowheads="1"/>
          </p:cNvSpPr>
          <p:nvPr/>
        </p:nvSpPr>
        <p:spPr bwMode="auto">
          <a:xfrm>
            <a:off x="5642106" y="1030384"/>
            <a:ext cx="13423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buClr>
                <a:srgbClr val="FF0000"/>
              </a:buClr>
              <a:buChar char="w"/>
              <a:defRPr sz="2400" b="1">
                <a:solidFill>
                  <a:srgbClr val="FF0000"/>
                </a:solidFill>
                <a:latin typeface="Arial" panose="020B0604020202020204" pitchFamily="34" charset="0"/>
              </a:defRPr>
            </a:lvl1pPr>
            <a:lvl2pPr marL="742950" indent="-285750" eaLnBrk="0" hangingPunct="0">
              <a:buClr>
                <a:schemeClr val="bg2"/>
              </a:buClr>
              <a:buChar char="§"/>
              <a:defRPr sz="2600">
                <a:solidFill>
                  <a:srgbClr val="808080"/>
                </a:solidFill>
                <a:latin typeface="Arial" panose="020B0604020202020204" pitchFamily="34" charset="0"/>
              </a:defRPr>
            </a:lvl2pPr>
            <a:lvl3pPr marL="11430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1000" dirty="0">
                <a:solidFill>
                  <a:schemeClr val="tx1"/>
                </a:solidFill>
              </a:rPr>
              <a:t>Gestor Documental</a:t>
            </a:r>
          </a:p>
        </p:txBody>
      </p:sp>
      <p:sp>
        <p:nvSpPr>
          <p:cNvPr id="177" name="Rectángulo redondeado 15">
            <a:extLst>
              <a:ext uri="{FF2B5EF4-FFF2-40B4-BE49-F238E27FC236}">
                <a16:creationId xmlns:a16="http://schemas.microsoft.com/office/drawing/2014/main" id="{C19FA6B5-4419-4FB8-973C-6654ED08C24F}"/>
              </a:ext>
            </a:extLst>
          </p:cNvPr>
          <p:cNvSpPr/>
          <p:nvPr/>
        </p:nvSpPr>
        <p:spPr bwMode="auto">
          <a:xfrm>
            <a:off x="5723951" y="1524762"/>
            <a:ext cx="1033016" cy="481781"/>
          </a:xfrm>
          <a:prstGeom prst="roundRect">
            <a:avLst/>
          </a:prstGeom>
          <a:solidFill>
            <a:schemeClr val="bg1">
              <a:lumMod val="95000"/>
            </a:schemeClr>
          </a:solidFill>
          <a:ln>
            <a:solidFill>
              <a:schemeClr val="tx1">
                <a:lumMod val="50000"/>
                <a:lumOff val="50000"/>
              </a:schemeClr>
            </a:solidFill>
            <a:headEnd type="none" w="med" len="med"/>
            <a:tailEnd type="none" w="med" len="med"/>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none" lIns="0" tIns="0" rIns="0" bIns="0" numCol="1" rtlCol="0" anchor="t" anchorCtr="0" compatLnSpc="1">
            <a:prstTxWarp prst="textNoShape">
              <a:avLst/>
            </a:prstTxWarp>
          </a:bodyPr>
          <a:lstStyle/>
          <a:p>
            <a:pPr algn="ctr"/>
            <a:r>
              <a:rPr lang="es-ES" sz="1200" b="1" dirty="0">
                <a:solidFill>
                  <a:schemeClr val="tx1"/>
                </a:solidFill>
              </a:rPr>
              <a:t> </a:t>
            </a:r>
          </a:p>
          <a:p>
            <a:pPr algn="ctr"/>
            <a:endParaRPr lang="es-ES" sz="1000" b="1" dirty="0">
              <a:solidFill>
                <a:schemeClr val="tx1"/>
              </a:solidFill>
            </a:endParaRPr>
          </a:p>
        </p:txBody>
      </p:sp>
      <p:pic>
        <p:nvPicPr>
          <p:cNvPr id="178" name="161 Imagen">
            <a:extLst>
              <a:ext uri="{FF2B5EF4-FFF2-40B4-BE49-F238E27FC236}">
                <a16:creationId xmlns:a16="http://schemas.microsoft.com/office/drawing/2014/main" id="{021C9AF8-39E5-40A9-86EA-93377973ABE5}"/>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926010" y="1593733"/>
            <a:ext cx="606904" cy="128673"/>
          </a:xfrm>
          <a:prstGeom prst="rect">
            <a:avLst/>
          </a:prstGeom>
        </p:spPr>
      </p:pic>
      <p:sp>
        <p:nvSpPr>
          <p:cNvPr id="179" name="2 CuadroTexto">
            <a:extLst>
              <a:ext uri="{FF2B5EF4-FFF2-40B4-BE49-F238E27FC236}">
                <a16:creationId xmlns:a16="http://schemas.microsoft.com/office/drawing/2014/main" id="{78F9921E-3004-4008-BA8A-1BE5BC0C1BDB}"/>
              </a:ext>
            </a:extLst>
          </p:cNvPr>
          <p:cNvSpPr txBox="1">
            <a:spLocks noChangeArrowheads="1"/>
          </p:cNvSpPr>
          <p:nvPr/>
        </p:nvSpPr>
        <p:spPr bwMode="auto">
          <a:xfrm>
            <a:off x="5594652" y="1680011"/>
            <a:ext cx="13423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buClr>
                <a:srgbClr val="FF0000"/>
              </a:buClr>
              <a:buChar char="w"/>
              <a:defRPr sz="2400" b="1">
                <a:solidFill>
                  <a:srgbClr val="FF0000"/>
                </a:solidFill>
                <a:latin typeface="Arial" panose="020B0604020202020204" pitchFamily="34" charset="0"/>
              </a:defRPr>
            </a:lvl1pPr>
            <a:lvl2pPr marL="742950" indent="-285750" eaLnBrk="0" hangingPunct="0">
              <a:buClr>
                <a:schemeClr val="bg2"/>
              </a:buClr>
              <a:buChar char="§"/>
              <a:defRPr sz="2600">
                <a:solidFill>
                  <a:srgbClr val="808080"/>
                </a:solidFill>
                <a:latin typeface="Arial" panose="020B0604020202020204" pitchFamily="34" charset="0"/>
              </a:defRPr>
            </a:lvl2pPr>
            <a:lvl3pPr marL="11430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1000" dirty="0">
                <a:solidFill>
                  <a:schemeClr val="tx1"/>
                </a:solidFill>
              </a:rPr>
              <a:t>Identificador Pagos</a:t>
            </a:r>
          </a:p>
        </p:txBody>
      </p:sp>
      <p:sp>
        <p:nvSpPr>
          <p:cNvPr id="180" name="Rectángulo redondeado 15">
            <a:extLst>
              <a:ext uri="{FF2B5EF4-FFF2-40B4-BE49-F238E27FC236}">
                <a16:creationId xmlns:a16="http://schemas.microsoft.com/office/drawing/2014/main" id="{569B7A29-5550-49C9-850A-5A8DF643E379}"/>
              </a:ext>
            </a:extLst>
          </p:cNvPr>
          <p:cNvSpPr/>
          <p:nvPr/>
        </p:nvSpPr>
        <p:spPr bwMode="auto">
          <a:xfrm>
            <a:off x="5768731" y="2137701"/>
            <a:ext cx="1033016" cy="481781"/>
          </a:xfrm>
          <a:prstGeom prst="roundRect">
            <a:avLst/>
          </a:prstGeom>
          <a:solidFill>
            <a:schemeClr val="bg1">
              <a:lumMod val="95000"/>
            </a:schemeClr>
          </a:solidFill>
          <a:ln>
            <a:solidFill>
              <a:schemeClr val="tx1">
                <a:lumMod val="50000"/>
                <a:lumOff val="50000"/>
              </a:schemeClr>
            </a:solidFill>
            <a:headEnd type="none" w="med" len="med"/>
            <a:tailEnd type="none" w="med" len="med"/>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none" lIns="0" tIns="0" rIns="0" bIns="0" numCol="1" rtlCol="0" anchor="t" anchorCtr="0" compatLnSpc="1">
            <a:prstTxWarp prst="textNoShape">
              <a:avLst/>
            </a:prstTxWarp>
          </a:bodyPr>
          <a:lstStyle/>
          <a:p>
            <a:pPr algn="ctr"/>
            <a:r>
              <a:rPr lang="es-ES" sz="1200" b="1" dirty="0">
                <a:solidFill>
                  <a:schemeClr val="tx1"/>
                </a:solidFill>
              </a:rPr>
              <a:t> </a:t>
            </a:r>
          </a:p>
          <a:p>
            <a:pPr algn="ctr"/>
            <a:endParaRPr lang="es-ES" sz="1000" b="1" dirty="0">
              <a:solidFill>
                <a:schemeClr val="tx1"/>
              </a:solidFill>
            </a:endParaRPr>
          </a:p>
        </p:txBody>
      </p:sp>
      <p:pic>
        <p:nvPicPr>
          <p:cNvPr id="181" name="161 Imagen">
            <a:extLst>
              <a:ext uri="{FF2B5EF4-FFF2-40B4-BE49-F238E27FC236}">
                <a16:creationId xmlns:a16="http://schemas.microsoft.com/office/drawing/2014/main" id="{C46CD1DF-7515-4E7B-912D-BF6CA0BEC76A}"/>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981787" y="2194515"/>
            <a:ext cx="606904" cy="128673"/>
          </a:xfrm>
          <a:prstGeom prst="rect">
            <a:avLst/>
          </a:prstGeom>
        </p:spPr>
      </p:pic>
      <p:sp>
        <p:nvSpPr>
          <p:cNvPr id="182" name="2 CuadroTexto">
            <a:extLst>
              <a:ext uri="{FF2B5EF4-FFF2-40B4-BE49-F238E27FC236}">
                <a16:creationId xmlns:a16="http://schemas.microsoft.com/office/drawing/2014/main" id="{2F999209-E4F4-4AFC-B3BD-AE9A72DA44BB}"/>
              </a:ext>
            </a:extLst>
          </p:cNvPr>
          <p:cNvSpPr txBox="1">
            <a:spLocks noChangeArrowheads="1"/>
          </p:cNvSpPr>
          <p:nvPr/>
        </p:nvSpPr>
        <p:spPr bwMode="auto">
          <a:xfrm>
            <a:off x="5639808" y="2346700"/>
            <a:ext cx="134230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buClr>
                <a:srgbClr val="FF0000"/>
              </a:buClr>
              <a:buChar char="w"/>
              <a:defRPr sz="2400" b="1">
                <a:solidFill>
                  <a:srgbClr val="FF0000"/>
                </a:solidFill>
                <a:latin typeface="Arial" panose="020B0604020202020204" pitchFamily="34" charset="0"/>
              </a:defRPr>
            </a:lvl1pPr>
            <a:lvl2pPr marL="742950" indent="-285750" eaLnBrk="0" hangingPunct="0">
              <a:buClr>
                <a:schemeClr val="bg2"/>
              </a:buClr>
              <a:buChar char="§"/>
              <a:defRPr sz="2600">
                <a:solidFill>
                  <a:srgbClr val="808080"/>
                </a:solidFill>
                <a:latin typeface="Arial" panose="020B0604020202020204" pitchFamily="34" charset="0"/>
              </a:defRPr>
            </a:lvl2pPr>
            <a:lvl3pPr marL="11430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1000" dirty="0" err="1">
                <a:solidFill>
                  <a:schemeClr val="tx1"/>
                </a:solidFill>
              </a:rPr>
              <a:t>Broker</a:t>
            </a:r>
            <a:r>
              <a:rPr lang="es-ES" altLang="es-ES" sz="1000" dirty="0">
                <a:solidFill>
                  <a:schemeClr val="tx1"/>
                </a:solidFill>
              </a:rPr>
              <a:t> OCR</a:t>
            </a:r>
          </a:p>
        </p:txBody>
      </p:sp>
      <p:sp>
        <p:nvSpPr>
          <p:cNvPr id="186" name="Rectángulo redondeado 15">
            <a:extLst>
              <a:ext uri="{FF2B5EF4-FFF2-40B4-BE49-F238E27FC236}">
                <a16:creationId xmlns:a16="http://schemas.microsoft.com/office/drawing/2014/main" id="{CBD3BF28-E8C0-405A-BC69-655711D0638E}"/>
              </a:ext>
            </a:extLst>
          </p:cNvPr>
          <p:cNvSpPr/>
          <p:nvPr/>
        </p:nvSpPr>
        <p:spPr bwMode="auto">
          <a:xfrm>
            <a:off x="5760330" y="3739780"/>
            <a:ext cx="1033016" cy="481781"/>
          </a:xfrm>
          <a:prstGeom prst="roundRect">
            <a:avLst/>
          </a:prstGeom>
          <a:solidFill>
            <a:schemeClr val="bg1">
              <a:lumMod val="95000"/>
            </a:schemeClr>
          </a:solidFill>
          <a:ln>
            <a:solidFill>
              <a:schemeClr val="tx1">
                <a:lumMod val="50000"/>
                <a:lumOff val="50000"/>
              </a:schemeClr>
            </a:solidFill>
            <a:headEnd type="none" w="med" len="med"/>
            <a:tailEnd type="none" w="med" len="med"/>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none" lIns="0" tIns="0" rIns="0" bIns="0" numCol="1" rtlCol="0" anchor="t" anchorCtr="0" compatLnSpc="1">
            <a:prstTxWarp prst="textNoShape">
              <a:avLst/>
            </a:prstTxWarp>
          </a:bodyPr>
          <a:lstStyle/>
          <a:p>
            <a:pPr algn="ctr"/>
            <a:r>
              <a:rPr lang="es-ES" sz="1200" b="1" dirty="0">
                <a:solidFill>
                  <a:schemeClr val="tx1"/>
                </a:solidFill>
              </a:rPr>
              <a:t> </a:t>
            </a:r>
          </a:p>
          <a:p>
            <a:pPr algn="ctr"/>
            <a:endParaRPr lang="es-ES" sz="1000" b="1" dirty="0">
              <a:solidFill>
                <a:schemeClr val="tx1"/>
              </a:solidFill>
            </a:endParaRPr>
          </a:p>
        </p:txBody>
      </p:sp>
      <p:pic>
        <p:nvPicPr>
          <p:cNvPr id="187" name="161 Imagen">
            <a:extLst>
              <a:ext uri="{FF2B5EF4-FFF2-40B4-BE49-F238E27FC236}">
                <a16:creationId xmlns:a16="http://schemas.microsoft.com/office/drawing/2014/main" id="{B18A0575-B41D-406A-B673-88C7FA6BE5E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937283" y="3796834"/>
            <a:ext cx="606904" cy="128673"/>
          </a:xfrm>
          <a:prstGeom prst="rect">
            <a:avLst/>
          </a:prstGeom>
        </p:spPr>
      </p:pic>
      <p:sp>
        <p:nvSpPr>
          <p:cNvPr id="188" name="2 CuadroTexto">
            <a:extLst>
              <a:ext uri="{FF2B5EF4-FFF2-40B4-BE49-F238E27FC236}">
                <a16:creationId xmlns:a16="http://schemas.microsoft.com/office/drawing/2014/main" id="{8E645C36-D798-49DD-82B9-FDEFBBCF2CEA}"/>
              </a:ext>
            </a:extLst>
          </p:cNvPr>
          <p:cNvSpPr txBox="1">
            <a:spLocks noChangeArrowheads="1"/>
          </p:cNvSpPr>
          <p:nvPr/>
        </p:nvSpPr>
        <p:spPr bwMode="auto">
          <a:xfrm>
            <a:off x="5580741" y="3858861"/>
            <a:ext cx="13423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buClr>
                <a:srgbClr val="FF0000"/>
              </a:buClr>
              <a:buChar char="w"/>
              <a:defRPr sz="2400" b="1">
                <a:solidFill>
                  <a:srgbClr val="FF0000"/>
                </a:solidFill>
                <a:latin typeface="Arial" panose="020B0604020202020204" pitchFamily="34" charset="0"/>
              </a:defRPr>
            </a:lvl1pPr>
            <a:lvl2pPr marL="742950" indent="-285750" eaLnBrk="0" hangingPunct="0">
              <a:buClr>
                <a:schemeClr val="bg2"/>
              </a:buClr>
              <a:buChar char="§"/>
              <a:defRPr sz="2600">
                <a:solidFill>
                  <a:srgbClr val="808080"/>
                </a:solidFill>
                <a:latin typeface="Arial" panose="020B0604020202020204" pitchFamily="34" charset="0"/>
              </a:defRPr>
            </a:lvl2pPr>
            <a:lvl3pPr marL="11430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1000" dirty="0">
                <a:solidFill>
                  <a:schemeClr val="tx1"/>
                </a:solidFill>
              </a:rPr>
              <a:t>Consulta </a:t>
            </a:r>
          </a:p>
          <a:p>
            <a:pPr algn="ctr" eaLnBrk="1" hangingPunct="1">
              <a:buClr>
                <a:schemeClr val="accent2"/>
              </a:buClr>
              <a:buFont typeface="Wingdings" panose="05000000000000000000" pitchFamily="2" charset="2"/>
              <a:buNone/>
            </a:pPr>
            <a:r>
              <a:rPr lang="es-ES" altLang="es-ES" sz="1000" dirty="0">
                <a:solidFill>
                  <a:schemeClr val="tx1"/>
                </a:solidFill>
              </a:rPr>
              <a:t>Fraude</a:t>
            </a:r>
          </a:p>
        </p:txBody>
      </p:sp>
      <p:sp>
        <p:nvSpPr>
          <p:cNvPr id="189" name="Rectángulo redondeado 15">
            <a:extLst>
              <a:ext uri="{FF2B5EF4-FFF2-40B4-BE49-F238E27FC236}">
                <a16:creationId xmlns:a16="http://schemas.microsoft.com/office/drawing/2014/main" id="{E7F067A9-77CD-4350-AB08-B0EF43ACFA72}"/>
              </a:ext>
            </a:extLst>
          </p:cNvPr>
          <p:cNvSpPr/>
          <p:nvPr/>
        </p:nvSpPr>
        <p:spPr bwMode="auto">
          <a:xfrm>
            <a:off x="5765740" y="4354082"/>
            <a:ext cx="1033016" cy="481781"/>
          </a:xfrm>
          <a:prstGeom prst="roundRect">
            <a:avLst/>
          </a:prstGeom>
          <a:solidFill>
            <a:schemeClr val="bg1">
              <a:lumMod val="95000"/>
            </a:schemeClr>
          </a:solidFill>
          <a:ln>
            <a:solidFill>
              <a:schemeClr val="tx1">
                <a:lumMod val="50000"/>
                <a:lumOff val="50000"/>
              </a:schemeClr>
            </a:solidFill>
            <a:headEnd type="none" w="med" len="med"/>
            <a:tailEnd type="none" w="med" len="med"/>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none" lIns="0" tIns="0" rIns="0" bIns="0" numCol="1" rtlCol="0" anchor="t" anchorCtr="0" compatLnSpc="1">
            <a:prstTxWarp prst="textNoShape">
              <a:avLst/>
            </a:prstTxWarp>
          </a:bodyPr>
          <a:lstStyle/>
          <a:p>
            <a:pPr algn="ctr"/>
            <a:r>
              <a:rPr lang="es-ES" sz="1200" b="1" dirty="0">
                <a:solidFill>
                  <a:schemeClr val="tx1"/>
                </a:solidFill>
              </a:rPr>
              <a:t> </a:t>
            </a:r>
          </a:p>
          <a:p>
            <a:pPr algn="ctr"/>
            <a:endParaRPr lang="es-ES" sz="1000" b="1" dirty="0">
              <a:solidFill>
                <a:schemeClr val="tx1"/>
              </a:solidFill>
            </a:endParaRPr>
          </a:p>
        </p:txBody>
      </p:sp>
      <p:pic>
        <p:nvPicPr>
          <p:cNvPr id="190" name="161 Imagen">
            <a:extLst>
              <a:ext uri="{FF2B5EF4-FFF2-40B4-BE49-F238E27FC236}">
                <a16:creationId xmlns:a16="http://schemas.microsoft.com/office/drawing/2014/main" id="{8CC298B2-17EC-4147-877E-60B0B37264B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990125" y="4402325"/>
            <a:ext cx="606904" cy="128673"/>
          </a:xfrm>
          <a:prstGeom prst="rect">
            <a:avLst/>
          </a:prstGeom>
        </p:spPr>
      </p:pic>
      <p:sp>
        <p:nvSpPr>
          <p:cNvPr id="191" name="2 CuadroTexto">
            <a:extLst>
              <a:ext uri="{FF2B5EF4-FFF2-40B4-BE49-F238E27FC236}">
                <a16:creationId xmlns:a16="http://schemas.microsoft.com/office/drawing/2014/main" id="{DB34CF3B-1BD0-4E8D-8932-9B32A46EDD93}"/>
              </a:ext>
            </a:extLst>
          </p:cNvPr>
          <p:cNvSpPr txBox="1">
            <a:spLocks noChangeArrowheads="1"/>
          </p:cNvSpPr>
          <p:nvPr/>
        </p:nvSpPr>
        <p:spPr bwMode="auto">
          <a:xfrm>
            <a:off x="5585901" y="4497014"/>
            <a:ext cx="13423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buClr>
                <a:srgbClr val="FF0000"/>
              </a:buClr>
              <a:buChar char="w"/>
              <a:defRPr sz="2400" b="1">
                <a:solidFill>
                  <a:srgbClr val="FF0000"/>
                </a:solidFill>
                <a:latin typeface="Arial" panose="020B0604020202020204" pitchFamily="34" charset="0"/>
              </a:defRPr>
            </a:lvl1pPr>
            <a:lvl2pPr marL="742950" indent="-285750" eaLnBrk="0" hangingPunct="0">
              <a:buClr>
                <a:schemeClr val="bg2"/>
              </a:buClr>
              <a:buChar char="§"/>
              <a:defRPr sz="2600">
                <a:solidFill>
                  <a:srgbClr val="808080"/>
                </a:solidFill>
                <a:latin typeface="Arial" panose="020B0604020202020204" pitchFamily="34" charset="0"/>
              </a:defRPr>
            </a:lvl2pPr>
            <a:lvl3pPr marL="11430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1000" dirty="0">
                <a:solidFill>
                  <a:schemeClr val="tx1"/>
                </a:solidFill>
              </a:rPr>
              <a:t>Productos Tramitación</a:t>
            </a:r>
          </a:p>
        </p:txBody>
      </p:sp>
      <p:cxnSp>
        <p:nvCxnSpPr>
          <p:cNvPr id="197" name="451 Conector recto de flecha">
            <a:extLst>
              <a:ext uri="{FF2B5EF4-FFF2-40B4-BE49-F238E27FC236}">
                <a16:creationId xmlns:a16="http://schemas.microsoft.com/office/drawing/2014/main" id="{BBC5131E-F894-4C51-969B-B126FAB5D6A9}"/>
              </a:ext>
            </a:extLst>
          </p:cNvPr>
          <p:cNvCxnSpPr>
            <a:cxnSpLocks/>
          </p:cNvCxnSpPr>
          <p:nvPr/>
        </p:nvCxnSpPr>
        <p:spPr bwMode="auto">
          <a:xfrm>
            <a:off x="4103502" y="1753322"/>
            <a:ext cx="239667" cy="0"/>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pic>
        <p:nvPicPr>
          <p:cNvPr id="207" name="Imagen 206">
            <a:extLst>
              <a:ext uri="{FF2B5EF4-FFF2-40B4-BE49-F238E27FC236}">
                <a16:creationId xmlns:a16="http://schemas.microsoft.com/office/drawing/2014/main" id="{8F8F4A4B-C98B-475F-9FE6-A143B8FD65F9}"/>
              </a:ext>
            </a:extLst>
          </p:cNvPr>
          <p:cNvPicPr>
            <a:picLocks noChangeAspect="1"/>
          </p:cNvPicPr>
          <p:nvPr/>
        </p:nvPicPr>
        <p:blipFill>
          <a:blip r:embed="rId9"/>
          <a:stretch>
            <a:fillRect/>
          </a:stretch>
        </p:blipFill>
        <p:spPr>
          <a:xfrm>
            <a:off x="7247174" y="1660281"/>
            <a:ext cx="650929" cy="400050"/>
          </a:xfrm>
          <a:prstGeom prst="rect">
            <a:avLst/>
          </a:prstGeom>
        </p:spPr>
      </p:pic>
      <p:pic>
        <p:nvPicPr>
          <p:cNvPr id="208" name="Imagen 207">
            <a:extLst>
              <a:ext uri="{FF2B5EF4-FFF2-40B4-BE49-F238E27FC236}">
                <a16:creationId xmlns:a16="http://schemas.microsoft.com/office/drawing/2014/main" id="{F39B2B20-6533-4889-97B6-B38BB071F08B}"/>
              </a:ext>
            </a:extLst>
          </p:cNvPr>
          <p:cNvPicPr>
            <a:picLocks noChangeAspect="1"/>
          </p:cNvPicPr>
          <p:nvPr/>
        </p:nvPicPr>
        <p:blipFill>
          <a:blip r:embed="rId10"/>
          <a:stretch>
            <a:fillRect/>
          </a:stretch>
        </p:blipFill>
        <p:spPr>
          <a:xfrm>
            <a:off x="8114978" y="1642162"/>
            <a:ext cx="746679" cy="708631"/>
          </a:xfrm>
          <a:prstGeom prst="rect">
            <a:avLst/>
          </a:prstGeom>
        </p:spPr>
      </p:pic>
      <p:sp>
        <p:nvSpPr>
          <p:cNvPr id="209" name="CuadroTexto 14">
            <a:extLst>
              <a:ext uri="{FF2B5EF4-FFF2-40B4-BE49-F238E27FC236}">
                <a16:creationId xmlns:a16="http://schemas.microsoft.com/office/drawing/2014/main" id="{8C192951-6776-42FF-A6F4-D0852FA0691C}"/>
              </a:ext>
            </a:extLst>
          </p:cNvPr>
          <p:cNvSpPr txBox="1">
            <a:spLocks noChangeArrowheads="1"/>
          </p:cNvSpPr>
          <p:nvPr/>
        </p:nvSpPr>
        <p:spPr bwMode="auto">
          <a:xfrm>
            <a:off x="8639451" y="1556676"/>
            <a:ext cx="121443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1"/>
              </a:buClr>
              <a:buSzPct val="25000"/>
              <a:buFont typeface="Times" panose="02020603050405020304" pitchFamily="18" charset="0"/>
              <a:buChar char="•"/>
              <a:defRPr sz="2400" b="1">
                <a:solidFill>
                  <a:srgbClr val="FF0000"/>
                </a:solidFill>
                <a:latin typeface="Arial" panose="020B0604020202020204" pitchFamily="34" charset="0"/>
              </a:defRPr>
            </a:lvl1pPr>
            <a:lvl2pPr marL="742950" indent="-285750">
              <a:spcBef>
                <a:spcPct val="20000"/>
              </a:spcBef>
              <a:buSzPct val="65000"/>
              <a:buFont typeface="Wingdings" panose="05000000000000000000" pitchFamily="2" charset="2"/>
              <a:buChar char="n"/>
              <a:defRPr sz="2200">
                <a:solidFill>
                  <a:srgbClr val="7A6C7A"/>
                </a:solidFill>
                <a:latin typeface="Arial" panose="020B0604020202020204" pitchFamily="34" charset="0"/>
              </a:defRPr>
            </a:lvl2pPr>
            <a:lvl3pPr marL="1143000" indent="-228600">
              <a:spcBef>
                <a:spcPct val="20000"/>
              </a:spcBef>
              <a:buChar char="–"/>
              <a:defRPr sz="2000">
                <a:solidFill>
                  <a:srgbClr val="7A6C7A"/>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SzTx/>
              <a:buFontTx/>
              <a:buNone/>
            </a:pPr>
            <a:r>
              <a:rPr lang="es-ES" altLang="es-ES" sz="1100" b="0" dirty="0">
                <a:solidFill>
                  <a:schemeClr val="tx1"/>
                </a:solidFill>
              </a:rPr>
              <a:t>Servicio </a:t>
            </a:r>
          </a:p>
          <a:p>
            <a:pPr algn="ctr">
              <a:spcBef>
                <a:spcPct val="0"/>
              </a:spcBef>
              <a:buClrTx/>
              <a:buSzTx/>
              <a:buFontTx/>
              <a:buNone/>
            </a:pPr>
            <a:r>
              <a:rPr lang="es-ES" altLang="es-ES" sz="1100" b="0" dirty="0">
                <a:solidFill>
                  <a:schemeClr val="tx1"/>
                </a:solidFill>
              </a:rPr>
              <a:t>Confirma</a:t>
            </a:r>
          </a:p>
        </p:txBody>
      </p:sp>
      <p:pic>
        <p:nvPicPr>
          <p:cNvPr id="213" name="Picture 8" descr="http://icons.iconarchive.com/icons/visualpharm/hardware/256/server-icon.png">
            <a:extLst>
              <a:ext uri="{FF2B5EF4-FFF2-40B4-BE49-F238E27FC236}">
                <a16:creationId xmlns:a16="http://schemas.microsoft.com/office/drawing/2014/main" id="{5126398A-13E1-45B2-95AB-2D5F91B01F73}"/>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584271" y="613090"/>
            <a:ext cx="381342" cy="381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4" name="CuadroTexto 14">
            <a:extLst>
              <a:ext uri="{FF2B5EF4-FFF2-40B4-BE49-F238E27FC236}">
                <a16:creationId xmlns:a16="http://schemas.microsoft.com/office/drawing/2014/main" id="{E71BEB39-73D7-4830-ABA1-A906F94609A1}"/>
              </a:ext>
            </a:extLst>
          </p:cNvPr>
          <p:cNvSpPr txBox="1">
            <a:spLocks noChangeArrowheads="1"/>
          </p:cNvSpPr>
          <p:nvPr/>
        </p:nvSpPr>
        <p:spPr bwMode="auto">
          <a:xfrm>
            <a:off x="7926325" y="582406"/>
            <a:ext cx="1488051"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1"/>
              </a:buClr>
              <a:buSzPct val="25000"/>
              <a:buFont typeface="Times" panose="02020603050405020304" pitchFamily="18" charset="0"/>
              <a:buChar char="•"/>
              <a:defRPr sz="2400" b="1">
                <a:solidFill>
                  <a:srgbClr val="FF0000"/>
                </a:solidFill>
                <a:latin typeface="Arial" panose="020B0604020202020204" pitchFamily="34" charset="0"/>
              </a:defRPr>
            </a:lvl1pPr>
            <a:lvl2pPr marL="742950" indent="-285750">
              <a:spcBef>
                <a:spcPct val="20000"/>
              </a:spcBef>
              <a:buSzPct val="65000"/>
              <a:buFont typeface="Wingdings" panose="05000000000000000000" pitchFamily="2" charset="2"/>
              <a:buChar char="n"/>
              <a:defRPr sz="2200">
                <a:solidFill>
                  <a:srgbClr val="7A6C7A"/>
                </a:solidFill>
                <a:latin typeface="Arial" panose="020B0604020202020204" pitchFamily="34" charset="0"/>
              </a:defRPr>
            </a:lvl2pPr>
            <a:lvl3pPr marL="1143000" indent="-228600">
              <a:spcBef>
                <a:spcPct val="20000"/>
              </a:spcBef>
              <a:buChar char="–"/>
              <a:defRPr sz="2000">
                <a:solidFill>
                  <a:srgbClr val="7A6C7A"/>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SzTx/>
              <a:buFontTx/>
              <a:buNone/>
            </a:pPr>
            <a:r>
              <a:rPr lang="es-ES" altLang="es-ES" sz="1100" b="0" dirty="0">
                <a:solidFill>
                  <a:schemeClr val="tx1"/>
                </a:solidFill>
              </a:rPr>
              <a:t>Hub de Comunicaciones</a:t>
            </a:r>
          </a:p>
        </p:txBody>
      </p:sp>
      <p:pic>
        <p:nvPicPr>
          <p:cNvPr id="215" name="Imagen 15">
            <a:extLst>
              <a:ext uri="{FF2B5EF4-FFF2-40B4-BE49-F238E27FC236}">
                <a16:creationId xmlns:a16="http://schemas.microsoft.com/office/drawing/2014/main" id="{036A6593-04C2-4D6B-B77B-1C7D5BD5F8E9}"/>
              </a:ext>
            </a:extLst>
          </p:cNvPr>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7638138" y="603708"/>
            <a:ext cx="296862" cy="20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2" name="Rectángulo: esquinas redondeadas 221">
            <a:extLst>
              <a:ext uri="{FF2B5EF4-FFF2-40B4-BE49-F238E27FC236}">
                <a16:creationId xmlns:a16="http://schemas.microsoft.com/office/drawing/2014/main" id="{D341574E-DAA8-4944-8FBD-9190BED61E8B}"/>
              </a:ext>
            </a:extLst>
          </p:cNvPr>
          <p:cNvSpPr/>
          <p:nvPr/>
        </p:nvSpPr>
        <p:spPr>
          <a:xfrm>
            <a:off x="7794852" y="4792975"/>
            <a:ext cx="1205495" cy="627885"/>
          </a:xfrm>
          <a:prstGeom prst="roundRect">
            <a:avLst/>
          </a:prstGeom>
          <a:solidFill>
            <a:schemeClr val="bg1">
              <a:lumMod val="95000"/>
            </a:schemeClr>
          </a:solidFill>
          <a:ln>
            <a:solidFill>
              <a:srgbClr val="0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s-ES" dirty="0"/>
          </a:p>
        </p:txBody>
      </p:sp>
      <p:sp>
        <p:nvSpPr>
          <p:cNvPr id="223" name="Rectángulo redondeado 15">
            <a:extLst>
              <a:ext uri="{FF2B5EF4-FFF2-40B4-BE49-F238E27FC236}">
                <a16:creationId xmlns:a16="http://schemas.microsoft.com/office/drawing/2014/main" id="{C074C6A6-5DD6-4DE4-8231-FD12EC912087}"/>
              </a:ext>
            </a:extLst>
          </p:cNvPr>
          <p:cNvSpPr/>
          <p:nvPr/>
        </p:nvSpPr>
        <p:spPr bwMode="auto">
          <a:xfrm>
            <a:off x="8009167" y="5166796"/>
            <a:ext cx="1012066" cy="289314"/>
          </a:xfrm>
          <a:prstGeom prst="roundRect">
            <a:avLst/>
          </a:prstGeom>
          <a:solidFill>
            <a:schemeClr val="accent2">
              <a:lumMod val="20000"/>
              <a:lumOff val="80000"/>
            </a:schemeClr>
          </a:solidFill>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vert="horz" wrap="none" lIns="0" tIns="0" rIns="0" bIns="0" numCol="1" rtlCol="0" anchor="t" anchorCtr="0" compatLnSpc="1">
            <a:prstTxWarp prst="textNoShape">
              <a:avLst/>
            </a:prstTxWarp>
          </a:bodyPr>
          <a:lstStyle/>
          <a:p>
            <a:pPr algn="ctr"/>
            <a:r>
              <a:rPr lang="es-ES" sz="900" b="1" dirty="0">
                <a:solidFill>
                  <a:schemeClr val="tx1"/>
                </a:solidFill>
              </a:rPr>
              <a:t>MICROSERVICIOS</a:t>
            </a:r>
          </a:p>
          <a:p>
            <a:pPr algn="ctr"/>
            <a:r>
              <a:rPr lang="es-ES" sz="900" b="1" dirty="0">
                <a:solidFill>
                  <a:schemeClr val="tx1"/>
                </a:solidFill>
              </a:rPr>
              <a:t> </a:t>
            </a:r>
            <a:endParaRPr lang="es-ES" sz="1200" b="1" dirty="0">
              <a:solidFill>
                <a:schemeClr val="tx1"/>
              </a:solidFill>
            </a:endParaRPr>
          </a:p>
        </p:txBody>
      </p:sp>
      <p:grpSp>
        <p:nvGrpSpPr>
          <p:cNvPr id="242" name="Grupo 241">
            <a:extLst>
              <a:ext uri="{FF2B5EF4-FFF2-40B4-BE49-F238E27FC236}">
                <a16:creationId xmlns:a16="http://schemas.microsoft.com/office/drawing/2014/main" id="{13F1686C-4B08-447A-8C5A-C139A58315B4}"/>
              </a:ext>
            </a:extLst>
          </p:cNvPr>
          <p:cNvGrpSpPr/>
          <p:nvPr/>
        </p:nvGrpSpPr>
        <p:grpSpPr>
          <a:xfrm rot="16200000">
            <a:off x="2087956" y="4321761"/>
            <a:ext cx="2243730" cy="1337710"/>
            <a:chOff x="4772661" y="845368"/>
            <a:chExt cx="2049751" cy="504167"/>
          </a:xfrm>
        </p:grpSpPr>
        <p:sp>
          <p:nvSpPr>
            <p:cNvPr id="243" name="Rectángulo: esquinas redondeadas 242">
              <a:extLst>
                <a:ext uri="{FF2B5EF4-FFF2-40B4-BE49-F238E27FC236}">
                  <a16:creationId xmlns:a16="http://schemas.microsoft.com/office/drawing/2014/main" id="{B2E5E0A0-3F39-4904-A486-8A6F2C0C9B7E}"/>
                </a:ext>
              </a:extLst>
            </p:cNvPr>
            <p:cNvSpPr/>
            <p:nvPr/>
          </p:nvSpPr>
          <p:spPr>
            <a:xfrm>
              <a:off x="4772661" y="845368"/>
              <a:ext cx="2049751" cy="435545"/>
            </a:xfrm>
            <a:prstGeom prst="roundRect">
              <a:avLst>
                <a:gd name="adj" fmla="val 8220"/>
              </a:avLst>
            </a:prstGeom>
            <a:pattFill prst="ltUpDiag">
              <a:fgClr>
                <a:srgbClr val="B5B5B5"/>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44083">
                <a:defRPr/>
              </a:pPr>
              <a:endParaRPr lang="es-ES" sz="831" dirty="0">
                <a:solidFill>
                  <a:prstClr val="white"/>
                </a:solidFill>
                <a:latin typeface="Calibri" panose="020F0502020204030204"/>
              </a:endParaRPr>
            </a:p>
          </p:txBody>
        </p:sp>
        <p:sp>
          <p:nvSpPr>
            <p:cNvPr id="244" name="CuadroTexto 243">
              <a:extLst>
                <a:ext uri="{FF2B5EF4-FFF2-40B4-BE49-F238E27FC236}">
                  <a16:creationId xmlns:a16="http://schemas.microsoft.com/office/drawing/2014/main" id="{98EBDC11-CECF-4FF0-AA57-B83B785BAAB9}"/>
                </a:ext>
              </a:extLst>
            </p:cNvPr>
            <p:cNvSpPr txBox="1"/>
            <p:nvPr/>
          </p:nvSpPr>
          <p:spPr>
            <a:xfrm>
              <a:off x="4903527" y="1079562"/>
              <a:ext cx="1463084" cy="269973"/>
            </a:xfrm>
            <a:prstGeom prst="rect">
              <a:avLst/>
            </a:prstGeom>
            <a:noFill/>
            <a:ln>
              <a:noFill/>
            </a:ln>
          </p:spPr>
          <p:txBody>
            <a:bodyPr wrap="square" rtlCol="0">
              <a:spAutoFit/>
            </a:bodyPr>
            <a:lstStyle/>
            <a:p>
              <a:pPr defTabSz="844083">
                <a:defRPr/>
              </a:pPr>
              <a:r>
                <a:rPr lang="es-ES" sz="831" b="1" i="1" dirty="0">
                  <a:solidFill>
                    <a:prstClr val="black"/>
                  </a:solidFill>
                  <a:latin typeface="Arial" panose="020B0604020202020204" pitchFamily="34" charset="0"/>
                  <a:cs typeface="Arial" panose="020B0604020202020204" pitchFamily="34" charset="0"/>
                </a:rPr>
                <a:t>Servicios Comunes Arquitectura</a:t>
              </a:r>
            </a:p>
          </p:txBody>
        </p:sp>
        <p:grpSp>
          <p:nvGrpSpPr>
            <p:cNvPr id="245" name="Grupo 244">
              <a:extLst>
                <a:ext uri="{FF2B5EF4-FFF2-40B4-BE49-F238E27FC236}">
                  <a16:creationId xmlns:a16="http://schemas.microsoft.com/office/drawing/2014/main" id="{7C051703-9A86-46AB-9C96-3C91E760185E}"/>
                </a:ext>
              </a:extLst>
            </p:cNvPr>
            <p:cNvGrpSpPr/>
            <p:nvPr/>
          </p:nvGrpSpPr>
          <p:grpSpPr>
            <a:xfrm>
              <a:off x="5522196" y="925144"/>
              <a:ext cx="351803" cy="171717"/>
              <a:chOff x="4511743" y="6220276"/>
              <a:chExt cx="506760" cy="234253"/>
            </a:xfrm>
          </p:grpSpPr>
          <p:sp>
            <p:nvSpPr>
              <p:cNvPr id="258" name="Rectángulo: esquinas redondeadas 257">
                <a:extLst>
                  <a:ext uri="{FF2B5EF4-FFF2-40B4-BE49-F238E27FC236}">
                    <a16:creationId xmlns:a16="http://schemas.microsoft.com/office/drawing/2014/main" id="{57843523-53B4-40FC-A6AC-60F68C446435}"/>
                  </a:ext>
                </a:extLst>
              </p:cNvPr>
              <p:cNvSpPr/>
              <p:nvPr/>
            </p:nvSpPr>
            <p:spPr>
              <a:xfrm>
                <a:off x="4588006" y="6247860"/>
                <a:ext cx="419393" cy="206669"/>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44083">
                  <a:defRPr/>
                </a:pPr>
                <a:endParaRPr lang="es-ES" sz="831">
                  <a:solidFill>
                    <a:prstClr val="white"/>
                  </a:solidFill>
                  <a:latin typeface="Calibri" panose="020F0502020204030204"/>
                </a:endParaRPr>
              </a:p>
            </p:txBody>
          </p:sp>
          <p:sp>
            <p:nvSpPr>
              <p:cNvPr id="259" name="CuadroTexto 258">
                <a:extLst>
                  <a:ext uri="{FF2B5EF4-FFF2-40B4-BE49-F238E27FC236}">
                    <a16:creationId xmlns:a16="http://schemas.microsoft.com/office/drawing/2014/main" id="{B1E68437-D62C-4A58-9B16-FBAF38A33B28}"/>
                  </a:ext>
                </a:extLst>
              </p:cNvPr>
              <p:cNvSpPr txBox="1"/>
              <p:nvPr/>
            </p:nvSpPr>
            <p:spPr>
              <a:xfrm>
                <a:off x="4511743" y="6220276"/>
                <a:ext cx="506760" cy="232998"/>
              </a:xfrm>
              <a:prstGeom prst="rect">
                <a:avLst/>
              </a:prstGeom>
              <a:noFill/>
            </p:spPr>
            <p:txBody>
              <a:bodyPr wrap="square" rtlCol="0">
                <a:spAutoFit/>
              </a:bodyPr>
              <a:lstStyle/>
              <a:p>
                <a:pPr defTabSz="844083">
                  <a:defRPr/>
                </a:pPr>
                <a:r>
                  <a:rPr lang="es-ES" sz="831" dirty="0">
                    <a:solidFill>
                      <a:prstClr val="white"/>
                    </a:solidFill>
                    <a:latin typeface="Arial" panose="020B0604020202020204" pitchFamily="34" charset="0"/>
                    <a:cs typeface="Arial" panose="020B0604020202020204" pitchFamily="34" charset="0"/>
                  </a:rPr>
                  <a:t>STS</a:t>
                </a:r>
              </a:p>
            </p:txBody>
          </p:sp>
        </p:grpSp>
        <p:pic>
          <p:nvPicPr>
            <p:cNvPr id="246" name="Picture 4" descr="Resultado de imagen de openshift paas">
              <a:extLst>
                <a:ext uri="{FF2B5EF4-FFF2-40B4-BE49-F238E27FC236}">
                  <a16:creationId xmlns:a16="http://schemas.microsoft.com/office/drawing/2014/main" id="{90087688-305B-434C-9703-2D5C71DD7B50}"/>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4772661" y="907508"/>
              <a:ext cx="135385" cy="144780"/>
            </a:xfrm>
            <a:prstGeom prst="rect">
              <a:avLst/>
            </a:prstGeom>
            <a:noFill/>
            <a:extLst>
              <a:ext uri="{909E8E84-426E-40DD-AFC4-6F175D3DCCD1}">
                <a14:hiddenFill xmlns:a14="http://schemas.microsoft.com/office/drawing/2010/main">
                  <a:solidFill>
                    <a:srgbClr val="FFFFFF"/>
                  </a:solidFill>
                </a14:hiddenFill>
              </a:ext>
            </a:extLst>
          </p:spPr>
        </p:pic>
        <p:pic>
          <p:nvPicPr>
            <p:cNvPr id="247" name="Imagen 246">
              <a:extLst>
                <a:ext uri="{FF2B5EF4-FFF2-40B4-BE49-F238E27FC236}">
                  <a16:creationId xmlns:a16="http://schemas.microsoft.com/office/drawing/2014/main" id="{72A854CD-D441-491E-97C1-1989FCDE24F1}"/>
                </a:ext>
              </a:extLst>
            </p:cNvPr>
            <p:cNvPicPr>
              <a:picLocks noChangeAspect="1"/>
            </p:cNvPicPr>
            <p:nvPr/>
          </p:nvPicPr>
          <p:blipFill>
            <a:blip r:embed="rId1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777111" y="991791"/>
              <a:ext cx="165212" cy="289122"/>
            </a:xfrm>
            <a:prstGeom prst="rect">
              <a:avLst/>
            </a:prstGeom>
          </p:spPr>
        </p:pic>
        <p:grpSp>
          <p:nvGrpSpPr>
            <p:cNvPr id="248" name="Grupo 247">
              <a:extLst>
                <a:ext uri="{FF2B5EF4-FFF2-40B4-BE49-F238E27FC236}">
                  <a16:creationId xmlns:a16="http://schemas.microsoft.com/office/drawing/2014/main" id="{7AC91734-63CF-4991-A874-DBB7E46EE998}"/>
                </a:ext>
              </a:extLst>
            </p:cNvPr>
            <p:cNvGrpSpPr/>
            <p:nvPr/>
          </p:nvGrpSpPr>
          <p:grpSpPr>
            <a:xfrm>
              <a:off x="5220060" y="930233"/>
              <a:ext cx="357403" cy="170797"/>
              <a:chOff x="4519876" y="6230383"/>
              <a:chExt cx="526287" cy="233379"/>
            </a:xfrm>
          </p:grpSpPr>
          <p:sp>
            <p:nvSpPr>
              <p:cNvPr id="256" name="Rectángulo: esquinas redondeadas 255">
                <a:extLst>
                  <a:ext uri="{FF2B5EF4-FFF2-40B4-BE49-F238E27FC236}">
                    <a16:creationId xmlns:a16="http://schemas.microsoft.com/office/drawing/2014/main" id="{327EB2E1-724C-4E5F-AA0A-4A26BA0F163F}"/>
                  </a:ext>
                </a:extLst>
              </p:cNvPr>
              <p:cNvSpPr/>
              <p:nvPr/>
            </p:nvSpPr>
            <p:spPr>
              <a:xfrm>
                <a:off x="4588006" y="6247860"/>
                <a:ext cx="419393" cy="206669"/>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44083">
                  <a:defRPr/>
                </a:pPr>
                <a:endParaRPr lang="es-ES" sz="831">
                  <a:solidFill>
                    <a:prstClr val="white"/>
                  </a:solidFill>
                  <a:latin typeface="Calibri" panose="020F0502020204030204"/>
                </a:endParaRPr>
              </a:p>
            </p:txBody>
          </p:sp>
          <p:sp>
            <p:nvSpPr>
              <p:cNvPr id="257" name="CuadroTexto 256">
                <a:extLst>
                  <a:ext uri="{FF2B5EF4-FFF2-40B4-BE49-F238E27FC236}">
                    <a16:creationId xmlns:a16="http://schemas.microsoft.com/office/drawing/2014/main" id="{60D86445-6D02-4DE0-A4D0-FAF5BEAE5937}"/>
                  </a:ext>
                </a:extLst>
              </p:cNvPr>
              <p:cNvSpPr txBox="1"/>
              <p:nvPr/>
            </p:nvSpPr>
            <p:spPr>
              <a:xfrm>
                <a:off x="4519876" y="6230383"/>
                <a:ext cx="526287" cy="233379"/>
              </a:xfrm>
              <a:prstGeom prst="rect">
                <a:avLst/>
              </a:prstGeom>
              <a:noFill/>
            </p:spPr>
            <p:txBody>
              <a:bodyPr wrap="square" rtlCol="0">
                <a:spAutoFit/>
              </a:bodyPr>
              <a:lstStyle/>
              <a:p>
                <a:pPr defTabSz="844083">
                  <a:defRPr/>
                </a:pPr>
                <a:r>
                  <a:rPr lang="es-ES" sz="831" dirty="0">
                    <a:solidFill>
                      <a:prstClr val="white"/>
                    </a:solidFill>
                    <a:latin typeface="Arial" panose="020B0604020202020204" pitchFamily="34" charset="0"/>
                    <a:cs typeface="Arial" panose="020B0604020202020204" pitchFamily="34" charset="0"/>
                  </a:rPr>
                  <a:t>PKM</a:t>
                </a:r>
              </a:p>
            </p:txBody>
          </p:sp>
        </p:grpSp>
        <p:grpSp>
          <p:nvGrpSpPr>
            <p:cNvPr id="249" name="Grupo 248">
              <a:extLst>
                <a:ext uri="{FF2B5EF4-FFF2-40B4-BE49-F238E27FC236}">
                  <a16:creationId xmlns:a16="http://schemas.microsoft.com/office/drawing/2014/main" id="{BF6D35CF-B600-457C-B9D2-21160EBA9B95}"/>
                </a:ext>
              </a:extLst>
            </p:cNvPr>
            <p:cNvGrpSpPr/>
            <p:nvPr/>
          </p:nvGrpSpPr>
          <p:grpSpPr>
            <a:xfrm>
              <a:off x="4922468" y="924942"/>
              <a:ext cx="354332" cy="177063"/>
              <a:chOff x="4531392" y="6228651"/>
              <a:chExt cx="526287" cy="225878"/>
            </a:xfrm>
          </p:grpSpPr>
          <p:sp>
            <p:nvSpPr>
              <p:cNvPr id="253" name="Rectángulo: esquinas redondeadas 252">
                <a:extLst>
                  <a:ext uri="{FF2B5EF4-FFF2-40B4-BE49-F238E27FC236}">
                    <a16:creationId xmlns:a16="http://schemas.microsoft.com/office/drawing/2014/main" id="{36DDBC22-FDD7-45A4-9984-9E92ECE0A8AD}"/>
                  </a:ext>
                </a:extLst>
              </p:cNvPr>
              <p:cNvSpPr/>
              <p:nvPr/>
            </p:nvSpPr>
            <p:spPr>
              <a:xfrm>
                <a:off x="4588006" y="6247860"/>
                <a:ext cx="419393" cy="206669"/>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44083">
                  <a:defRPr/>
                </a:pPr>
                <a:endParaRPr lang="es-ES" sz="831">
                  <a:solidFill>
                    <a:prstClr val="white"/>
                  </a:solidFill>
                  <a:latin typeface="Calibri" panose="020F0502020204030204"/>
                </a:endParaRPr>
              </a:p>
            </p:txBody>
          </p:sp>
          <p:sp>
            <p:nvSpPr>
              <p:cNvPr id="254" name="CuadroTexto 253">
                <a:extLst>
                  <a:ext uri="{FF2B5EF4-FFF2-40B4-BE49-F238E27FC236}">
                    <a16:creationId xmlns:a16="http://schemas.microsoft.com/office/drawing/2014/main" id="{07187C1E-E4D0-49CD-8FF8-D64B591CB03F}"/>
                  </a:ext>
                </a:extLst>
              </p:cNvPr>
              <p:cNvSpPr txBox="1"/>
              <p:nvPr/>
            </p:nvSpPr>
            <p:spPr>
              <a:xfrm>
                <a:off x="4531392" y="6228651"/>
                <a:ext cx="526287" cy="217885"/>
              </a:xfrm>
              <a:prstGeom prst="rect">
                <a:avLst/>
              </a:prstGeom>
              <a:noFill/>
            </p:spPr>
            <p:txBody>
              <a:bodyPr wrap="square" rtlCol="0">
                <a:spAutoFit/>
              </a:bodyPr>
              <a:lstStyle/>
              <a:p>
                <a:pPr defTabSz="844083">
                  <a:defRPr/>
                </a:pPr>
                <a:r>
                  <a:rPr lang="es-ES" sz="831" dirty="0">
                    <a:solidFill>
                      <a:prstClr val="white"/>
                    </a:solidFill>
                    <a:latin typeface="Arial" panose="020B0604020202020204" pitchFamily="34" charset="0"/>
                    <a:cs typeface="Arial" panose="020B0604020202020204" pitchFamily="34" charset="0"/>
                  </a:rPr>
                  <a:t>SCC</a:t>
                </a:r>
              </a:p>
            </p:txBody>
          </p:sp>
        </p:grpSp>
        <p:grpSp>
          <p:nvGrpSpPr>
            <p:cNvPr id="250" name="Grupo 249">
              <a:extLst>
                <a:ext uri="{FF2B5EF4-FFF2-40B4-BE49-F238E27FC236}">
                  <a16:creationId xmlns:a16="http://schemas.microsoft.com/office/drawing/2014/main" id="{232DB38E-C940-4FCF-959D-90C1ED3FA0AD}"/>
                </a:ext>
              </a:extLst>
            </p:cNvPr>
            <p:cNvGrpSpPr/>
            <p:nvPr/>
          </p:nvGrpSpPr>
          <p:grpSpPr>
            <a:xfrm>
              <a:off x="5901136" y="939297"/>
              <a:ext cx="771436" cy="211608"/>
              <a:chOff x="4588007" y="6194546"/>
              <a:chExt cx="419393" cy="395089"/>
            </a:xfrm>
          </p:grpSpPr>
          <p:sp>
            <p:nvSpPr>
              <p:cNvPr id="251" name="Rectángulo: esquinas redondeadas 250">
                <a:extLst>
                  <a:ext uri="{FF2B5EF4-FFF2-40B4-BE49-F238E27FC236}">
                    <a16:creationId xmlns:a16="http://schemas.microsoft.com/office/drawing/2014/main" id="{57B53374-6052-4A17-A34A-030B0021987B}"/>
                  </a:ext>
                </a:extLst>
              </p:cNvPr>
              <p:cNvSpPr/>
              <p:nvPr/>
            </p:nvSpPr>
            <p:spPr>
              <a:xfrm>
                <a:off x="4588007" y="6194546"/>
                <a:ext cx="419393" cy="355793"/>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44083">
                  <a:defRPr/>
                </a:pPr>
                <a:endParaRPr lang="es-ES" sz="831">
                  <a:solidFill>
                    <a:prstClr val="white"/>
                  </a:solidFill>
                  <a:latin typeface="Calibri" panose="020F0502020204030204"/>
                </a:endParaRPr>
              </a:p>
            </p:txBody>
          </p:sp>
          <p:sp>
            <p:nvSpPr>
              <p:cNvPr id="252" name="CuadroTexto 251">
                <a:extLst>
                  <a:ext uri="{FF2B5EF4-FFF2-40B4-BE49-F238E27FC236}">
                    <a16:creationId xmlns:a16="http://schemas.microsoft.com/office/drawing/2014/main" id="{99D69F90-4860-4DEB-9C9E-0D8EB410774A}"/>
                  </a:ext>
                </a:extLst>
              </p:cNvPr>
              <p:cNvSpPr txBox="1"/>
              <p:nvPr/>
            </p:nvSpPr>
            <p:spPr>
              <a:xfrm>
                <a:off x="4622425" y="6198331"/>
                <a:ext cx="333597" cy="391304"/>
              </a:xfrm>
              <a:prstGeom prst="rect">
                <a:avLst/>
              </a:prstGeom>
              <a:noFill/>
            </p:spPr>
            <p:txBody>
              <a:bodyPr wrap="square" rtlCol="0">
                <a:spAutoFit/>
              </a:bodyPr>
              <a:lstStyle/>
              <a:p>
                <a:pPr defTabSz="844083">
                  <a:defRPr/>
                </a:pPr>
                <a:r>
                  <a:rPr lang="es-ES" sz="831" dirty="0">
                    <a:solidFill>
                      <a:prstClr val="white"/>
                    </a:solidFill>
                    <a:latin typeface="Arial" panose="020B0604020202020204" pitchFamily="34" charset="0"/>
                    <a:cs typeface="Arial" panose="020B0604020202020204" pitchFamily="34" charset="0"/>
                  </a:rPr>
                  <a:t>Seguridad </a:t>
                </a:r>
              </a:p>
              <a:p>
                <a:pPr defTabSz="844083">
                  <a:defRPr/>
                </a:pPr>
                <a:r>
                  <a:rPr lang="es-ES" sz="831" dirty="0">
                    <a:solidFill>
                      <a:prstClr val="white"/>
                    </a:solidFill>
                    <a:latin typeface="Arial" panose="020B0604020202020204" pitchFamily="34" charset="0"/>
                    <a:cs typeface="Arial" panose="020B0604020202020204" pitchFamily="34" charset="0"/>
                  </a:rPr>
                  <a:t>Operativa</a:t>
                </a:r>
              </a:p>
            </p:txBody>
          </p:sp>
        </p:grpSp>
      </p:grpSp>
      <p:cxnSp>
        <p:nvCxnSpPr>
          <p:cNvPr id="276" name="25 Conector recto de flecha">
            <a:extLst>
              <a:ext uri="{FF2B5EF4-FFF2-40B4-BE49-F238E27FC236}">
                <a16:creationId xmlns:a16="http://schemas.microsoft.com/office/drawing/2014/main" id="{2FB413F2-EB67-4000-8C45-2BCB04CFD0D5}"/>
              </a:ext>
            </a:extLst>
          </p:cNvPr>
          <p:cNvCxnSpPr>
            <a:cxnSpLocks/>
          </p:cNvCxnSpPr>
          <p:nvPr/>
        </p:nvCxnSpPr>
        <p:spPr bwMode="auto">
          <a:xfrm flipV="1">
            <a:off x="7094370" y="2707056"/>
            <a:ext cx="3446203" cy="116018"/>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77" name="Conector: angular 276">
            <a:extLst>
              <a:ext uri="{FF2B5EF4-FFF2-40B4-BE49-F238E27FC236}">
                <a16:creationId xmlns:a16="http://schemas.microsoft.com/office/drawing/2014/main" id="{8FBD229E-9CBF-463A-A9FA-63B24D3A637E}"/>
              </a:ext>
            </a:extLst>
          </p:cNvPr>
          <p:cNvCxnSpPr>
            <a:cxnSpLocks/>
            <a:stCxn id="278" idx="1"/>
          </p:cNvCxnSpPr>
          <p:nvPr/>
        </p:nvCxnSpPr>
        <p:spPr>
          <a:xfrm rot="10800000" flipV="1">
            <a:off x="7054072" y="5403053"/>
            <a:ext cx="292300" cy="20456"/>
          </a:xfrm>
          <a:prstGeom prst="bentConnector3">
            <a:avLst>
              <a:gd name="adj1" fmla="val 50000"/>
            </a:avLst>
          </a:prstGeom>
          <a:ln>
            <a:headEnd type="triangle" w="med" len="med"/>
            <a:tailEnd type="none"/>
          </a:ln>
        </p:spPr>
        <p:style>
          <a:lnRef idx="2">
            <a:schemeClr val="accent6"/>
          </a:lnRef>
          <a:fillRef idx="0">
            <a:schemeClr val="accent6"/>
          </a:fillRef>
          <a:effectRef idx="1">
            <a:schemeClr val="accent6"/>
          </a:effectRef>
          <a:fontRef idx="minor">
            <a:schemeClr val="tx1"/>
          </a:fontRef>
        </p:style>
      </p:cxnSp>
      <p:sp>
        <p:nvSpPr>
          <p:cNvPr id="280" name="Rectángulo 279">
            <a:extLst>
              <a:ext uri="{FF2B5EF4-FFF2-40B4-BE49-F238E27FC236}">
                <a16:creationId xmlns:a16="http://schemas.microsoft.com/office/drawing/2014/main" id="{D4897F49-46D0-43B6-8A8B-F0CA9A2BF05B}"/>
              </a:ext>
            </a:extLst>
          </p:cNvPr>
          <p:cNvSpPr/>
          <p:nvPr/>
        </p:nvSpPr>
        <p:spPr>
          <a:xfrm>
            <a:off x="7043174" y="5499178"/>
            <a:ext cx="312855" cy="16001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81" name="Rectángulo 280">
            <a:extLst>
              <a:ext uri="{FF2B5EF4-FFF2-40B4-BE49-F238E27FC236}">
                <a16:creationId xmlns:a16="http://schemas.microsoft.com/office/drawing/2014/main" id="{14C0AD92-3914-4946-8903-BCD2D7384638}"/>
              </a:ext>
            </a:extLst>
          </p:cNvPr>
          <p:cNvSpPr/>
          <p:nvPr/>
        </p:nvSpPr>
        <p:spPr>
          <a:xfrm>
            <a:off x="7094370" y="5548973"/>
            <a:ext cx="210461" cy="6754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82" name="Rectángulo 281">
            <a:extLst>
              <a:ext uri="{FF2B5EF4-FFF2-40B4-BE49-F238E27FC236}">
                <a16:creationId xmlns:a16="http://schemas.microsoft.com/office/drawing/2014/main" id="{C0D4720D-E5AD-4FC5-8039-D37B1A367F6C}"/>
              </a:ext>
            </a:extLst>
          </p:cNvPr>
          <p:cNvSpPr/>
          <p:nvPr/>
        </p:nvSpPr>
        <p:spPr>
          <a:xfrm>
            <a:off x="9008404" y="2674671"/>
            <a:ext cx="312855" cy="16001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85" name="Rectángulo 284">
            <a:extLst>
              <a:ext uri="{FF2B5EF4-FFF2-40B4-BE49-F238E27FC236}">
                <a16:creationId xmlns:a16="http://schemas.microsoft.com/office/drawing/2014/main" id="{953D04B8-39B2-4675-B9AE-4D4571306BD9}"/>
              </a:ext>
            </a:extLst>
          </p:cNvPr>
          <p:cNvSpPr/>
          <p:nvPr/>
        </p:nvSpPr>
        <p:spPr>
          <a:xfrm>
            <a:off x="9052357" y="2708817"/>
            <a:ext cx="210461" cy="6754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cxnSp>
        <p:nvCxnSpPr>
          <p:cNvPr id="355" name="25 Conector recto de flecha">
            <a:extLst>
              <a:ext uri="{FF2B5EF4-FFF2-40B4-BE49-F238E27FC236}">
                <a16:creationId xmlns:a16="http://schemas.microsoft.com/office/drawing/2014/main" id="{2A8C6799-F1F1-4A77-891D-BB4D2879481F}"/>
              </a:ext>
            </a:extLst>
          </p:cNvPr>
          <p:cNvCxnSpPr>
            <a:cxnSpLocks/>
            <a:stCxn id="290" idx="3"/>
            <a:endCxn id="390" idx="0"/>
          </p:cNvCxnSpPr>
          <p:nvPr/>
        </p:nvCxnSpPr>
        <p:spPr bwMode="auto">
          <a:xfrm>
            <a:off x="7036767" y="3390715"/>
            <a:ext cx="385939" cy="606504"/>
          </a:xfrm>
          <a:prstGeom prst="straightConnector1">
            <a:avLst/>
          </a:prstGeom>
          <a:ln w="254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377" name="25 Conector recto de flecha">
            <a:extLst>
              <a:ext uri="{FF2B5EF4-FFF2-40B4-BE49-F238E27FC236}">
                <a16:creationId xmlns:a16="http://schemas.microsoft.com/office/drawing/2014/main" id="{39C64CD7-820A-4939-88C6-AEFB32463118}"/>
              </a:ext>
            </a:extLst>
          </p:cNvPr>
          <p:cNvCxnSpPr/>
          <p:nvPr/>
        </p:nvCxnSpPr>
        <p:spPr bwMode="auto">
          <a:xfrm>
            <a:off x="10885851" y="283082"/>
            <a:ext cx="256340" cy="4026"/>
          </a:xfrm>
          <a:prstGeom prst="straightConnector1">
            <a:avLst/>
          </a:prstGeom>
          <a:ln w="254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380" name="TextBox 181">
            <a:extLst>
              <a:ext uri="{FF2B5EF4-FFF2-40B4-BE49-F238E27FC236}">
                <a16:creationId xmlns:a16="http://schemas.microsoft.com/office/drawing/2014/main" id="{72585428-451F-4936-BE3B-F8584FB02F28}"/>
              </a:ext>
            </a:extLst>
          </p:cNvPr>
          <p:cNvSpPr txBox="1">
            <a:spLocks noChangeArrowheads="1"/>
          </p:cNvSpPr>
          <p:nvPr/>
        </p:nvSpPr>
        <p:spPr bwMode="auto">
          <a:xfrm>
            <a:off x="11117199" y="181791"/>
            <a:ext cx="3626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r>
              <a:rPr lang="es-ES" altLang="es-ES" sz="900" b="0" dirty="0">
                <a:solidFill>
                  <a:srgbClr val="000000"/>
                </a:solidFill>
                <a:latin typeface="Calibri" pitchFamily="34" charset="0"/>
                <a:cs typeface="Arial" charset="0"/>
              </a:rPr>
              <a:t>TRX</a:t>
            </a:r>
          </a:p>
        </p:txBody>
      </p:sp>
      <p:sp>
        <p:nvSpPr>
          <p:cNvPr id="411" name="Elipse 410">
            <a:extLst>
              <a:ext uri="{FF2B5EF4-FFF2-40B4-BE49-F238E27FC236}">
                <a16:creationId xmlns:a16="http://schemas.microsoft.com/office/drawing/2014/main" id="{988F9818-3119-4463-9F75-86F886516238}"/>
              </a:ext>
            </a:extLst>
          </p:cNvPr>
          <p:cNvSpPr/>
          <p:nvPr/>
        </p:nvSpPr>
        <p:spPr>
          <a:xfrm>
            <a:off x="441311" y="4940241"/>
            <a:ext cx="268344" cy="27965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300" dirty="0"/>
              <a:t>2</a:t>
            </a:r>
          </a:p>
        </p:txBody>
      </p:sp>
      <p:sp>
        <p:nvSpPr>
          <p:cNvPr id="413" name="Elipse 412">
            <a:extLst>
              <a:ext uri="{FF2B5EF4-FFF2-40B4-BE49-F238E27FC236}">
                <a16:creationId xmlns:a16="http://schemas.microsoft.com/office/drawing/2014/main" id="{4DDFCDBE-DBA1-4C04-B5B9-47F966ECEECB}"/>
              </a:ext>
            </a:extLst>
          </p:cNvPr>
          <p:cNvSpPr/>
          <p:nvPr/>
        </p:nvSpPr>
        <p:spPr>
          <a:xfrm>
            <a:off x="3321333" y="922864"/>
            <a:ext cx="268344" cy="27965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300" dirty="0"/>
              <a:t>3</a:t>
            </a:r>
          </a:p>
        </p:txBody>
      </p:sp>
      <p:sp>
        <p:nvSpPr>
          <p:cNvPr id="415" name="Elipse 414">
            <a:extLst>
              <a:ext uri="{FF2B5EF4-FFF2-40B4-BE49-F238E27FC236}">
                <a16:creationId xmlns:a16="http://schemas.microsoft.com/office/drawing/2014/main" id="{FE5414FA-C556-4BAE-B6C8-D6A4A47D47BB}"/>
              </a:ext>
            </a:extLst>
          </p:cNvPr>
          <p:cNvSpPr/>
          <p:nvPr/>
        </p:nvSpPr>
        <p:spPr>
          <a:xfrm>
            <a:off x="10179960" y="2592921"/>
            <a:ext cx="198410" cy="25371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300" dirty="0"/>
              <a:t>5</a:t>
            </a:r>
          </a:p>
        </p:txBody>
      </p:sp>
      <p:sp>
        <p:nvSpPr>
          <p:cNvPr id="432" name="Elipse 431">
            <a:extLst>
              <a:ext uri="{FF2B5EF4-FFF2-40B4-BE49-F238E27FC236}">
                <a16:creationId xmlns:a16="http://schemas.microsoft.com/office/drawing/2014/main" id="{838BB7E4-3441-4879-A39E-AF0EA47BE0DA}"/>
              </a:ext>
            </a:extLst>
          </p:cNvPr>
          <p:cNvSpPr/>
          <p:nvPr/>
        </p:nvSpPr>
        <p:spPr>
          <a:xfrm>
            <a:off x="5650331" y="2518966"/>
            <a:ext cx="268344" cy="27965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300" dirty="0"/>
              <a:t>6</a:t>
            </a:r>
          </a:p>
        </p:txBody>
      </p:sp>
      <p:sp>
        <p:nvSpPr>
          <p:cNvPr id="442" name="Elipse 441">
            <a:extLst>
              <a:ext uri="{FF2B5EF4-FFF2-40B4-BE49-F238E27FC236}">
                <a16:creationId xmlns:a16="http://schemas.microsoft.com/office/drawing/2014/main" id="{F5477510-AEB4-489E-88A0-83C1F24A11A9}"/>
              </a:ext>
            </a:extLst>
          </p:cNvPr>
          <p:cNvSpPr/>
          <p:nvPr/>
        </p:nvSpPr>
        <p:spPr>
          <a:xfrm>
            <a:off x="6984305" y="2182878"/>
            <a:ext cx="268344" cy="27965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300" dirty="0"/>
              <a:t>7</a:t>
            </a:r>
          </a:p>
        </p:txBody>
      </p:sp>
      <p:cxnSp>
        <p:nvCxnSpPr>
          <p:cNvPr id="445" name="25 Conector recto de flecha">
            <a:extLst>
              <a:ext uri="{FF2B5EF4-FFF2-40B4-BE49-F238E27FC236}">
                <a16:creationId xmlns:a16="http://schemas.microsoft.com/office/drawing/2014/main" id="{6480F485-8A5C-4ADD-B143-9BBCF7386727}"/>
              </a:ext>
            </a:extLst>
          </p:cNvPr>
          <p:cNvCxnSpPr>
            <a:cxnSpLocks/>
          </p:cNvCxnSpPr>
          <p:nvPr/>
        </p:nvCxnSpPr>
        <p:spPr bwMode="auto">
          <a:xfrm flipV="1">
            <a:off x="6953469" y="720502"/>
            <a:ext cx="595420" cy="205552"/>
          </a:xfrm>
          <a:prstGeom prst="straightConnector1">
            <a:avLst/>
          </a:prstGeom>
          <a:ln w="25400">
            <a:solidFill>
              <a:srgbClr val="AA4F26"/>
            </a:solidFill>
            <a:tailEnd type="triangle"/>
          </a:ln>
        </p:spPr>
        <p:style>
          <a:lnRef idx="1">
            <a:schemeClr val="accent1"/>
          </a:lnRef>
          <a:fillRef idx="0">
            <a:schemeClr val="accent1"/>
          </a:fillRef>
          <a:effectRef idx="0">
            <a:schemeClr val="accent1"/>
          </a:effectRef>
          <a:fontRef idx="minor">
            <a:schemeClr val="tx1"/>
          </a:fontRef>
        </p:style>
      </p:cxnSp>
      <p:cxnSp>
        <p:nvCxnSpPr>
          <p:cNvPr id="446" name="25 Conector recto de flecha">
            <a:extLst>
              <a:ext uri="{FF2B5EF4-FFF2-40B4-BE49-F238E27FC236}">
                <a16:creationId xmlns:a16="http://schemas.microsoft.com/office/drawing/2014/main" id="{CA4E3EA0-16F9-44E5-9923-9EC0E77309BF}"/>
              </a:ext>
            </a:extLst>
          </p:cNvPr>
          <p:cNvCxnSpPr/>
          <p:nvPr/>
        </p:nvCxnSpPr>
        <p:spPr bwMode="auto">
          <a:xfrm>
            <a:off x="6987386" y="1864425"/>
            <a:ext cx="256340" cy="4026"/>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7" name="25 Conector recto de flecha">
            <a:extLst>
              <a:ext uri="{FF2B5EF4-FFF2-40B4-BE49-F238E27FC236}">
                <a16:creationId xmlns:a16="http://schemas.microsoft.com/office/drawing/2014/main" id="{BB71765F-E5E7-4C23-923E-8614A883302D}"/>
              </a:ext>
            </a:extLst>
          </p:cNvPr>
          <p:cNvCxnSpPr/>
          <p:nvPr/>
        </p:nvCxnSpPr>
        <p:spPr bwMode="auto">
          <a:xfrm>
            <a:off x="7917407" y="1935674"/>
            <a:ext cx="256340" cy="4026"/>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4" name="Imagen 23">
            <a:extLst>
              <a:ext uri="{FF2B5EF4-FFF2-40B4-BE49-F238E27FC236}">
                <a16:creationId xmlns:a16="http://schemas.microsoft.com/office/drawing/2014/main" id="{18BDC5FF-57D7-4AE5-BCE6-76299E857D02}"/>
              </a:ext>
            </a:extLst>
          </p:cNvPr>
          <p:cNvPicPr>
            <a:picLocks noChangeAspect="1"/>
          </p:cNvPicPr>
          <p:nvPr/>
        </p:nvPicPr>
        <p:blipFill>
          <a:blip r:embed="rId15"/>
          <a:stretch>
            <a:fillRect/>
          </a:stretch>
        </p:blipFill>
        <p:spPr>
          <a:xfrm>
            <a:off x="7357486" y="2325488"/>
            <a:ext cx="397100" cy="377245"/>
          </a:xfrm>
          <a:prstGeom prst="rect">
            <a:avLst/>
          </a:prstGeom>
        </p:spPr>
      </p:pic>
      <p:sp>
        <p:nvSpPr>
          <p:cNvPr id="449" name="CuadroTexto 14">
            <a:extLst>
              <a:ext uri="{FF2B5EF4-FFF2-40B4-BE49-F238E27FC236}">
                <a16:creationId xmlns:a16="http://schemas.microsoft.com/office/drawing/2014/main" id="{A9243999-2435-49FE-B5E7-AF00912A42FB}"/>
              </a:ext>
            </a:extLst>
          </p:cNvPr>
          <p:cNvSpPr txBox="1">
            <a:spLocks noChangeArrowheads="1"/>
          </p:cNvSpPr>
          <p:nvPr/>
        </p:nvSpPr>
        <p:spPr bwMode="auto">
          <a:xfrm>
            <a:off x="7542383" y="2304704"/>
            <a:ext cx="121443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1"/>
              </a:buClr>
              <a:buSzPct val="25000"/>
              <a:buFont typeface="Times" panose="02020603050405020304" pitchFamily="18" charset="0"/>
              <a:buChar char="•"/>
              <a:defRPr sz="2400" b="1">
                <a:solidFill>
                  <a:srgbClr val="FF0000"/>
                </a:solidFill>
                <a:latin typeface="Arial" panose="020B0604020202020204" pitchFamily="34" charset="0"/>
              </a:defRPr>
            </a:lvl1pPr>
            <a:lvl2pPr marL="742950" indent="-285750">
              <a:spcBef>
                <a:spcPct val="20000"/>
              </a:spcBef>
              <a:buSzPct val="65000"/>
              <a:buFont typeface="Wingdings" panose="05000000000000000000" pitchFamily="2" charset="2"/>
              <a:buChar char="n"/>
              <a:defRPr sz="2200">
                <a:solidFill>
                  <a:srgbClr val="7A6C7A"/>
                </a:solidFill>
                <a:latin typeface="Arial" panose="020B0604020202020204" pitchFamily="34" charset="0"/>
              </a:defRPr>
            </a:lvl2pPr>
            <a:lvl3pPr marL="1143000" indent="-228600">
              <a:spcBef>
                <a:spcPct val="20000"/>
              </a:spcBef>
              <a:buChar char="–"/>
              <a:defRPr sz="2000">
                <a:solidFill>
                  <a:srgbClr val="7A6C7A"/>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SzTx/>
              <a:buFontTx/>
              <a:buNone/>
            </a:pPr>
            <a:r>
              <a:rPr lang="es-ES" altLang="es-ES" sz="1100" b="0" dirty="0">
                <a:solidFill>
                  <a:schemeClr val="tx1"/>
                </a:solidFill>
              </a:rPr>
              <a:t>Servicio </a:t>
            </a:r>
          </a:p>
          <a:p>
            <a:pPr algn="ctr">
              <a:spcBef>
                <a:spcPct val="0"/>
              </a:spcBef>
              <a:buClrTx/>
              <a:buSzTx/>
              <a:buFontTx/>
              <a:buNone/>
            </a:pPr>
            <a:r>
              <a:rPr lang="es-ES" altLang="es-ES" sz="1100" b="0" dirty="0">
                <a:solidFill>
                  <a:schemeClr val="tx1"/>
                </a:solidFill>
              </a:rPr>
              <a:t>Google </a:t>
            </a:r>
            <a:r>
              <a:rPr lang="es-ES" altLang="es-ES" sz="1100" b="0" dirty="0" err="1">
                <a:solidFill>
                  <a:schemeClr val="tx1"/>
                </a:solidFill>
              </a:rPr>
              <a:t>maps</a:t>
            </a:r>
            <a:endParaRPr lang="es-ES" altLang="es-ES" sz="1100" b="0" dirty="0">
              <a:solidFill>
                <a:schemeClr val="tx1"/>
              </a:solidFill>
            </a:endParaRPr>
          </a:p>
        </p:txBody>
      </p:sp>
      <p:sp>
        <p:nvSpPr>
          <p:cNvPr id="455" name="Elipse 454">
            <a:extLst>
              <a:ext uri="{FF2B5EF4-FFF2-40B4-BE49-F238E27FC236}">
                <a16:creationId xmlns:a16="http://schemas.microsoft.com/office/drawing/2014/main" id="{AA1D84F6-286F-49BB-927F-A072E6C7F3B0}"/>
              </a:ext>
            </a:extLst>
          </p:cNvPr>
          <p:cNvSpPr/>
          <p:nvPr/>
        </p:nvSpPr>
        <p:spPr>
          <a:xfrm>
            <a:off x="6876028" y="594429"/>
            <a:ext cx="268344" cy="27965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300" dirty="0"/>
              <a:t>8</a:t>
            </a:r>
          </a:p>
        </p:txBody>
      </p:sp>
      <p:sp>
        <p:nvSpPr>
          <p:cNvPr id="458" name="Oval 18">
            <a:extLst>
              <a:ext uri="{FF2B5EF4-FFF2-40B4-BE49-F238E27FC236}">
                <a16:creationId xmlns:a16="http://schemas.microsoft.com/office/drawing/2014/main" id="{3065257E-372A-4764-9D9F-65711190DA72}"/>
              </a:ext>
            </a:extLst>
          </p:cNvPr>
          <p:cNvSpPr>
            <a:spLocks noChangeArrowheads="1"/>
          </p:cNvSpPr>
          <p:nvPr/>
        </p:nvSpPr>
        <p:spPr bwMode="auto">
          <a:xfrm>
            <a:off x="7148978" y="5008384"/>
            <a:ext cx="280066" cy="310071"/>
          </a:xfrm>
          <a:prstGeom prst="ellipse">
            <a:avLst/>
          </a:prstGeom>
          <a:solidFill>
            <a:srgbClr val="FF0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marL="0" marR="0" lvl="0" indent="0" algn="ctr" defTabSz="914400" rtl="0" eaLnBrk="0" fontAlgn="auto" latinLnBrk="0" hangingPunct="0">
              <a:lnSpc>
                <a:spcPct val="100000"/>
              </a:lnSpc>
              <a:spcBef>
                <a:spcPct val="0"/>
              </a:spcBef>
              <a:spcAft>
                <a:spcPts val="0"/>
              </a:spcAft>
              <a:buClrTx/>
              <a:buSzTx/>
              <a:buFont typeface="Times"/>
              <a:buNone/>
              <a:tabLst/>
              <a:defRPr/>
            </a:pPr>
            <a:r>
              <a:rPr kumimoji="0" lang="es-ES" altLang="es-ES" sz="1100" b="1" i="0" u="none" strike="noStrike" kern="1200" cap="none" spc="0" normalizeH="0" baseline="0" noProof="0" dirty="0">
                <a:ln>
                  <a:noFill/>
                </a:ln>
                <a:solidFill>
                  <a:prstClr val="white"/>
                </a:solidFill>
                <a:effectLst/>
                <a:uLnTx/>
                <a:uFillTx/>
                <a:latin typeface="Arial" pitchFamily="34" charset="0"/>
                <a:ea typeface="+mn-ea"/>
                <a:cs typeface="+mn-cs"/>
              </a:rPr>
              <a:t>10</a:t>
            </a:r>
          </a:p>
        </p:txBody>
      </p:sp>
      <p:grpSp>
        <p:nvGrpSpPr>
          <p:cNvPr id="5" name="Grupo 4">
            <a:extLst>
              <a:ext uri="{FF2B5EF4-FFF2-40B4-BE49-F238E27FC236}">
                <a16:creationId xmlns:a16="http://schemas.microsoft.com/office/drawing/2014/main" id="{9237972C-5D06-B7C5-8B95-B936027FC1C4}"/>
              </a:ext>
            </a:extLst>
          </p:cNvPr>
          <p:cNvGrpSpPr/>
          <p:nvPr/>
        </p:nvGrpSpPr>
        <p:grpSpPr>
          <a:xfrm>
            <a:off x="10523447" y="2017828"/>
            <a:ext cx="1519257" cy="1327981"/>
            <a:chOff x="10300274" y="2264930"/>
            <a:chExt cx="1519257" cy="1534509"/>
          </a:xfrm>
        </p:grpSpPr>
        <p:grpSp>
          <p:nvGrpSpPr>
            <p:cNvPr id="204" name="Grupo 203">
              <a:extLst>
                <a:ext uri="{FF2B5EF4-FFF2-40B4-BE49-F238E27FC236}">
                  <a16:creationId xmlns:a16="http://schemas.microsoft.com/office/drawing/2014/main" id="{444323AF-47C8-4C90-9DFE-ED09E3DEEA53}"/>
                </a:ext>
              </a:extLst>
            </p:cNvPr>
            <p:cNvGrpSpPr/>
            <p:nvPr/>
          </p:nvGrpSpPr>
          <p:grpSpPr>
            <a:xfrm rot="5400000">
              <a:off x="10328498" y="2319886"/>
              <a:ext cx="1451329" cy="1507777"/>
              <a:chOff x="4385745" y="4529111"/>
              <a:chExt cx="495439" cy="1371601"/>
            </a:xfrm>
          </p:grpSpPr>
          <p:sp>
            <p:nvSpPr>
              <p:cNvPr id="205" name="48 Rectángulo">
                <a:extLst>
                  <a:ext uri="{FF2B5EF4-FFF2-40B4-BE49-F238E27FC236}">
                    <a16:creationId xmlns:a16="http://schemas.microsoft.com/office/drawing/2014/main" id="{9F087980-20DA-4835-AACC-698B87FB4695}"/>
                  </a:ext>
                </a:extLst>
              </p:cNvPr>
              <p:cNvSpPr/>
              <p:nvPr/>
            </p:nvSpPr>
            <p:spPr>
              <a:xfrm>
                <a:off x="4385745" y="4529111"/>
                <a:ext cx="495439" cy="1371601"/>
              </a:xfrm>
              <a:prstGeom prst="rect">
                <a:avLst/>
              </a:prstGeom>
              <a:solidFill>
                <a:schemeClr val="bg1">
                  <a:lumMod val="95000"/>
                </a:schemeClr>
              </a:solidFill>
              <a:ln w="952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lstStyle/>
              <a:p>
                <a:pPr algn="ctr" eaLnBrk="1" hangingPunct="1">
                  <a:defRPr/>
                </a:pPr>
                <a:endParaRPr lang="es-ES" sz="1000" b="1" i="1" dirty="0">
                  <a:solidFill>
                    <a:srgbClr val="FF0000"/>
                  </a:solidFill>
                </a:endParaRPr>
              </a:p>
              <a:p>
                <a:pPr algn="ctr" eaLnBrk="1" hangingPunct="1">
                  <a:defRPr/>
                </a:pPr>
                <a:endParaRPr lang="es-ES" sz="1000" dirty="0">
                  <a:solidFill>
                    <a:schemeClr val="tx1"/>
                  </a:solidFill>
                </a:endParaRPr>
              </a:p>
            </p:txBody>
          </p:sp>
          <p:pic>
            <p:nvPicPr>
              <p:cNvPr id="206" name="Imagen 17">
                <a:extLst>
                  <a:ext uri="{FF2B5EF4-FFF2-40B4-BE49-F238E27FC236}">
                    <a16:creationId xmlns:a16="http://schemas.microsoft.com/office/drawing/2014/main" id="{19A4F650-D8CA-41C9-BE07-6E1AAE417161}"/>
                  </a:ext>
                </a:extLst>
              </p:cNvPr>
              <p:cNvPicPr>
                <a:picLocks noChangeAspect="1"/>
              </p:cNvPicPr>
              <p:nvPr/>
            </p:nvPicPr>
            <p:blipFill>
              <a:blip r:embed="rId16">
                <a:extLst>
                  <a:ext uri="{28A0092B-C50C-407E-A947-70E740481C1C}">
                    <a14:useLocalDpi xmlns:a14="http://schemas.microsoft.com/office/drawing/2010/main" val="0"/>
                  </a:ext>
                </a:extLst>
              </a:blip>
              <a:srcRect/>
              <a:stretch>
                <a:fillRect/>
              </a:stretch>
            </p:blipFill>
            <p:spPr bwMode="auto">
              <a:xfrm rot="16200000">
                <a:off x="3889639" y="5278974"/>
                <a:ext cx="1134846" cy="52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89" name="Rectángulo redondeado 15">
              <a:extLst>
                <a:ext uri="{FF2B5EF4-FFF2-40B4-BE49-F238E27FC236}">
                  <a16:creationId xmlns:a16="http://schemas.microsoft.com/office/drawing/2014/main" id="{A2ADC388-B89D-4322-A0D5-09BEF7ED9D14}"/>
                </a:ext>
              </a:extLst>
            </p:cNvPr>
            <p:cNvSpPr/>
            <p:nvPr/>
          </p:nvSpPr>
          <p:spPr bwMode="auto">
            <a:xfrm>
              <a:off x="10620427" y="2804290"/>
              <a:ext cx="707111" cy="240890"/>
            </a:xfrm>
            <a:prstGeom prst="roundRect">
              <a:avLst/>
            </a:prstGeom>
            <a:solidFill>
              <a:schemeClr val="bg1">
                <a:lumMod val="95000"/>
              </a:schemeClr>
            </a:solidFill>
            <a:ln>
              <a:solidFill>
                <a:schemeClr val="tx1">
                  <a:lumMod val="50000"/>
                  <a:lumOff val="50000"/>
                </a:schemeClr>
              </a:solidFill>
              <a:headEnd type="none" w="med" len="med"/>
              <a:tailEnd type="none" w="med" len="med"/>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none" lIns="0" tIns="0" rIns="0" bIns="0" numCol="1" rtlCol="0" anchor="t" anchorCtr="0" compatLnSpc="1">
              <a:prstTxWarp prst="textNoShape">
                <a:avLst/>
              </a:prstTxWarp>
            </a:bodyPr>
            <a:lstStyle/>
            <a:p>
              <a:pPr algn="ctr"/>
              <a:r>
                <a:rPr lang="es-ES" sz="1200" b="1" dirty="0">
                  <a:solidFill>
                    <a:schemeClr val="tx1"/>
                  </a:solidFill>
                </a:rPr>
                <a:t> </a:t>
              </a:r>
            </a:p>
            <a:p>
              <a:pPr algn="ctr"/>
              <a:endParaRPr lang="es-ES" sz="1000" b="1" dirty="0">
                <a:solidFill>
                  <a:schemeClr val="tx1"/>
                </a:solidFill>
              </a:endParaRPr>
            </a:p>
          </p:txBody>
        </p:sp>
        <p:sp>
          <p:nvSpPr>
            <p:cNvPr id="388" name="Rectángulo 387">
              <a:extLst>
                <a:ext uri="{FF2B5EF4-FFF2-40B4-BE49-F238E27FC236}">
                  <a16:creationId xmlns:a16="http://schemas.microsoft.com/office/drawing/2014/main" id="{5ED3D8E2-09C1-4E27-BDF9-9B62681469BD}"/>
                </a:ext>
              </a:extLst>
            </p:cNvPr>
            <p:cNvSpPr/>
            <p:nvPr/>
          </p:nvSpPr>
          <p:spPr>
            <a:xfrm>
              <a:off x="10581776" y="2702019"/>
              <a:ext cx="821928" cy="369332"/>
            </a:xfrm>
            <a:prstGeom prst="rect">
              <a:avLst/>
            </a:prstGeom>
          </p:spPr>
          <p:txBody>
            <a:bodyPr wrap="square">
              <a:spAutoFit/>
            </a:bodyPr>
            <a:lstStyle/>
            <a:p>
              <a:pPr algn="ctr"/>
              <a:r>
                <a:rPr lang="es-ES" dirty="0"/>
                <a:t>FIOC</a:t>
              </a:r>
            </a:p>
          </p:txBody>
        </p:sp>
        <p:sp>
          <p:nvSpPr>
            <p:cNvPr id="398" name="Rectángulo redondeado 15">
              <a:extLst>
                <a:ext uri="{FF2B5EF4-FFF2-40B4-BE49-F238E27FC236}">
                  <a16:creationId xmlns:a16="http://schemas.microsoft.com/office/drawing/2014/main" id="{8C2299E0-1FA9-45A5-A00C-73576A177B53}"/>
                </a:ext>
              </a:extLst>
            </p:cNvPr>
            <p:cNvSpPr/>
            <p:nvPr/>
          </p:nvSpPr>
          <p:spPr bwMode="auto">
            <a:xfrm>
              <a:off x="10720762" y="3153642"/>
              <a:ext cx="561657" cy="201421"/>
            </a:xfrm>
            <a:prstGeom prst="roundRect">
              <a:avLst/>
            </a:prstGeom>
            <a:solidFill>
              <a:schemeClr val="bg1">
                <a:lumMod val="95000"/>
              </a:schemeClr>
            </a:solidFill>
            <a:ln>
              <a:solidFill>
                <a:schemeClr val="tx1">
                  <a:lumMod val="50000"/>
                  <a:lumOff val="50000"/>
                </a:schemeClr>
              </a:solidFill>
              <a:headEnd type="none" w="med" len="med"/>
              <a:tailEnd type="none" w="med" len="med"/>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none" lIns="0" tIns="0" rIns="0" bIns="0" numCol="1" rtlCol="0" anchor="t" anchorCtr="0" compatLnSpc="1">
              <a:prstTxWarp prst="textNoShape">
                <a:avLst/>
              </a:prstTxWarp>
            </a:bodyPr>
            <a:lstStyle/>
            <a:p>
              <a:pPr algn="ctr"/>
              <a:r>
                <a:rPr lang="es-ES" sz="1200" dirty="0">
                  <a:solidFill>
                    <a:schemeClr val="tx1"/>
                  </a:solidFill>
                </a:rPr>
                <a:t>PAGOS</a:t>
              </a:r>
            </a:p>
          </p:txBody>
        </p:sp>
        <p:sp>
          <p:nvSpPr>
            <p:cNvPr id="399" name="Rectángulo redondeado 15">
              <a:extLst>
                <a:ext uri="{FF2B5EF4-FFF2-40B4-BE49-F238E27FC236}">
                  <a16:creationId xmlns:a16="http://schemas.microsoft.com/office/drawing/2014/main" id="{6351E54A-45B1-4D28-95CB-7AA83F678A74}"/>
                </a:ext>
              </a:extLst>
            </p:cNvPr>
            <p:cNvSpPr/>
            <p:nvPr/>
          </p:nvSpPr>
          <p:spPr bwMode="auto">
            <a:xfrm>
              <a:off x="10738796" y="3458261"/>
              <a:ext cx="561657" cy="201421"/>
            </a:xfrm>
            <a:prstGeom prst="roundRect">
              <a:avLst/>
            </a:prstGeom>
            <a:solidFill>
              <a:schemeClr val="bg1">
                <a:lumMod val="95000"/>
              </a:schemeClr>
            </a:solidFill>
            <a:ln>
              <a:solidFill>
                <a:schemeClr val="tx1">
                  <a:lumMod val="50000"/>
                  <a:lumOff val="50000"/>
                </a:schemeClr>
              </a:solidFill>
              <a:headEnd type="none" w="med" len="med"/>
              <a:tailEnd type="none" w="med" len="med"/>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none" lIns="0" tIns="0" rIns="0" bIns="0" numCol="1" rtlCol="0" anchor="t" anchorCtr="0" compatLnSpc="1">
              <a:prstTxWarp prst="textNoShape">
                <a:avLst/>
              </a:prstTxWarp>
            </a:bodyPr>
            <a:lstStyle/>
            <a:p>
              <a:pPr algn="ctr"/>
              <a:r>
                <a:rPr lang="es-ES" sz="1200" dirty="0">
                  <a:solidFill>
                    <a:schemeClr val="tx1"/>
                  </a:solidFill>
                </a:rPr>
                <a:t>MPDEES</a:t>
              </a:r>
            </a:p>
          </p:txBody>
        </p:sp>
        <p:sp>
          <p:nvSpPr>
            <p:cNvPr id="460" name="Oval 18">
              <a:extLst>
                <a:ext uri="{FF2B5EF4-FFF2-40B4-BE49-F238E27FC236}">
                  <a16:creationId xmlns:a16="http://schemas.microsoft.com/office/drawing/2014/main" id="{E5D8AC23-63F4-4C6A-ACAF-8607731759D5}"/>
                </a:ext>
              </a:extLst>
            </p:cNvPr>
            <p:cNvSpPr>
              <a:spLocks noChangeArrowheads="1"/>
            </p:cNvSpPr>
            <p:nvPr/>
          </p:nvSpPr>
          <p:spPr bwMode="auto">
            <a:xfrm>
              <a:off x="11615968" y="2264930"/>
              <a:ext cx="203563" cy="236325"/>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eaLnBrk="1" hangingPunct="1">
                <a:spcBef>
                  <a:spcPct val="0"/>
                </a:spcBef>
                <a:buClrTx/>
                <a:buSzTx/>
                <a:buFontTx/>
                <a:buNone/>
              </a:pPr>
              <a:r>
                <a:rPr lang="es-ES" altLang="es-ES" sz="1000" dirty="0">
                  <a:solidFill>
                    <a:schemeClr val="bg1"/>
                  </a:solidFill>
                </a:rPr>
                <a:t>E</a:t>
              </a:r>
            </a:p>
          </p:txBody>
        </p:sp>
      </p:grpSp>
      <p:sp>
        <p:nvSpPr>
          <p:cNvPr id="463" name="Oval 18">
            <a:extLst>
              <a:ext uri="{FF2B5EF4-FFF2-40B4-BE49-F238E27FC236}">
                <a16:creationId xmlns:a16="http://schemas.microsoft.com/office/drawing/2014/main" id="{1882B648-D28F-4CF4-ACDC-C6D5AD4E7B74}"/>
              </a:ext>
            </a:extLst>
          </p:cNvPr>
          <p:cNvSpPr>
            <a:spLocks noChangeArrowheads="1"/>
          </p:cNvSpPr>
          <p:nvPr/>
        </p:nvSpPr>
        <p:spPr bwMode="auto">
          <a:xfrm>
            <a:off x="7333172" y="2568956"/>
            <a:ext cx="227639" cy="228522"/>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eaLnBrk="1" hangingPunct="1">
              <a:spcBef>
                <a:spcPct val="0"/>
              </a:spcBef>
              <a:buClrTx/>
              <a:buSzTx/>
              <a:buFontTx/>
              <a:buNone/>
            </a:pPr>
            <a:r>
              <a:rPr lang="es-ES" altLang="es-ES" sz="1000" dirty="0">
                <a:solidFill>
                  <a:schemeClr val="bg1"/>
                </a:solidFill>
              </a:rPr>
              <a:t>E</a:t>
            </a:r>
          </a:p>
        </p:txBody>
      </p:sp>
      <p:sp>
        <p:nvSpPr>
          <p:cNvPr id="464" name="Oval 18">
            <a:extLst>
              <a:ext uri="{FF2B5EF4-FFF2-40B4-BE49-F238E27FC236}">
                <a16:creationId xmlns:a16="http://schemas.microsoft.com/office/drawing/2014/main" id="{648FD3C9-ACA9-4080-8338-0591697B24C1}"/>
              </a:ext>
            </a:extLst>
          </p:cNvPr>
          <p:cNvSpPr>
            <a:spLocks noChangeArrowheads="1"/>
          </p:cNvSpPr>
          <p:nvPr/>
        </p:nvSpPr>
        <p:spPr bwMode="auto">
          <a:xfrm>
            <a:off x="8292780" y="1595927"/>
            <a:ext cx="227639" cy="228522"/>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eaLnBrk="1" hangingPunct="1">
              <a:spcBef>
                <a:spcPct val="0"/>
              </a:spcBef>
              <a:buClrTx/>
              <a:buSzTx/>
              <a:buFontTx/>
              <a:buNone/>
            </a:pPr>
            <a:r>
              <a:rPr lang="es-ES" altLang="es-ES" sz="1000" dirty="0">
                <a:solidFill>
                  <a:schemeClr val="bg1"/>
                </a:solidFill>
              </a:rPr>
              <a:t>E</a:t>
            </a:r>
          </a:p>
        </p:txBody>
      </p:sp>
      <p:sp>
        <p:nvSpPr>
          <p:cNvPr id="466" name="Oval 18">
            <a:extLst>
              <a:ext uri="{FF2B5EF4-FFF2-40B4-BE49-F238E27FC236}">
                <a16:creationId xmlns:a16="http://schemas.microsoft.com/office/drawing/2014/main" id="{E0414521-77DF-45FC-8731-39FB50425C67}"/>
              </a:ext>
            </a:extLst>
          </p:cNvPr>
          <p:cNvSpPr>
            <a:spLocks noChangeArrowheads="1"/>
          </p:cNvSpPr>
          <p:nvPr/>
        </p:nvSpPr>
        <p:spPr bwMode="auto">
          <a:xfrm>
            <a:off x="7740193" y="1566405"/>
            <a:ext cx="227639" cy="228522"/>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eaLnBrk="1" hangingPunct="1">
              <a:spcBef>
                <a:spcPct val="0"/>
              </a:spcBef>
              <a:buClrTx/>
              <a:buSzTx/>
              <a:buFontTx/>
              <a:buNone/>
            </a:pPr>
            <a:r>
              <a:rPr lang="es-ES" altLang="es-ES" sz="1000" dirty="0">
                <a:solidFill>
                  <a:schemeClr val="bg1"/>
                </a:solidFill>
              </a:rPr>
              <a:t>E</a:t>
            </a:r>
          </a:p>
        </p:txBody>
      </p:sp>
      <p:sp>
        <p:nvSpPr>
          <p:cNvPr id="469" name="Oval 18">
            <a:extLst>
              <a:ext uri="{FF2B5EF4-FFF2-40B4-BE49-F238E27FC236}">
                <a16:creationId xmlns:a16="http://schemas.microsoft.com/office/drawing/2014/main" id="{F047795F-15E1-42B3-8C5D-1680D7586102}"/>
              </a:ext>
            </a:extLst>
          </p:cNvPr>
          <p:cNvSpPr>
            <a:spLocks noChangeArrowheads="1"/>
          </p:cNvSpPr>
          <p:nvPr/>
        </p:nvSpPr>
        <p:spPr bwMode="auto">
          <a:xfrm>
            <a:off x="2511484" y="4520943"/>
            <a:ext cx="227639" cy="228522"/>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eaLnBrk="1" hangingPunct="1">
              <a:spcBef>
                <a:spcPct val="0"/>
              </a:spcBef>
              <a:buClrTx/>
              <a:buSzTx/>
              <a:buFontTx/>
              <a:buNone/>
            </a:pPr>
            <a:r>
              <a:rPr lang="es-ES" altLang="es-ES" sz="1000" dirty="0">
                <a:solidFill>
                  <a:schemeClr val="bg1"/>
                </a:solidFill>
              </a:rPr>
              <a:t>E</a:t>
            </a:r>
          </a:p>
        </p:txBody>
      </p:sp>
      <p:sp>
        <p:nvSpPr>
          <p:cNvPr id="475" name="Rectángulo: esquinas redondeadas 474">
            <a:extLst>
              <a:ext uri="{FF2B5EF4-FFF2-40B4-BE49-F238E27FC236}">
                <a16:creationId xmlns:a16="http://schemas.microsoft.com/office/drawing/2014/main" id="{6F5F87BE-F0F4-4F28-864D-588DE0E905A6}"/>
              </a:ext>
            </a:extLst>
          </p:cNvPr>
          <p:cNvSpPr/>
          <p:nvPr/>
        </p:nvSpPr>
        <p:spPr>
          <a:xfrm rot="16200000">
            <a:off x="3133072" y="4573502"/>
            <a:ext cx="863375" cy="316460"/>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44083">
              <a:defRPr/>
            </a:pPr>
            <a:endParaRPr lang="es-ES" sz="831">
              <a:solidFill>
                <a:prstClr val="white"/>
              </a:solidFill>
              <a:latin typeface="Calibri" panose="020F0502020204030204"/>
            </a:endParaRPr>
          </a:p>
        </p:txBody>
      </p:sp>
      <p:sp>
        <p:nvSpPr>
          <p:cNvPr id="479" name="CuadroTexto 478">
            <a:extLst>
              <a:ext uri="{FF2B5EF4-FFF2-40B4-BE49-F238E27FC236}">
                <a16:creationId xmlns:a16="http://schemas.microsoft.com/office/drawing/2014/main" id="{21120879-873E-40D7-A1FE-F47C0F0F4C46}"/>
              </a:ext>
            </a:extLst>
          </p:cNvPr>
          <p:cNvSpPr txBox="1"/>
          <p:nvPr/>
        </p:nvSpPr>
        <p:spPr>
          <a:xfrm rot="16200000">
            <a:off x="3248737" y="4635608"/>
            <a:ext cx="686754" cy="220188"/>
          </a:xfrm>
          <a:prstGeom prst="rect">
            <a:avLst/>
          </a:prstGeom>
          <a:noFill/>
        </p:spPr>
        <p:txBody>
          <a:bodyPr wrap="square" rtlCol="0">
            <a:spAutoFit/>
          </a:bodyPr>
          <a:lstStyle/>
          <a:p>
            <a:pPr defTabSz="844083">
              <a:defRPr/>
            </a:pPr>
            <a:r>
              <a:rPr lang="es-ES" sz="831" dirty="0" err="1">
                <a:solidFill>
                  <a:prstClr val="white"/>
                </a:solidFill>
                <a:latin typeface="Arial" panose="020B0604020202020204" pitchFamily="34" charset="0"/>
                <a:cs typeface="Arial" panose="020B0604020202020204" pitchFamily="34" charset="0"/>
              </a:rPr>
              <a:t>Datagrid</a:t>
            </a:r>
            <a:endParaRPr lang="es-ES" sz="831" dirty="0">
              <a:solidFill>
                <a:prstClr val="white"/>
              </a:solidFill>
              <a:latin typeface="Arial" panose="020B0604020202020204" pitchFamily="34" charset="0"/>
              <a:cs typeface="Arial" panose="020B0604020202020204" pitchFamily="34" charset="0"/>
            </a:endParaRPr>
          </a:p>
        </p:txBody>
      </p:sp>
      <p:sp>
        <p:nvSpPr>
          <p:cNvPr id="482" name="Oval 18">
            <a:extLst>
              <a:ext uri="{FF2B5EF4-FFF2-40B4-BE49-F238E27FC236}">
                <a16:creationId xmlns:a16="http://schemas.microsoft.com/office/drawing/2014/main" id="{7136DDEE-7F5C-427F-8988-FBEFA2A07723}"/>
              </a:ext>
            </a:extLst>
          </p:cNvPr>
          <p:cNvSpPr>
            <a:spLocks noChangeArrowheads="1"/>
          </p:cNvSpPr>
          <p:nvPr/>
        </p:nvSpPr>
        <p:spPr bwMode="auto">
          <a:xfrm>
            <a:off x="7043145" y="3716102"/>
            <a:ext cx="280066" cy="310071"/>
          </a:xfrm>
          <a:prstGeom prst="ellipse">
            <a:avLst/>
          </a:prstGeom>
          <a:solidFill>
            <a:srgbClr val="FF0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marL="0" marR="0" lvl="0" indent="0" algn="ctr" defTabSz="914400" rtl="0" eaLnBrk="0" fontAlgn="auto" latinLnBrk="0" hangingPunct="0">
              <a:lnSpc>
                <a:spcPct val="100000"/>
              </a:lnSpc>
              <a:spcBef>
                <a:spcPct val="0"/>
              </a:spcBef>
              <a:spcAft>
                <a:spcPts val="0"/>
              </a:spcAft>
              <a:buClrTx/>
              <a:buSzTx/>
              <a:buFont typeface="Times"/>
              <a:buNone/>
              <a:tabLst/>
              <a:defRPr/>
            </a:pPr>
            <a:r>
              <a:rPr lang="es-ES" altLang="es-ES" sz="1100" dirty="0">
                <a:solidFill>
                  <a:prstClr val="white"/>
                </a:solidFill>
              </a:rPr>
              <a:t>9</a:t>
            </a:r>
            <a:endParaRPr kumimoji="0" lang="es-ES" altLang="es-ES" sz="1100" b="1" i="0" u="none" strike="noStrike" kern="1200" cap="none" spc="0" normalizeH="0" baseline="0" noProof="0" dirty="0">
              <a:ln>
                <a:noFill/>
              </a:ln>
              <a:solidFill>
                <a:prstClr val="white"/>
              </a:solidFill>
              <a:effectLst/>
              <a:uLnTx/>
              <a:uFillTx/>
              <a:latin typeface="Arial" pitchFamily="34" charset="0"/>
              <a:ea typeface="+mn-ea"/>
              <a:cs typeface="+mn-cs"/>
            </a:endParaRPr>
          </a:p>
        </p:txBody>
      </p:sp>
      <p:sp>
        <p:nvSpPr>
          <p:cNvPr id="227" name="Rectángulo: esquinas redondeadas 226">
            <a:extLst>
              <a:ext uri="{FF2B5EF4-FFF2-40B4-BE49-F238E27FC236}">
                <a16:creationId xmlns:a16="http://schemas.microsoft.com/office/drawing/2014/main" id="{976D29F3-B143-4CD2-BE54-6C44F6391BD5}"/>
              </a:ext>
            </a:extLst>
          </p:cNvPr>
          <p:cNvSpPr/>
          <p:nvPr/>
        </p:nvSpPr>
        <p:spPr>
          <a:xfrm>
            <a:off x="8063721" y="5480947"/>
            <a:ext cx="3825447" cy="667558"/>
          </a:xfrm>
          <a:prstGeom prst="roundRect">
            <a:avLst/>
          </a:prstGeom>
          <a:solidFill>
            <a:schemeClr val="bg1">
              <a:lumMod val="95000"/>
            </a:schemeClr>
          </a:solidFill>
          <a:ln>
            <a:solidFill>
              <a:srgbClr val="0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s-ES" dirty="0"/>
          </a:p>
        </p:txBody>
      </p:sp>
      <p:sp>
        <p:nvSpPr>
          <p:cNvPr id="300" name="Oval 18">
            <a:extLst>
              <a:ext uri="{FF2B5EF4-FFF2-40B4-BE49-F238E27FC236}">
                <a16:creationId xmlns:a16="http://schemas.microsoft.com/office/drawing/2014/main" id="{3270E790-241B-443E-BC64-87BDAB1D7434}"/>
              </a:ext>
            </a:extLst>
          </p:cNvPr>
          <p:cNvSpPr>
            <a:spLocks noChangeArrowheads="1"/>
          </p:cNvSpPr>
          <p:nvPr/>
        </p:nvSpPr>
        <p:spPr bwMode="auto">
          <a:xfrm>
            <a:off x="8376451" y="5728037"/>
            <a:ext cx="226800" cy="226800"/>
          </a:xfrm>
          <a:prstGeom prst="ellipse">
            <a:avLst/>
          </a:prstGeom>
          <a:solidFill>
            <a:srgbClr val="92D050"/>
          </a:solidFill>
          <a:ln w="9525">
            <a:solidFill>
              <a:sysClr val="windowText" lastClr="000000"/>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s-ES" altLang="es-ES" sz="1200" b="1" i="0" u="none" strike="noStrike" kern="0" cap="none" spc="0" normalizeH="0" baseline="0" noProof="0" dirty="0">
                <a:ln>
                  <a:noFill/>
                </a:ln>
                <a:solidFill>
                  <a:prstClr val="white"/>
                </a:solidFill>
                <a:effectLst/>
                <a:uLnTx/>
                <a:uFillTx/>
                <a:latin typeface="Arial" pitchFamily="34" charset="0"/>
              </a:rPr>
              <a:t>E</a:t>
            </a:r>
          </a:p>
        </p:txBody>
      </p:sp>
      <p:pic>
        <p:nvPicPr>
          <p:cNvPr id="228" name="161 Imagen">
            <a:extLst>
              <a:ext uri="{FF2B5EF4-FFF2-40B4-BE49-F238E27FC236}">
                <a16:creationId xmlns:a16="http://schemas.microsoft.com/office/drawing/2014/main" id="{BCC76170-E01B-4B4D-BEFC-91574B60DEB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254753" y="4975190"/>
            <a:ext cx="606904" cy="128673"/>
          </a:xfrm>
          <a:prstGeom prst="rect">
            <a:avLst/>
          </a:prstGeom>
        </p:spPr>
      </p:pic>
      <p:sp>
        <p:nvSpPr>
          <p:cNvPr id="234" name="Rectángulo 233">
            <a:extLst>
              <a:ext uri="{FF2B5EF4-FFF2-40B4-BE49-F238E27FC236}">
                <a16:creationId xmlns:a16="http://schemas.microsoft.com/office/drawing/2014/main" id="{C3BE828D-D207-4BC8-A6E9-68B656DF1CB7}"/>
              </a:ext>
            </a:extLst>
          </p:cNvPr>
          <p:cNvSpPr/>
          <p:nvPr/>
        </p:nvSpPr>
        <p:spPr>
          <a:xfrm>
            <a:off x="9233391" y="5482205"/>
            <a:ext cx="2641942" cy="461665"/>
          </a:xfrm>
          <a:prstGeom prst="rect">
            <a:avLst/>
          </a:prstGeom>
        </p:spPr>
        <p:txBody>
          <a:bodyPr wrap="none">
            <a:spAutoFit/>
          </a:bodyPr>
          <a:lstStyle/>
          <a:p>
            <a:r>
              <a:rPr lang="es-ES" sz="1200" dirty="0"/>
              <a:t>GDPR , OCR , GESDOC , ADN360 , LAC.</a:t>
            </a:r>
          </a:p>
          <a:p>
            <a:endParaRPr lang="es-ES" sz="1200" dirty="0"/>
          </a:p>
        </p:txBody>
      </p:sp>
      <p:sp>
        <p:nvSpPr>
          <p:cNvPr id="238" name="AutoShape 19">
            <a:hlinkClick r:id="" action="ppaction://noaction"/>
            <a:extLst>
              <a:ext uri="{FF2B5EF4-FFF2-40B4-BE49-F238E27FC236}">
                <a16:creationId xmlns:a16="http://schemas.microsoft.com/office/drawing/2014/main" id="{DB6EB638-92F7-4D8F-8B44-64F00F65C93D}"/>
              </a:ext>
            </a:extLst>
          </p:cNvPr>
          <p:cNvSpPr>
            <a:spLocks noChangeArrowheads="1"/>
          </p:cNvSpPr>
          <p:nvPr/>
        </p:nvSpPr>
        <p:spPr bwMode="auto">
          <a:xfrm>
            <a:off x="3902397" y="1161002"/>
            <a:ext cx="200395" cy="1340224"/>
          </a:xfrm>
          <a:prstGeom prst="roundRect">
            <a:avLst>
              <a:gd name="adj" fmla="val 16667"/>
            </a:avLst>
          </a:prstGeom>
          <a:solidFill>
            <a:schemeClr val="bg1"/>
          </a:solidFill>
          <a:ln w="6350" algn="ctr">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vert270" lIns="74524" tIns="37261" rIns="74524" bIns="37261" anchor="ctr"/>
          <a:lstStyle/>
          <a:p>
            <a:pPr algn="ctr" defTabSz="745355">
              <a:lnSpc>
                <a:spcPct val="90000"/>
              </a:lnSpc>
              <a:defRPr/>
            </a:pPr>
            <a:r>
              <a:rPr lang="es-ES" sz="852" b="1" dirty="0">
                <a:latin typeface="Arial" panose="020B0604020202020204" pitchFamily="34" charset="0"/>
                <a:cs typeface="Arial" panose="020B0604020202020204" pitchFamily="34" charset="0"/>
              </a:rPr>
              <a:t>Api Web Intranet  HC 2.0</a:t>
            </a:r>
          </a:p>
        </p:txBody>
      </p:sp>
      <p:cxnSp>
        <p:nvCxnSpPr>
          <p:cNvPr id="239" name="451 Conector recto de flecha">
            <a:extLst>
              <a:ext uri="{FF2B5EF4-FFF2-40B4-BE49-F238E27FC236}">
                <a16:creationId xmlns:a16="http://schemas.microsoft.com/office/drawing/2014/main" id="{C7CB1AC3-8552-476E-87A1-62867F61E4B8}"/>
              </a:ext>
            </a:extLst>
          </p:cNvPr>
          <p:cNvCxnSpPr>
            <a:cxnSpLocks/>
          </p:cNvCxnSpPr>
          <p:nvPr/>
        </p:nvCxnSpPr>
        <p:spPr bwMode="auto">
          <a:xfrm>
            <a:off x="4127483" y="3542751"/>
            <a:ext cx="208918" cy="0"/>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pic>
        <p:nvPicPr>
          <p:cNvPr id="220" name="Picture 3">
            <a:extLst>
              <a:ext uri="{FF2B5EF4-FFF2-40B4-BE49-F238E27FC236}">
                <a16:creationId xmlns:a16="http://schemas.microsoft.com/office/drawing/2014/main" id="{B652578E-E5CF-4415-B4B8-37B5652830A4}"/>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063721" y="1168514"/>
            <a:ext cx="577850" cy="242887"/>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cxnSp>
        <p:nvCxnSpPr>
          <p:cNvPr id="221" name="25 Conector recto de flecha">
            <a:extLst>
              <a:ext uri="{FF2B5EF4-FFF2-40B4-BE49-F238E27FC236}">
                <a16:creationId xmlns:a16="http://schemas.microsoft.com/office/drawing/2014/main" id="{0B6BE7E9-3608-4F37-A5B4-604BBF77B8C8}"/>
              </a:ext>
            </a:extLst>
          </p:cNvPr>
          <p:cNvCxnSpPr/>
          <p:nvPr/>
        </p:nvCxnSpPr>
        <p:spPr bwMode="auto">
          <a:xfrm>
            <a:off x="6851382" y="1308788"/>
            <a:ext cx="256340" cy="4026"/>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5" name="AutoShape 63">
            <a:hlinkClick r:id="rId18" action="ppaction://hlinksldjump"/>
            <a:extLst>
              <a:ext uri="{FF2B5EF4-FFF2-40B4-BE49-F238E27FC236}">
                <a16:creationId xmlns:a16="http://schemas.microsoft.com/office/drawing/2014/main" id="{D13AF3B8-98F1-40D9-802B-5F55A689D841}"/>
              </a:ext>
            </a:extLst>
          </p:cNvPr>
          <p:cNvSpPr>
            <a:spLocks noChangeArrowheads="1"/>
          </p:cNvSpPr>
          <p:nvPr/>
        </p:nvSpPr>
        <p:spPr bwMode="auto">
          <a:xfrm>
            <a:off x="7155397" y="1188722"/>
            <a:ext cx="564094" cy="139700"/>
          </a:xfrm>
          <a:prstGeom prst="roundRect">
            <a:avLst>
              <a:gd name="adj" fmla="val 16667"/>
            </a:avLst>
          </a:prstGeom>
          <a:solidFill>
            <a:schemeClr val="bg1"/>
          </a:solidFill>
          <a:ln w="6350" algn="ctr">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lIns="87462" tIns="43730" rIns="87462" bIns="43730"/>
          <a:lstStyle/>
          <a:p>
            <a:pPr marL="0" marR="0" lvl="0" indent="0" algn="l" defTabSz="874713" rtl="0" eaLnBrk="1" fontAlgn="auto" latinLnBrk="0" hangingPunct="1">
              <a:lnSpc>
                <a:spcPct val="90000"/>
              </a:lnSpc>
              <a:spcBef>
                <a:spcPts val="0"/>
              </a:spcBef>
              <a:spcAft>
                <a:spcPts val="0"/>
              </a:spcAft>
              <a:buClrTx/>
              <a:buSzTx/>
              <a:buFontTx/>
              <a:buNone/>
              <a:tabLst/>
              <a:defRPr/>
            </a:pPr>
            <a:r>
              <a:rPr lang="es-ES" sz="1000" b="1" dirty="0" err="1">
                <a:solidFill>
                  <a:prstClr val="black"/>
                </a:solidFill>
                <a:latin typeface="Calibri" panose="020F0502020204030204"/>
              </a:rPr>
              <a:t>Spidoc</a:t>
            </a:r>
            <a:endParaRPr kumimoji="0" lang="es-ES" sz="1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26" name="Conector: angular 225">
            <a:extLst>
              <a:ext uri="{FF2B5EF4-FFF2-40B4-BE49-F238E27FC236}">
                <a16:creationId xmlns:a16="http://schemas.microsoft.com/office/drawing/2014/main" id="{3E55EC51-57C4-4BAB-ABBC-099A2B7E8156}"/>
              </a:ext>
            </a:extLst>
          </p:cNvPr>
          <p:cNvCxnSpPr>
            <a:cxnSpLocks/>
            <a:endCxn id="220" idx="1"/>
          </p:cNvCxnSpPr>
          <p:nvPr/>
        </p:nvCxnSpPr>
        <p:spPr>
          <a:xfrm flipV="1">
            <a:off x="7729185" y="1289958"/>
            <a:ext cx="334536" cy="36540"/>
          </a:xfrm>
          <a:prstGeom prst="bentConnector3">
            <a:avLst>
              <a:gd name="adj1" fmla="val 50000"/>
            </a:avLst>
          </a:prstGeom>
          <a:ln w="254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30" name="Rectángulo redondeado 15">
            <a:extLst>
              <a:ext uri="{FF2B5EF4-FFF2-40B4-BE49-F238E27FC236}">
                <a16:creationId xmlns:a16="http://schemas.microsoft.com/office/drawing/2014/main" id="{DC9A6583-4E4F-434E-8228-0E2527C8FEB5}"/>
              </a:ext>
            </a:extLst>
          </p:cNvPr>
          <p:cNvSpPr/>
          <p:nvPr/>
        </p:nvSpPr>
        <p:spPr bwMode="auto">
          <a:xfrm>
            <a:off x="5751626" y="5017397"/>
            <a:ext cx="1033016" cy="481781"/>
          </a:xfrm>
          <a:prstGeom prst="roundRect">
            <a:avLst/>
          </a:prstGeom>
          <a:solidFill>
            <a:schemeClr val="bg1">
              <a:lumMod val="95000"/>
            </a:schemeClr>
          </a:solidFill>
          <a:ln>
            <a:solidFill>
              <a:schemeClr val="tx1">
                <a:lumMod val="50000"/>
                <a:lumOff val="50000"/>
              </a:schemeClr>
            </a:solidFill>
            <a:headEnd type="none" w="med" len="med"/>
            <a:tailEnd type="none" w="med" len="med"/>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none" lIns="0" tIns="0" rIns="0" bIns="0" numCol="1" rtlCol="0" anchor="t" anchorCtr="0" compatLnSpc="1">
            <a:prstTxWarp prst="textNoShape">
              <a:avLst/>
            </a:prstTxWarp>
          </a:bodyPr>
          <a:lstStyle/>
          <a:p>
            <a:pPr algn="ctr"/>
            <a:r>
              <a:rPr lang="es-ES" sz="1200" b="1" dirty="0">
                <a:solidFill>
                  <a:schemeClr val="tx1"/>
                </a:solidFill>
              </a:rPr>
              <a:t> </a:t>
            </a:r>
          </a:p>
          <a:p>
            <a:pPr algn="ctr"/>
            <a:endParaRPr lang="es-ES" sz="1000" b="1" dirty="0">
              <a:solidFill>
                <a:schemeClr val="tx1"/>
              </a:solidFill>
            </a:endParaRPr>
          </a:p>
        </p:txBody>
      </p:sp>
      <p:pic>
        <p:nvPicPr>
          <p:cNvPr id="231" name="161 Imagen">
            <a:extLst>
              <a:ext uri="{FF2B5EF4-FFF2-40B4-BE49-F238E27FC236}">
                <a16:creationId xmlns:a16="http://schemas.microsoft.com/office/drawing/2014/main" id="{14A051A2-721C-4D2D-A7AB-03EADA909A29}"/>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074928" y="5143734"/>
            <a:ext cx="606904" cy="128673"/>
          </a:xfrm>
          <a:prstGeom prst="rect">
            <a:avLst/>
          </a:prstGeom>
        </p:spPr>
      </p:pic>
      <p:sp>
        <p:nvSpPr>
          <p:cNvPr id="232" name="2 CuadroTexto">
            <a:extLst>
              <a:ext uri="{FF2B5EF4-FFF2-40B4-BE49-F238E27FC236}">
                <a16:creationId xmlns:a16="http://schemas.microsoft.com/office/drawing/2014/main" id="{4866DAAB-0F5D-40D6-BF42-69AEE4B06C75}"/>
              </a:ext>
            </a:extLst>
          </p:cNvPr>
          <p:cNvSpPr txBox="1">
            <a:spLocks noChangeArrowheads="1"/>
          </p:cNvSpPr>
          <p:nvPr/>
        </p:nvSpPr>
        <p:spPr bwMode="auto">
          <a:xfrm>
            <a:off x="5543148" y="5256078"/>
            <a:ext cx="134230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buClr>
                <a:srgbClr val="FF0000"/>
              </a:buClr>
              <a:buChar char="w"/>
              <a:defRPr sz="2400" b="1">
                <a:solidFill>
                  <a:srgbClr val="FF0000"/>
                </a:solidFill>
                <a:latin typeface="Arial" panose="020B0604020202020204" pitchFamily="34" charset="0"/>
              </a:defRPr>
            </a:lvl1pPr>
            <a:lvl2pPr marL="742950" indent="-285750" eaLnBrk="0" hangingPunct="0">
              <a:buClr>
                <a:schemeClr val="bg2"/>
              </a:buClr>
              <a:buChar char="§"/>
              <a:defRPr sz="2600">
                <a:solidFill>
                  <a:srgbClr val="808080"/>
                </a:solidFill>
                <a:latin typeface="Arial" panose="020B0604020202020204" pitchFamily="34" charset="0"/>
              </a:defRPr>
            </a:lvl2pPr>
            <a:lvl3pPr marL="11430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1000" dirty="0">
                <a:solidFill>
                  <a:schemeClr val="tx1"/>
                </a:solidFill>
              </a:rPr>
              <a:t>Gestion File</a:t>
            </a:r>
          </a:p>
        </p:txBody>
      </p:sp>
      <p:cxnSp>
        <p:nvCxnSpPr>
          <p:cNvPr id="233" name="25 Conector recto de flecha">
            <a:extLst>
              <a:ext uri="{FF2B5EF4-FFF2-40B4-BE49-F238E27FC236}">
                <a16:creationId xmlns:a16="http://schemas.microsoft.com/office/drawing/2014/main" id="{6D0EDF76-29D4-469C-AD47-72EA7F86FE13}"/>
              </a:ext>
            </a:extLst>
          </p:cNvPr>
          <p:cNvCxnSpPr>
            <a:cxnSpLocks/>
          </p:cNvCxnSpPr>
          <p:nvPr/>
        </p:nvCxnSpPr>
        <p:spPr bwMode="auto">
          <a:xfrm>
            <a:off x="6265802" y="5450530"/>
            <a:ext cx="551988" cy="740288"/>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0" name="Oval 18">
            <a:extLst>
              <a:ext uri="{FF2B5EF4-FFF2-40B4-BE49-F238E27FC236}">
                <a16:creationId xmlns:a16="http://schemas.microsoft.com/office/drawing/2014/main" id="{D953B711-4212-45FB-934C-823B3122CD28}"/>
              </a:ext>
            </a:extLst>
          </p:cNvPr>
          <p:cNvSpPr>
            <a:spLocks noChangeArrowheads="1"/>
          </p:cNvSpPr>
          <p:nvPr/>
        </p:nvSpPr>
        <p:spPr bwMode="auto">
          <a:xfrm>
            <a:off x="6422277" y="6203938"/>
            <a:ext cx="280066" cy="310071"/>
          </a:xfrm>
          <a:prstGeom prst="ellipse">
            <a:avLst/>
          </a:prstGeom>
          <a:solidFill>
            <a:srgbClr val="FF0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marL="0" marR="0" lvl="0" indent="0" algn="ctr" defTabSz="914400" rtl="0" eaLnBrk="0" fontAlgn="auto" latinLnBrk="0" hangingPunct="0">
              <a:lnSpc>
                <a:spcPct val="100000"/>
              </a:lnSpc>
              <a:spcBef>
                <a:spcPct val="0"/>
              </a:spcBef>
              <a:spcAft>
                <a:spcPts val="0"/>
              </a:spcAft>
              <a:buClrTx/>
              <a:buSzTx/>
              <a:buFont typeface="Times"/>
              <a:buNone/>
              <a:tabLst/>
              <a:defRPr/>
            </a:pPr>
            <a:r>
              <a:rPr kumimoji="0" lang="es-ES" altLang="es-ES" sz="1100" b="1" i="0" u="none" strike="noStrike" kern="1200" cap="none" spc="0" normalizeH="0" baseline="0" noProof="0" dirty="0">
                <a:ln>
                  <a:noFill/>
                </a:ln>
                <a:solidFill>
                  <a:prstClr val="white"/>
                </a:solidFill>
                <a:effectLst/>
                <a:uLnTx/>
                <a:uFillTx/>
                <a:latin typeface="Arial" pitchFamily="34" charset="0"/>
                <a:ea typeface="+mn-ea"/>
                <a:cs typeface="+mn-cs"/>
              </a:rPr>
              <a:t>12</a:t>
            </a:r>
          </a:p>
        </p:txBody>
      </p:sp>
      <p:sp>
        <p:nvSpPr>
          <p:cNvPr id="261" name="CuadroTexto 260">
            <a:extLst>
              <a:ext uri="{FF2B5EF4-FFF2-40B4-BE49-F238E27FC236}">
                <a16:creationId xmlns:a16="http://schemas.microsoft.com/office/drawing/2014/main" id="{539AE2CD-1D9E-4D2C-AD61-EFA44EA105FF}"/>
              </a:ext>
            </a:extLst>
          </p:cNvPr>
          <p:cNvSpPr txBox="1"/>
          <p:nvPr/>
        </p:nvSpPr>
        <p:spPr>
          <a:xfrm>
            <a:off x="593304" y="4220749"/>
            <a:ext cx="1061209" cy="338554"/>
          </a:xfrm>
          <a:prstGeom prst="rect">
            <a:avLst/>
          </a:prstGeom>
          <a:noFill/>
        </p:spPr>
        <p:txBody>
          <a:bodyPr wrap="square" rtlCol="0">
            <a:spAutoFit/>
          </a:bodyPr>
          <a:lstStyle/>
          <a:p>
            <a:r>
              <a:rPr lang="es-ES" sz="800" b="1" dirty="0">
                <a:solidFill>
                  <a:srgbClr val="1BB3BC"/>
                </a:solidFill>
              </a:rPr>
              <a:t>Movilidad </a:t>
            </a:r>
          </a:p>
          <a:p>
            <a:r>
              <a:rPr lang="es-ES" sz="800" b="1" dirty="0">
                <a:solidFill>
                  <a:srgbClr val="1BB3BC"/>
                </a:solidFill>
              </a:rPr>
              <a:t>Particulares</a:t>
            </a:r>
          </a:p>
        </p:txBody>
      </p:sp>
      <p:grpSp>
        <p:nvGrpSpPr>
          <p:cNvPr id="262" name="Grupo 261">
            <a:extLst>
              <a:ext uri="{FF2B5EF4-FFF2-40B4-BE49-F238E27FC236}">
                <a16:creationId xmlns:a16="http://schemas.microsoft.com/office/drawing/2014/main" id="{6FDB4747-8F4F-44A5-90EE-39B3FE87C300}"/>
              </a:ext>
            </a:extLst>
          </p:cNvPr>
          <p:cNvGrpSpPr/>
          <p:nvPr/>
        </p:nvGrpSpPr>
        <p:grpSpPr>
          <a:xfrm>
            <a:off x="200993" y="5298150"/>
            <a:ext cx="936268" cy="758282"/>
            <a:chOff x="223811" y="1034909"/>
            <a:chExt cx="1990817" cy="1621535"/>
          </a:xfrm>
        </p:grpSpPr>
        <p:sp>
          <p:nvSpPr>
            <p:cNvPr id="263" name="Rectángulo: esquinas redondeadas 262">
              <a:extLst>
                <a:ext uri="{FF2B5EF4-FFF2-40B4-BE49-F238E27FC236}">
                  <a16:creationId xmlns:a16="http://schemas.microsoft.com/office/drawing/2014/main" id="{62AFE953-A12D-465C-844B-C47565DAE49F}"/>
                </a:ext>
              </a:extLst>
            </p:cNvPr>
            <p:cNvSpPr/>
            <p:nvPr/>
          </p:nvSpPr>
          <p:spPr>
            <a:xfrm>
              <a:off x="223811" y="1034909"/>
              <a:ext cx="1990817" cy="1621535"/>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000">
                <a:solidFill>
                  <a:schemeClr val="tx1"/>
                </a:solidFill>
              </a:endParaRPr>
            </a:p>
          </p:txBody>
        </p:sp>
        <p:grpSp>
          <p:nvGrpSpPr>
            <p:cNvPr id="264" name="Grupo 263">
              <a:extLst>
                <a:ext uri="{FF2B5EF4-FFF2-40B4-BE49-F238E27FC236}">
                  <a16:creationId xmlns:a16="http://schemas.microsoft.com/office/drawing/2014/main" id="{32DA112A-7D1C-4A42-A64C-2D1C0E85D923}"/>
                </a:ext>
              </a:extLst>
            </p:cNvPr>
            <p:cNvGrpSpPr/>
            <p:nvPr/>
          </p:nvGrpSpPr>
          <p:grpSpPr>
            <a:xfrm>
              <a:off x="318741" y="1639634"/>
              <a:ext cx="1789734" cy="835676"/>
              <a:chOff x="671418" y="3510518"/>
              <a:chExt cx="1202155" cy="765396"/>
            </a:xfrm>
          </p:grpSpPr>
          <p:sp>
            <p:nvSpPr>
              <p:cNvPr id="268" name="3 Rectángulo">
                <a:extLst>
                  <a:ext uri="{FF2B5EF4-FFF2-40B4-BE49-F238E27FC236}">
                    <a16:creationId xmlns:a16="http://schemas.microsoft.com/office/drawing/2014/main" id="{6E758480-9FF2-4152-AA6F-E57729C75667}"/>
                  </a:ext>
                </a:extLst>
              </p:cNvPr>
              <p:cNvSpPr>
                <a:spLocks noChangeArrowheads="1"/>
              </p:cNvSpPr>
              <p:nvPr/>
            </p:nvSpPr>
            <p:spPr bwMode="auto">
              <a:xfrm>
                <a:off x="671418" y="3510518"/>
                <a:ext cx="1176655" cy="30846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7749" tIns="48875" rIns="97749" bIns="48875">
                <a:spAutoFit/>
              </a:bodyPr>
              <a:lstStyle>
                <a:lvl1pPr defTabSz="977900" eaLnBrk="0" hangingPunct="0">
                  <a:buClr>
                    <a:srgbClr val="FF0000"/>
                  </a:buClr>
                  <a:buChar char="w"/>
                  <a:defRPr sz="2400" b="1">
                    <a:solidFill>
                      <a:srgbClr val="FF0000"/>
                    </a:solidFill>
                    <a:latin typeface="Arial" panose="020B0604020202020204" pitchFamily="34" charset="0"/>
                  </a:defRPr>
                </a:lvl1pPr>
                <a:lvl2pPr marL="742950" indent="-285750" defTabSz="977900" eaLnBrk="0" hangingPunct="0">
                  <a:buClr>
                    <a:schemeClr val="bg2"/>
                  </a:buClr>
                  <a:buChar char="§"/>
                  <a:defRPr sz="2600">
                    <a:solidFill>
                      <a:srgbClr val="808080"/>
                    </a:solidFill>
                    <a:latin typeface="Arial" panose="020B0604020202020204" pitchFamily="34" charset="0"/>
                  </a:defRPr>
                </a:lvl2pPr>
                <a:lvl3pPr marL="1143000" indent="-228600" defTabSz="9779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defTabSz="9779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defTabSz="9779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defTabSz="9779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defTabSz="9779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defTabSz="9779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defTabSz="9779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eaLnBrk="1" hangingPunct="1">
                  <a:buClr>
                    <a:schemeClr val="accent2"/>
                  </a:buClr>
                  <a:buFont typeface="Wingdings" panose="05000000000000000000" pitchFamily="2" charset="2"/>
                  <a:buNone/>
                </a:pPr>
                <a:endParaRPr lang="es-ES" altLang="es-ES" sz="1000" b="0" dirty="0">
                  <a:solidFill>
                    <a:schemeClr val="tx1"/>
                  </a:solidFill>
                </a:endParaRPr>
              </a:p>
            </p:txBody>
          </p:sp>
          <p:pic>
            <p:nvPicPr>
              <p:cNvPr id="274" name="Picture 3">
                <a:extLst>
                  <a:ext uri="{FF2B5EF4-FFF2-40B4-BE49-F238E27FC236}">
                    <a16:creationId xmlns:a16="http://schemas.microsoft.com/office/drawing/2014/main" id="{A17C763A-6136-44F9-A796-DCA46831EEA2}"/>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850049" y="3521356"/>
                <a:ext cx="874766" cy="3860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79" name="2 CuadroTexto">
                <a:extLst>
                  <a:ext uri="{FF2B5EF4-FFF2-40B4-BE49-F238E27FC236}">
                    <a16:creationId xmlns:a16="http://schemas.microsoft.com/office/drawing/2014/main" id="{3F9B0DCC-CD4A-413D-B92A-42630FB39EC0}"/>
                  </a:ext>
                </a:extLst>
              </p:cNvPr>
              <p:cNvSpPr txBox="1">
                <a:spLocks noChangeArrowheads="1"/>
              </p:cNvSpPr>
              <p:nvPr/>
            </p:nvSpPr>
            <p:spPr bwMode="auto">
              <a:xfrm>
                <a:off x="671418" y="3975228"/>
                <a:ext cx="1202155" cy="300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buClr>
                    <a:srgbClr val="FF0000"/>
                  </a:buClr>
                  <a:buChar char="w"/>
                  <a:defRPr sz="2400" b="1">
                    <a:solidFill>
                      <a:srgbClr val="FF0000"/>
                    </a:solidFill>
                    <a:latin typeface="Arial" panose="020B0604020202020204" pitchFamily="34" charset="0"/>
                  </a:defRPr>
                </a:lvl1pPr>
                <a:lvl2pPr marL="742950" indent="-285750" eaLnBrk="0" hangingPunct="0">
                  <a:buClr>
                    <a:schemeClr val="bg2"/>
                  </a:buClr>
                  <a:buChar char="§"/>
                  <a:defRPr sz="2600">
                    <a:solidFill>
                      <a:srgbClr val="808080"/>
                    </a:solidFill>
                    <a:latin typeface="Arial" panose="020B0604020202020204" pitchFamily="34" charset="0"/>
                  </a:defRPr>
                </a:lvl2pPr>
                <a:lvl3pPr marL="11430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1000" dirty="0">
                    <a:solidFill>
                      <a:schemeClr val="tx1"/>
                    </a:solidFill>
                  </a:rPr>
                  <a:t>Web Publica</a:t>
                </a:r>
              </a:p>
            </p:txBody>
          </p:sp>
        </p:grpSp>
        <p:sp>
          <p:nvSpPr>
            <p:cNvPr id="265" name="CuadroTexto 264">
              <a:extLst>
                <a:ext uri="{FF2B5EF4-FFF2-40B4-BE49-F238E27FC236}">
                  <a16:creationId xmlns:a16="http://schemas.microsoft.com/office/drawing/2014/main" id="{AF718772-428A-4034-9703-7CDD2ED5DA54}"/>
                </a:ext>
              </a:extLst>
            </p:cNvPr>
            <p:cNvSpPr txBox="1"/>
            <p:nvPr/>
          </p:nvSpPr>
          <p:spPr>
            <a:xfrm>
              <a:off x="899815" y="1168948"/>
              <a:ext cx="1010816" cy="526527"/>
            </a:xfrm>
            <a:prstGeom prst="rect">
              <a:avLst/>
            </a:prstGeom>
            <a:noFill/>
          </p:spPr>
          <p:txBody>
            <a:bodyPr wrap="square" rtlCol="0">
              <a:spAutoFit/>
            </a:bodyPr>
            <a:lstStyle/>
            <a:p>
              <a:r>
                <a:rPr lang="es-ES" sz="1000" b="1" dirty="0">
                  <a:solidFill>
                    <a:srgbClr val="1BB3BC"/>
                  </a:solidFill>
                </a:rPr>
                <a:t>NHB</a:t>
              </a:r>
            </a:p>
          </p:txBody>
        </p:sp>
        <p:pic>
          <p:nvPicPr>
            <p:cNvPr id="266" name="Imagen 265">
              <a:extLst>
                <a:ext uri="{FF2B5EF4-FFF2-40B4-BE49-F238E27FC236}">
                  <a16:creationId xmlns:a16="http://schemas.microsoft.com/office/drawing/2014/main" id="{9252E1DF-C09B-46BA-B555-48D1D9DE3509}"/>
                </a:ext>
              </a:extLst>
            </p:cNvPr>
            <p:cNvPicPr>
              <a:picLocks noChangeAspect="1"/>
            </p:cNvPicPr>
            <p:nvPr/>
          </p:nvPicPr>
          <p:blipFill rotWithShape="1">
            <a:blip r:embed="rId20" cstate="print">
              <a:extLst>
                <a:ext uri="{28A0092B-C50C-407E-A947-70E740481C1C}">
                  <a14:useLocalDpi xmlns:a14="http://schemas.microsoft.com/office/drawing/2010/main" val="0"/>
                </a:ext>
              </a:extLst>
            </a:blip>
            <a:srcRect l="-1" t="-7238" r="79476" b="-12379"/>
            <a:stretch/>
          </p:blipFill>
          <p:spPr>
            <a:xfrm>
              <a:off x="364361" y="1119829"/>
              <a:ext cx="420395" cy="556364"/>
            </a:xfrm>
            <a:prstGeom prst="rect">
              <a:avLst/>
            </a:prstGeom>
          </p:spPr>
        </p:pic>
      </p:grpSp>
      <p:sp>
        <p:nvSpPr>
          <p:cNvPr id="283" name="AutoShape 19">
            <a:hlinkClick r:id="" action="ppaction://noaction"/>
            <a:extLst>
              <a:ext uri="{FF2B5EF4-FFF2-40B4-BE49-F238E27FC236}">
                <a16:creationId xmlns:a16="http://schemas.microsoft.com/office/drawing/2014/main" id="{D9C1E264-E184-42C4-9CC0-77610BCAE5E2}"/>
              </a:ext>
            </a:extLst>
          </p:cNvPr>
          <p:cNvSpPr>
            <a:spLocks noChangeArrowheads="1"/>
          </p:cNvSpPr>
          <p:nvPr/>
        </p:nvSpPr>
        <p:spPr bwMode="auto">
          <a:xfrm rot="5400000">
            <a:off x="1007137" y="5654280"/>
            <a:ext cx="353776" cy="563299"/>
          </a:xfrm>
          <a:prstGeom prst="roundRect">
            <a:avLst>
              <a:gd name="adj" fmla="val 16667"/>
            </a:avLst>
          </a:prstGeom>
          <a:solidFill>
            <a:schemeClr val="bg1"/>
          </a:solidFill>
          <a:ln w="6350" algn="ctr">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vert270" lIns="87462" tIns="43730" rIns="87462" bIns="43730"/>
          <a:lstStyle/>
          <a:p>
            <a:pPr algn="ctr" defTabSz="874713">
              <a:lnSpc>
                <a:spcPct val="90000"/>
              </a:lnSpc>
              <a:defRPr/>
            </a:pPr>
            <a:r>
              <a:rPr lang="es-ES" sz="1000" dirty="0" err="1">
                <a:latin typeface="+mn-lt"/>
              </a:rPr>
              <a:t>iFrame</a:t>
            </a:r>
            <a:endParaRPr lang="es-ES" sz="1000" dirty="0">
              <a:latin typeface="+mn-lt"/>
            </a:endParaRPr>
          </a:p>
        </p:txBody>
      </p:sp>
      <p:sp>
        <p:nvSpPr>
          <p:cNvPr id="284" name="Oval 18">
            <a:extLst>
              <a:ext uri="{FF2B5EF4-FFF2-40B4-BE49-F238E27FC236}">
                <a16:creationId xmlns:a16="http://schemas.microsoft.com/office/drawing/2014/main" id="{A8F39BD5-34A8-4E19-8AAC-618A94CC00BF}"/>
              </a:ext>
            </a:extLst>
          </p:cNvPr>
          <p:cNvSpPr>
            <a:spLocks noChangeArrowheads="1"/>
          </p:cNvSpPr>
          <p:nvPr/>
        </p:nvSpPr>
        <p:spPr bwMode="auto">
          <a:xfrm>
            <a:off x="1147246" y="5342800"/>
            <a:ext cx="163439" cy="176328"/>
          </a:xfrm>
          <a:prstGeom prst="ellipse">
            <a:avLst/>
          </a:prstGeom>
          <a:solidFill>
            <a:srgbClr val="FFC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eaLnBrk="1" hangingPunct="1">
              <a:spcBef>
                <a:spcPct val="0"/>
              </a:spcBef>
              <a:buClrTx/>
              <a:buSzTx/>
              <a:buFontTx/>
              <a:buNone/>
            </a:pPr>
            <a:r>
              <a:rPr lang="es-ES" altLang="es-ES" sz="1200" dirty="0">
                <a:solidFill>
                  <a:schemeClr val="bg1"/>
                </a:solidFill>
              </a:rPr>
              <a:t>M</a:t>
            </a:r>
          </a:p>
        </p:txBody>
      </p:sp>
      <p:grpSp>
        <p:nvGrpSpPr>
          <p:cNvPr id="286" name="Grupo 285">
            <a:extLst>
              <a:ext uri="{FF2B5EF4-FFF2-40B4-BE49-F238E27FC236}">
                <a16:creationId xmlns:a16="http://schemas.microsoft.com/office/drawing/2014/main" id="{9A56359D-8CA5-460F-8FB6-6A356C09CAD7}"/>
              </a:ext>
            </a:extLst>
          </p:cNvPr>
          <p:cNvGrpSpPr/>
          <p:nvPr/>
        </p:nvGrpSpPr>
        <p:grpSpPr>
          <a:xfrm>
            <a:off x="102298" y="4192966"/>
            <a:ext cx="1427613" cy="856530"/>
            <a:chOff x="101964" y="3566454"/>
            <a:chExt cx="1768640" cy="1099448"/>
          </a:xfrm>
        </p:grpSpPr>
        <p:pic>
          <p:nvPicPr>
            <p:cNvPr id="287" name="Imagen 286">
              <a:extLst>
                <a:ext uri="{FF2B5EF4-FFF2-40B4-BE49-F238E27FC236}">
                  <a16:creationId xmlns:a16="http://schemas.microsoft.com/office/drawing/2014/main" id="{E523016F-8496-49D5-A7B7-1FC3C2A566D2}"/>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277678" y="3794371"/>
              <a:ext cx="448524" cy="777247"/>
            </a:xfrm>
            <a:prstGeom prst="rect">
              <a:avLst/>
            </a:prstGeom>
          </p:spPr>
        </p:pic>
        <p:sp>
          <p:nvSpPr>
            <p:cNvPr id="288" name="Rectángulo: esquinas redondeadas 287">
              <a:extLst>
                <a:ext uri="{FF2B5EF4-FFF2-40B4-BE49-F238E27FC236}">
                  <a16:creationId xmlns:a16="http://schemas.microsoft.com/office/drawing/2014/main" id="{943143C2-CAC2-45CF-809A-7F85660734AF}"/>
                </a:ext>
              </a:extLst>
            </p:cNvPr>
            <p:cNvSpPr/>
            <p:nvPr/>
          </p:nvSpPr>
          <p:spPr>
            <a:xfrm>
              <a:off x="101964" y="3601665"/>
              <a:ext cx="1684947" cy="1064237"/>
            </a:xfrm>
            <a:prstGeom prst="round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89" name="Oval 18">
              <a:extLst>
                <a:ext uri="{FF2B5EF4-FFF2-40B4-BE49-F238E27FC236}">
                  <a16:creationId xmlns:a16="http://schemas.microsoft.com/office/drawing/2014/main" id="{35A2D0C6-D5C9-4E6D-9664-76E170C84FA5}"/>
                </a:ext>
              </a:extLst>
            </p:cNvPr>
            <p:cNvSpPr>
              <a:spLocks noChangeArrowheads="1"/>
            </p:cNvSpPr>
            <p:nvPr/>
          </p:nvSpPr>
          <p:spPr bwMode="auto">
            <a:xfrm>
              <a:off x="1643804" y="3566454"/>
              <a:ext cx="226800" cy="227917"/>
            </a:xfrm>
            <a:prstGeom prst="ellipse">
              <a:avLst/>
            </a:prstGeom>
            <a:solidFill>
              <a:srgbClr val="FFC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eaLnBrk="1" hangingPunct="1">
                <a:spcBef>
                  <a:spcPct val="0"/>
                </a:spcBef>
                <a:buClrTx/>
                <a:buSzTx/>
                <a:buFontTx/>
                <a:buNone/>
              </a:pPr>
              <a:r>
                <a:rPr lang="es-ES" altLang="es-ES" sz="1200" dirty="0">
                  <a:solidFill>
                    <a:schemeClr val="bg1"/>
                  </a:solidFill>
                </a:rPr>
                <a:t>M</a:t>
              </a:r>
            </a:p>
          </p:txBody>
        </p:sp>
      </p:grpSp>
      <p:sp>
        <p:nvSpPr>
          <p:cNvPr id="293" name="AutoShape 19">
            <a:hlinkClick r:id="" action="ppaction://noaction"/>
            <a:extLst>
              <a:ext uri="{FF2B5EF4-FFF2-40B4-BE49-F238E27FC236}">
                <a16:creationId xmlns:a16="http://schemas.microsoft.com/office/drawing/2014/main" id="{127A68AA-8C71-4481-BAE6-8473D94589D0}"/>
              </a:ext>
            </a:extLst>
          </p:cNvPr>
          <p:cNvSpPr>
            <a:spLocks noChangeArrowheads="1"/>
          </p:cNvSpPr>
          <p:nvPr/>
        </p:nvSpPr>
        <p:spPr bwMode="auto">
          <a:xfrm rot="5400000">
            <a:off x="958580" y="4431249"/>
            <a:ext cx="367094" cy="685882"/>
          </a:xfrm>
          <a:prstGeom prst="roundRect">
            <a:avLst>
              <a:gd name="adj" fmla="val 16667"/>
            </a:avLst>
          </a:prstGeom>
          <a:solidFill>
            <a:schemeClr val="bg1"/>
          </a:solidFill>
          <a:ln w="6350" algn="ctr">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vert270" lIns="87462" tIns="43730" rIns="87462" bIns="43730"/>
          <a:lstStyle/>
          <a:p>
            <a:pPr algn="ctr" defTabSz="874713">
              <a:lnSpc>
                <a:spcPct val="90000"/>
              </a:lnSpc>
              <a:defRPr/>
            </a:pPr>
            <a:r>
              <a:rPr lang="es-ES" sz="1100" dirty="0" err="1">
                <a:latin typeface="+mn-lt"/>
              </a:rPr>
              <a:t>Webview</a:t>
            </a:r>
            <a:r>
              <a:rPr lang="es-ES" sz="1100" dirty="0">
                <a:latin typeface="+mn-lt"/>
              </a:rPr>
              <a:t>/</a:t>
            </a:r>
            <a:r>
              <a:rPr lang="es-ES" sz="1100" dirty="0" err="1">
                <a:latin typeface="+mn-lt"/>
              </a:rPr>
              <a:t>iframe</a:t>
            </a:r>
            <a:endParaRPr lang="es-ES" sz="1100" dirty="0">
              <a:latin typeface="+mn-lt"/>
            </a:endParaRPr>
          </a:p>
        </p:txBody>
      </p:sp>
      <p:sp>
        <p:nvSpPr>
          <p:cNvPr id="303" name="Elipse 302">
            <a:extLst>
              <a:ext uri="{FF2B5EF4-FFF2-40B4-BE49-F238E27FC236}">
                <a16:creationId xmlns:a16="http://schemas.microsoft.com/office/drawing/2014/main" id="{42A69D74-6E8C-4FBF-B6AA-07630ABFDAC6}"/>
              </a:ext>
            </a:extLst>
          </p:cNvPr>
          <p:cNvSpPr/>
          <p:nvPr/>
        </p:nvSpPr>
        <p:spPr>
          <a:xfrm>
            <a:off x="3934308" y="904480"/>
            <a:ext cx="268344" cy="27965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300" dirty="0"/>
              <a:t>4</a:t>
            </a:r>
          </a:p>
        </p:txBody>
      </p:sp>
      <p:cxnSp>
        <p:nvCxnSpPr>
          <p:cNvPr id="304" name="25 Conector recto de flecha">
            <a:extLst>
              <a:ext uri="{FF2B5EF4-FFF2-40B4-BE49-F238E27FC236}">
                <a16:creationId xmlns:a16="http://schemas.microsoft.com/office/drawing/2014/main" id="{71E94F85-6AD3-4A08-8110-8CA6660602FE}"/>
              </a:ext>
            </a:extLst>
          </p:cNvPr>
          <p:cNvCxnSpPr>
            <a:cxnSpLocks/>
          </p:cNvCxnSpPr>
          <p:nvPr/>
        </p:nvCxnSpPr>
        <p:spPr bwMode="auto">
          <a:xfrm flipV="1">
            <a:off x="1539327" y="3492032"/>
            <a:ext cx="971176" cy="1385180"/>
          </a:xfrm>
          <a:prstGeom prst="straightConnector1">
            <a:avLst/>
          </a:prstGeom>
          <a:ln w="254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305" name="25 Conector recto de flecha">
            <a:extLst>
              <a:ext uri="{FF2B5EF4-FFF2-40B4-BE49-F238E27FC236}">
                <a16:creationId xmlns:a16="http://schemas.microsoft.com/office/drawing/2014/main" id="{6BEE9459-6177-4F84-A0E6-64C82B775509}"/>
              </a:ext>
            </a:extLst>
          </p:cNvPr>
          <p:cNvCxnSpPr>
            <a:cxnSpLocks/>
          </p:cNvCxnSpPr>
          <p:nvPr/>
        </p:nvCxnSpPr>
        <p:spPr bwMode="auto">
          <a:xfrm flipV="1">
            <a:off x="1475743" y="3542752"/>
            <a:ext cx="1026931" cy="2071060"/>
          </a:xfrm>
          <a:prstGeom prst="straightConnector1">
            <a:avLst/>
          </a:prstGeom>
          <a:ln w="254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06" name="Rectángulo redondeado 15">
            <a:extLst>
              <a:ext uri="{FF2B5EF4-FFF2-40B4-BE49-F238E27FC236}">
                <a16:creationId xmlns:a16="http://schemas.microsoft.com/office/drawing/2014/main" id="{32681073-DA63-4FB0-95FB-4A163620B013}"/>
              </a:ext>
            </a:extLst>
          </p:cNvPr>
          <p:cNvSpPr/>
          <p:nvPr/>
        </p:nvSpPr>
        <p:spPr bwMode="auto">
          <a:xfrm>
            <a:off x="4498505" y="1006515"/>
            <a:ext cx="1086751" cy="427972"/>
          </a:xfrm>
          <a:prstGeom prst="roundRect">
            <a:avLst/>
          </a:prstGeom>
          <a:solidFill>
            <a:schemeClr val="bg1">
              <a:lumMod val="95000"/>
            </a:schemeClr>
          </a:solidFill>
          <a:ln>
            <a:solidFill>
              <a:schemeClr val="tx1">
                <a:lumMod val="50000"/>
                <a:lumOff val="50000"/>
              </a:schemeClr>
            </a:solidFill>
            <a:headEnd type="none" w="med" len="med"/>
            <a:tailEnd type="none" w="med" len="med"/>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none" lIns="0" tIns="0" rIns="0" bIns="0" numCol="1" rtlCol="0" anchor="t" anchorCtr="0" compatLnSpc="1">
            <a:prstTxWarp prst="textNoShape">
              <a:avLst/>
            </a:prstTxWarp>
          </a:bodyPr>
          <a:lstStyle/>
          <a:p>
            <a:pPr algn="ctr"/>
            <a:r>
              <a:rPr lang="es-ES" sz="800" b="1" dirty="0">
                <a:solidFill>
                  <a:schemeClr val="tx1"/>
                </a:solidFill>
              </a:rPr>
              <a:t>MICROSERVICIO</a:t>
            </a:r>
          </a:p>
          <a:p>
            <a:pPr algn="ctr"/>
            <a:r>
              <a:rPr lang="es-ES" sz="800" b="1" dirty="0">
                <a:solidFill>
                  <a:schemeClr val="tx1"/>
                </a:solidFill>
              </a:rPr>
              <a:t>Alta cliente Orquestador</a:t>
            </a:r>
            <a:r>
              <a:rPr lang="es-ES" sz="1200" b="1" dirty="0">
                <a:solidFill>
                  <a:schemeClr val="tx1"/>
                </a:solidFill>
              </a:rPr>
              <a:t> </a:t>
            </a:r>
          </a:p>
          <a:p>
            <a:pPr algn="ctr"/>
            <a:endParaRPr lang="es-ES" sz="1000" b="1" dirty="0">
              <a:solidFill>
                <a:schemeClr val="tx1"/>
              </a:solidFill>
            </a:endParaRPr>
          </a:p>
        </p:txBody>
      </p:sp>
      <p:pic>
        <p:nvPicPr>
          <p:cNvPr id="307" name="161 Imagen">
            <a:extLst>
              <a:ext uri="{FF2B5EF4-FFF2-40B4-BE49-F238E27FC236}">
                <a16:creationId xmlns:a16="http://schemas.microsoft.com/office/drawing/2014/main" id="{376FF5C6-65E5-4F9E-A3CF-8CB131ACE3B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914664" y="1295079"/>
            <a:ext cx="606904" cy="128673"/>
          </a:xfrm>
          <a:prstGeom prst="rect">
            <a:avLst/>
          </a:prstGeom>
        </p:spPr>
      </p:pic>
      <p:sp>
        <p:nvSpPr>
          <p:cNvPr id="295" name="Rectángulo: esquinas redondeadas 294">
            <a:extLst>
              <a:ext uri="{FF2B5EF4-FFF2-40B4-BE49-F238E27FC236}">
                <a16:creationId xmlns:a16="http://schemas.microsoft.com/office/drawing/2014/main" id="{BCB65B8C-20F7-4130-8BB0-5C95CB02E91A}"/>
              </a:ext>
            </a:extLst>
          </p:cNvPr>
          <p:cNvSpPr/>
          <p:nvPr/>
        </p:nvSpPr>
        <p:spPr>
          <a:xfrm>
            <a:off x="2548346" y="2862413"/>
            <a:ext cx="1190259" cy="970820"/>
          </a:xfrm>
          <a:prstGeom prst="roundRect">
            <a:avLst>
              <a:gd name="adj" fmla="val 8245"/>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336" name="Imagen 335">
            <a:extLst>
              <a:ext uri="{FF2B5EF4-FFF2-40B4-BE49-F238E27FC236}">
                <a16:creationId xmlns:a16="http://schemas.microsoft.com/office/drawing/2014/main" id="{20611B22-189D-48A9-B2DA-50DA500D9246}"/>
              </a:ext>
            </a:extLst>
          </p:cNvPr>
          <p:cNvPicPr>
            <a:picLocks noChangeAspect="1"/>
          </p:cNvPicPr>
          <p:nvPr/>
        </p:nvPicPr>
        <p:blipFill>
          <a:blip r:embed="rId4"/>
          <a:stretch>
            <a:fillRect/>
          </a:stretch>
        </p:blipFill>
        <p:spPr>
          <a:xfrm>
            <a:off x="2643737" y="3053343"/>
            <a:ext cx="705036" cy="489524"/>
          </a:xfrm>
          <a:prstGeom prst="rect">
            <a:avLst/>
          </a:prstGeom>
        </p:spPr>
      </p:pic>
      <p:pic>
        <p:nvPicPr>
          <p:cNvPr id="345" name="Imagen 344">
            <a:extLst>
              <a:ext uri="{FF2B5EF4-FFF2-40B4-BE49-F238E27FC236}">
                <a16:creationId xmlns:a16="http://schemas.microsoft.com/office/drawing/2014/main" id="{E292C0F8-6D64-4B78-8AB8-ECAA9269D057}"/>
              </a:ext>
            </a:extLst>
          </p:cNvPr>
          <p:cNvPicPr>
            <a:picLocks noChangeAspect="1"/>
          </p:cNvPicPr>
          <p:nvPr/>
        </p:nvPicPr>
        <p:blipFill>
          <a:blip r:embed="rId5"/>
          <a:stretch>
            <a:fillRect/>
          </a:stretch>
        </p:blipFill>
        <p:spPr>
          <a:xfrm rot="16200000">
            <a:off x="3192078" y="3228959"/>
            <a:ext cx="640365" cy="172406"/>
          </a:xfrm>
          <a:prstGeom prst="rect">
            <a:avLst/>
          </a:prstGeom>
        </p:spPr>
      </p:pic>
      <p:cxnSp>
        <p:nvCxnSpPr>
          <p:cNvPr id="354" name="451 Conector recto de flecha">
            <a:extLst>
              <a:ext uri="{FF2B5EF4-FFF2-40B4-BE49-F238E27FC236}">
                <a16:creationId xmlns:a16="http://schemas.microsoft.com/office/drawing/2014/main" id="{A9962472-E676-477E-930A-2F7BA1FDD124}"/>
              </a:ext>
            </a:extLst>
          </p:cNvPr>
          <p:cNvCxnSpPr>
            <a:cxnSpLocks/>
            <a:stCxn id="295" idx="3"/>
          </p:cNvCxnSpPr>
          <p:nvPr/>
        </p:nvCxnSpPr>
        <p:spPr bwMode="auto">
          <a:xfrm>
            <a:off x="3738605" y="3347823"/>
            <a:ext cx="246785" cy="482978"/>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57" name="Elipse 356">
            <a:extLst>
              <a:ext uri="{FF2B5EF4-FFF2-40B4-BE49-F238E27FC236}">
                <a16:creationId xmlns:a16="http://schemas.microsoft.com/office/drawing/2014/main" id="{727734B2-FC9E-4434-A025-E986BB5EBFDD}"/>
              </a:ext>
            </a:extLst>
          </p:cNvPr>
          <p:cNvSpPr/>
          <p:nvPr/>
        </p:nvSpPr>
        <p:spPr>
          <a:xfrm>
            <a:off x="3334484" y="2663603"/>
            <a:ext cx="268344" cy="27965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300" dirty="0"/>
              <a:t>3</a:t>
            </a:r>
          </a:p>
        </p:txBody>
      </p:sp>
      <p:sp>
        <p:nvSpPr>
          <p:cNvPr id="358" name="Elipse 357">
            <a:extLst>
              <a:ext uri="{FF2B5EF4-FFF2-40B4-BE49-F238E27FC236}">
                <a16:creationId xmlns:a16="http://schemas.microsoft.com/office/drawing/2014/main" id="{D40DD102-E087-4615-83CF-62B664C14C86}"/>
              </a:ext>
            </a:extLst>
          </p:cNvPr>
          <p:cNvSpPr/>
          <p:nvPr/>
        </p:nvSpPr>
        <p:spPr>
          <a:xfrm>
            <a:off x="3909451" y="3088479"/>
            <a:ext cx="268344" cy="27965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300" dirty="0"/>
              <a:t>4</a:t>
            </a:r>
          </a:p>
        </p:txBody>
      </p:sp>
      <p:sp>
        <p:nvSpPr>
          <p:cNvPr id="361" name="Rectángulo redondeado 15">
            <a:extLst>
              <a:ext uri="{FF2B5EF4-FFF2-40B4-BE49-F238E27FC236}">
                <a16:creationId xmlns:a16="http://schemas.microsoft.com/office/drawing/2014/main" id="{512A9CDE-ACA2-4AF3-BA78-77AF0DD0C582}"/>
              </a:ext>
            </a:extLst>
          </p:cNvPr>
          <p:cNvSpPr/>
          <p:nvPr/>
        </p:nvSpPr>
        <p:spPr bwMode="auto">
          <a:xfrm>
            <a:off x="8873639" y="5765783"/>
            <a:ext cx="1012066" cy="289314"/>
          </a:xfrm>
          <a:prstGeom prst="roundRect">
            <a:avLst/>
          </a:prstGeom>
          <a:solidFill>
            <a:schemeClr val="accent2">
              <a:lumMod val="20000"/>
              <a:lumOff val="80000"/>
            </a:schemeClr>
          </a:solidFill>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vert="horz" wrap="none" lIns="0" tIns="0" rIns="0" bIns="0" numCol="1" rtlCol="0" anchor="t" anchorCtr="0" compatLnSpc="1">
            <a:prstTxWarp prst="textNoShape">
              <a:avLst/>
            </a:prstTxWarp>
          </a:bodyPr>
          <a:lstStyle/>
          <a:p>
            <a:pPr algn="ctr"/>
            <a:r>
              <a:rPr lang="es-ES" sz="900" b="1" dirty="0">
                <a:solidFill>
                  <a:schemeClr val="tx1"/>
                </a:solidFill>
              </a:rPr>
              <a:t>IAPI</a:t>
            </a:r>
          </a:p>
          <a:p>
            <a:pPr algn="ctr"/>
            <a:r>
              <a:rPr lang="es-ES" sz="900" b="1" dirty="0">
                <a:solidFill>
                  <a:schemeClr val="tx1"/>
                </a:solidFill>
              </a:rPr>
              <a:t>Heredo </a:t>
            </a:r>
            <a:endParaRPr lang="es-ES" sz="1200" b="1" dirty="0">
              <a:solidFill>
                <a:schemeClr val="tx1"/>
              </a:solidFill>
            </a:endParaRPr>
          </a:p>
        </p:txBody>
      </p:sp>
      <p:sp>
        <p:nvSpPr>
          <p:cNvPr id="362" name="Rectángulo redondeado 15">
            <a:extLst>
              <a:ext uri="{FF2B5EF4-FFF2-40B4-BE49-F238E27FC236}">
                <a16:creationId xmlns:a16="http://schemas.microsoft.com/office/drawing/2014/main" id="{7F562B54-B9BC-48FF-B60F-89F0C5583103}"/>
              </a:ext>
            </a:extLst>
          </p:cNvPr>
          <p:cNvSpPr/>
          <p:nvPr/>
        </p:nvSpPr>
        <p:spPr bwMode="auto">
          <a:xfrm>
            <a:off x="10467733" y="5774320"/>
            <a:ext cx="1012066" cy="289314"/>
          </a:xfrm>
          <a:prstGeom prst="roundRect">
            <a:avLst/>
          </a:prstGeom>
          <a:solidFill>
            <a:schemeClr val="accent2">
              <a:lumMod val="20000"/>
              <a:lumOff val="80000"/>
            </a:schemeClr>
          </a:solidFill>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vert="horz" wrap="none" lIns="0" tIns="0" rIns="0" bIns="0" numCol="1" rtlCol="0" anchor="t" anchorCtr="0" compatLnSpc="1">
            <a:prstTxWarp prst="textNoShape">
              <a:avLst/>
            </a:prstTxWarp>
          </a:bodyPr>
          <a:lstStyle/>
          <a:p>
            <a:pPr algn="ctr"/>
            <a:r>
              <a:rPr lang="es-ES" sz="900" b="1" dirty="0">
                <a:solidFill>
                  <a:schemeClr val="tx1"/>
                </a:solidFill>
              </a:rPr>
              <a:t>API </a:t>
            </a:r>
          </a:p>
          <a:p>
            <a:pPr algn="ctr"/>
            <a:r>
              <a:rPr lang="es-ES" sz="900" b="1" dirty="0">
                <a:solidFill>
                  <a:schemeClr val="tx1"/>
                </a:solidFill>
              </a:rPr>
              <a:t>Firma</a:t>
            </a:r>
            <a:endParaRPr lang="es-ES" sz="1200" b="1" dirty="0">
              <a:solidFill>
                <a:schemeClr val="tx1"/>
              </a:solidFill>
            </a:endParaRPr>
          </a:p>
        </p:txBody>
      </p:sp>
      <p:sp>
        <p:nvSpPr>
          <p:cNvPr id="363" name="Oval 18">
            <a:extLst>
              <a:ext uri="{FF2B5EF4-FFF2-40B4-BE49-F238E27FC236}">
                <a16:creationId xmlns:a16="http://schemas.microsoft.com/office/drawing/2014/main" id="{50F8E059-A631-4594-964B-507EF66803BB}"/>
              </a:ext>
            </a:extLst>
          </p:cNvPr>
          <p:cNvSpPr>
            <a:spLocks noChangeArrowheads="1"/>
          </p:cNvSpPr>
          <p:nvPr/>
        </p:nvSpPr>
        <p:spPr bwMode="auto">
          <a:xfrm>
            <a:off x="10492622" y="5746361"/>
            <a:ext cx="280066" cy="310071"/>
          </a:xfrm>
          <a:prstGeom prst="ellipse">
            <a:avLst/>
          </a:prstGeom>
          <a:solidFill>
            <a:srgbClr val="FF0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marL="0" marR="0" lvl="0" indent="0" algn="ctr" defTabSz="914400" rtl="0" eaLnBrk="0" fontAlgn="auto" latinLnBrk="0" hangingPunct="0">
              <a:lnSpc>
                <a:spcPct val="100000"/>
              </a:lnSpc>
              <a:spcBef>
                <a:spcPct val="0"/>
              </a:spcBef>
              <a:spcAft>
                <a:spcPts val="0"/>
              </a:spcAft>
              <a:buClrTx/>
              <a:buSzTx/>
              <a:buFont typeface="Times"/>
              <a:buNone/>
              <a:tabLst/>
              <a:defRPr/>
            </a:pPr>
            <a:r>
              <a:rPr kumimoji="0" lang="es-ES" altLang="es-ES" sz="1100" b="1" i="0" u="none" strike="noStrike" kern="1200" cap="none" spc="0" normalizeH="0" baseline="0" noProof="0" dirty="0">
                <a:ln>
                  <a:noFill/>
                </a:ln>
                <a:solidFill>
                  <a:prstClr val="white"/>
                </a:solidFill>
                <a:effectLst/>
                <a:uLnTx/>
                <a:uFillTx/>
                <a:latin typeface="Arial" pitchFamily="34" charset="0"/>
                <a:ea typeface="+mn-ea"/>
                <a:cs typeface="+mn-cs"/>
              </a:rPr>
              <a:t>13</a:t>
            </a:r>
          </a:p>
        </p:txBody>
      </p:sp>
      <p:sp>
        <p:nvSpPr>
          <p:cNvPr id="366" name="Oval 18">
            <a:extLst>
              <a:ext uri="{FF2B5EF4-FFF2-40B4-BE49-F238E27FC236}">
                <a16:creationId xmlns:a16="http://schemas.microsoft.com/office/drawing/2014/main" id="{224150AA-AEDD-49EA-84F6-14A70DDE8C30}"/>
              </a:ext>
            </a:extLst>
          </p:cNvPr>
          <p:cNvSpPr>
            <a:spLocks noChangeArrowheads="1"/>
          </p:cNvSpPr>
          <p:nvPr/>
        </p:nvSpPr>
        <p:spPr bwMode="auto">
          <a:xfrm>
            <a:off x="9609386" y="5807326"/>
            <a:ext cx="227639" cy="228522"/>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eaLnBrk="1" hangingPunct="1">
              <a:spcBef>
                <a:spcPct val="0"/>
              </a:spcBef>
              <a:buClrTx/>
              <a:buSzTx/>
              <a:buFontTx/>
              <a:buNone/>
            </a:pPr>
            <a:r>
              <a:rPr lang="es-ES" altLang="es-ES" sz="1000" dirty="0">
                <a:solidFill>
                  <a:schemeClr val="bg1"/>
                </a:solidFill>
              </a:rPr>
              <a:t>E</a:t>
            </a:r>
          </a:p>
        </p:txBody>
      </p:sp>
      <p:sp>
        <p:nvSpPr>
          <p:cNvPr id="367" name="Oval 18">
            <a:extLst>
              <a:ext uri="{FF2B5EF4-FFF2-40B4-BE49-F238E27FC236}">
                <a16:creationId xmlns:a16="http://schemas.microsoft.com/office/drawing/2014/main" id="{181DBB2C-B145-4D6D-9BF7-6F1ACFD20991}"/>
              </a:ext>
            </a:extLst>
          </p:cNvPr>
          <p:cNvSpPr>
            <a:spLocks noChangeArrowheads="1"/>
          </p:cNvSpPr>
          <p:nvPr/>
        </p:nvSpPr>
        <p:spPr bwMode="auto">
          <a:xfrm>
            <a:off x="11204335" y="5790444"/>
            <a:ext cx="227639" cy="228522"/>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eaLnBrk="1" hangingPunct="1">
              <a:spcBef>
                <a:spcPct val="0"/>
              </a:spcBef>
              <a:buClrTx/>
              <a:buSzTx/>
              <a:buFontTx/>
              <a:buNone/>
            </a:pPr>
            <a:r>
              <a:rPr lang="es-ES" altLang="es-ES" sz="1000" dirty="0">
                <a:solidFill>
                  <a:schemeClr val="bg1"/>
                </a:solidFill>
              </a:rPr>
              <a:t>E</a:t>
            </a:r>
          </a:p>
        </p:txBody>
      </p:sp>
      <p:pic>
        <p:nvPicPr>
          <p:cNvPr id="370" name="Picture 662" descr="MC900434391[1]">
            <a:extLst>
              <a:ext uri="{FF2B5EF4-FFF2-40B4-BE49-F238E27FC236}">
                <a16:creationId xmlns:a16="http://schemas.microsoft.com/office/drawing/2014/main" id="{F78D9F04-0977-46A5-BCE8-31E95437B0B6}"/>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9321020" y="87952"/>
            <a:ext cx="353316"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1" name="Picture 662" descr="MC900434391[1]">
            <a:extLst>
              <a:ext uri="{FF2B5EF4-FFF2-40B4-BE49-F238E27FC236}">
                <a16:creationId xmlns:a16="http://schemas.microsoft.com/office/drawing/2014/main" id="{D5EAB19D-36E6-4706-91FB-8EB2E316EC30}"/>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7548123" y="3104191"/>
            <a:ext cx="353316"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64" name="451 Conector recto de flecha">
            <a:extLst>
              <a:ext uri="{FF2B5EF4-FFF2-40B4-BE49-F238E27FC236}">
                <a16:creationId xmlns:a16="http://schemas.microsoft.com/office/drawing/2014/main" id="{C97A3A98-6506-473E-AB72-0A3897F53BE7}"/>
              </a:ext>
            </a:extLst>
          </p:cNvPr>
          <p:cNvCxnSpPr>
            <a:cxnSpLocks/>
            <a:endCxn id="463" idx="1"/>
          </p:cNvCxnSpPr>
          <p:nvPr/>
        </p:nvCxnSpPr>
        <p:spPr bwMode="auto">
          <a:xfrm flipV="1">
            <a:off x="3036443" y="2602422"/>
            <a:ext cx="4330066" cy="450922"/>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71" name="451 Conector recto de flecha">
            <a:extLst>
              <a:ext uri="{FF2B5EF4-FFF2-40B4-BE49-F238E27FC236}">
                <a16:creationId xmlns:a16="http://schemas.microsoft.com/office/drawing/2014/main" id="{66BCE1A3-03E4-464E-B417-F847319A8DB3}"/>
              </a:ext>
            </a:extLst>
          </p:cNvPr>
          <p:cNvCxnSpPr>
            <a:cxnSpLocks/>
            <a:endCxn id="24" idx="1"/>
          </p:cNvCxnSpPr>
          <p:nvPr/>
        </p:nvCxnSpPr>
        <p:spPr bwMode="auto">
          <a:xfrm>
            <a:off x="3738605" y="1982598"/>
            <a:ext cx="3618881" cy="531513"/>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pic>
        <p:nvPicPr>
          <p:cNvPr id="319" name="Imagen 318">
            <a:extLst>
              <a:ext uri="{FF2B5EF4-FFF2-40B4-BE49-F238E27FC236}">
                <a16:creationId xmlns:a16="http://schemas.microsoft.com/office/drawing/2014/main" id="{F2316AD6-E9BA-4C71-8163-1804C538412B}"/>
              </a:ext>
            </a:extLst>
          </p:cNvPr>
          <p:cNvPicPr>
            <a:picLocks noChangeAspect="1"/>
          </p:cNvPicPr>
          <p:nvPr/>
        </p:nvPicPr>
        <p:blipFill>
          <a:blip r:embed="rId23"/>
          <a:stretch>
            <a:fillRect/>
          </a:stretch>
        </p:blipFill>
        <p:spPr>
          <a:xfrm>
            <a:off x="343682" y="2637603"/>
            <a:ext cx="717588" cy="815720"/>
          </a:xfrm>
          <a:prstGeom prst="rect">
            <a:avLst/>
          </a:prstGeom>
        </p:spPr>
      </p:pic>
      <p:sp>
        <p:nvSpPr>
          <p:cNvPr id="335" name="CuadroTexto 14">
            <a:extLst>
              <a:ext uri="{FF2B5EF4-FFF2-40B4-BE49-F238E27FC236}">
                <a16:creationId xmlns:a16="http://schemas.microsoft.com/office/drawing/2014/main" id="{EF4B825D-1937-42A2-BBCA-5E5478CCF7AB}"/>
              </a:ext>
            </a:extLst>
          </p:cNvPr>
          <p:cNvSpPr txBox="1">
            <a:spLocks noChangeArrowheads="1"/>
          </p:cNvSpPr>
          <p:nvPr/>
        </p:nvSpPr>
        <p:spPr bwMode="auto">
          <a:xfrm>
            <a:off x="61908" y="3419901"/>
            <a:ext cx="121443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1"/>
              </a:buClr>
              <a:buSzPct val="25000"/>
              <a:buFont typeface="Times" panose="02020603050405020304" pitchFamily="18" charset="0"/>
              <a:buChar char="•"/>
              <a:defRPr sz="2400" b="1">
                <a:solidFill>
                  <a:srgbClr val="FF0000"/>
                </a:solidFill>
                <a:latin typeface="Arial" panose="020B0604020202020204" pitchFamily="34" charset="0"/>
              </a:defRPr>
            </a:lvl1pPr>
            <a:lvl2pPr marL="742950" indent="-285750">
              <a:spcBef>
                <a:spcPct val="20000"/>
              </a:spcBef>
              <a:buSzPct val="65000"/>
              <a:buFont typeface="Wingdings" panose="05000000000000000000" pitchFamily="2" charset="2"/>
              <a:buChar char="n"/>
              <a:defRPr sz="2200">
                <a:solidFill>
                  <a:srgbClr val="7A6C7A"/>
                </a:solidFill>
                <a:latin typeface="Arial" panose="020B0604020202020204" pitchFamily="34" charset="0"/>
              </a:defRPr>
            </a:lvl2pPr>
            <a:lvl3pPr marL="1143000" indent="-228600">
              <a:spcBef>
                <a:spcPct val="20000"/>
              </a:spcBef>
              <a:buChar char="–"/>
              <a:defRPr sz="2000">
                <a:solidFill>
                  <a:srgbClr val="7A6C7A"/>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SzTx/>
              <a:buFontTx/>
              <a:buNone/>
            </a:pPr>
            <a:r>
              <a:rPr lang="es-ES" altLang="es-ES" sz="1100" b="0" dirty="0" err="1">
                <a:solidFill>
                  <a:schemeClr val="tx1"/>
                </a:solidFill>
              </a:rPr>
              <a:t>ChatBot</a:t>
            </a:r>
            <a:r>
              <a:rPr lang="es-ES" altLang="es-ES" sz="1100" b="0" dirty="0">
                <a:solidFill>
                  <a:schemeClr val="tx1"/>
                </a:solidFill>
              </a:rPr>
              <a:t> </a:t>
            </a:r>
            <a:r>
              <a:rPr lang="es-ES" altLang="es-ES" sz="1100" b="0" dirty="0" err="1">
                <a:solidFill>
                  <a:schemeClr val="tx1"/>
                </a:solidFill>
              </a:rPr>
              <a:t>InBenta</a:t>
            </a:r>
            <a:endParaRPr lang="es-ES" altLang="es-ES" sz="1100" b="0" dirty="0">
              <a:solidFill>
                <a:schemeClr val="tx1"/>
              </a:solidFill>
            </a:endParaRPr>
          </a:p>
        </p:txBody>
      </p:sp>
      <p:cxnSp>
        <p:nvCxnSpPr>
          <p:cNvPr id="356" name="25 Conector recto de flecha">
            <a:extLst>
              <a:ext uri="{FF2B5EF4-FFF2-40B4-BE49-F238E27FC236}">
                <a16:creationId xmlns:a16="http://schemas.microsoft.com/office/drawing/2014/main" id="{A0FE83A1-DAFD-4FD6-B759-918DB0A299E9}"/>
              </a:ext>
            </a:extLst>
          </p:cNvPr>
          <p:cNvCxnSpPr>
            <a:cxnSpLocks/>
            <a:endCxn id="319" idx="3"/>
          </p:cNvCxnSpPr>
          <p:nvPr/>
        </p:nvCxnSpPr>
        <p:spPr bwMode="auto">
          <a:xfrm flipH="1" flipV="1">
            <a:off x="1061270" y="3045463"/>
            <a:ext cx="1541422" cy="25209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59" name="Rectángulo 358">
            <a:extLst>
              <a:ext uri="{FF2B5EF4-FFF2-40B4-BE49-F238E27FC236}">
                <a16:creationId xmlns:a16="http://schemas.microsoft.com/office/drawing/2014/main" id="{9B4EA545-C623-408C-B319-E1B710C057AB}"/>
              </a:ext>
            </a:extLst>
          </p:cNvPr>
          <p:cNvSpPr/>
          <p:nvPr/>
        </p:nvSpPr>
        <p:spPr>
          <a:xfrm>
            <a:off x="1451323" y="2886939"/>
            <a:ext cx="312855" cy="160018"/>
          </a:xfrm>
          <a:prstGeom prst="rect">
            <a:avLst/>
          </a:prstGeom>
          <a:solidFill>
            <a:srgbClr val="FF000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60" name="CuadroTexto 14">
            <a:extLst>
              <a:ext uri="{FF2B5EF4-FFF2-40B4-BE49-F238E27FC236}">
                <a16:creationId xmlns:a16="http://schemas.microsoft.com/office/drawing/2014/main" id="{0D4F2052-392C-44FB-82A6-C3C6B8ECF119}"/>
              </a:ext>
            </a:extLst>
          </p:cNvPr>
          <p:cNvSpPr txBox="1">
            <a:spLocks noChangeArrowheads="1"/>
          </p:cNvSpPr>
          <p:nvPr/>
        </p:nvSpPr>
        <p:spPr bwMode="auto">
          <a:xfrm>
            <a:off x="1093451" y="2661973"/>
            <a:ext cx="121443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1"/>
              </a:buClr>
              <a:buSzPct val="25000"/>
              <a:buFont typeface="Times" panose="02020603050405020304" pitchFamily="18" charset="0"/>
              <a:buChar char="•"/>
              <a:defRPr sz="2400" b="1">
                <a:solidFill>
                  <a:srgbClr val="FF0000"/>
                </a:solidFill>
                <a:latin typeface="Arial" panose="020B0604020202020204" pitchFamily="34" charset="0"/>
              </a:defRPr>
            </a:lvl1pPr>
            <a:lvl2pPr marL="742950" indent="-285750">
              <a:spcBef>
                <a:spcPct val="20000"/>
              </a:spcBef>
              <a:buSzPct val="65000"/>
              <a:buFont typeface="Wingdings" panose="05000000000000000000" pitchFamily="2" charset="2"/>
              <a:buChar char="n"/>
              <a:defRPr sz="2200">
                <a:solidFill>
                  <a:srgbClr val="7A6C7A"/>
                </a:solidFill>
                <a:latin typeface="Arial" panose="020B0604020202020204" pitchFamily="34" charset="0"/>
              </a:defRPr>
            </a:lvl2pPr>
            <a:lvl3pPr marL="1143000" indent="-228600">
              <a:spcBef>
                <a:spcPct val="20000"/>
              </a:spcBef>
              <a:buChar char="–"/>
              <a:defRPr sz="2000">
                <a:solidFill>
                  <a:srgbClr val="7A6C7A"/>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SzTx/>
              <a:buFontTx/>
              <a:buNone/>
            </a:pPr>
            <a:r>
              <a:rPr lang="es-ES" altLang="es-ES" sz="1100" b="0" dirty="0">
                <a:solidFill>
                  <a:schemeClr val="tx1"/>
                </a:solidFill>
              </a:rPr>
              <a:t>Token app </a:t>
            </a:r>
          </a:p>
        </p:txBody>
      </p:sp>
      <p:sp>
        <p:nvSpPr>
          <p:cNvPr id="267" name="AutoShape 19">
            <a:hlinkClick r:id="" action="ppaction://noaction"/>
            <a:extLst>
              <a:ext uri="{FF2B5EF4-FFF2-40B4-BE49-F238E27FC236}">
                <a16:creationId xmlns:a16="http://schemas.microsoft.com/office/drawing/2014/main" id="{AE4EC039-5F37-4CA4-8CED-E0AAB97DEDC4}"/>
              </a:ext>
            </a:extLst>
          </p:cNvPr>
          <p:cNvSpPr>
            <a:spLocks noChangeArrowheads="1"/>
          </p:cNvSpPr>
          <p:nvPr/>
        </p:nvSpPr>
        <p:spPr bwMode="auto">
          <a:xfrm>
            <a:off x="7432842" y="4721459"/>
            <a:ext cx="321214" cy="1269812"/>
          </a:xfrm>
          <a:prstGeom prst="roundRect">
            <a:avLst>
              <a:gd name="adj" fmla="val 16667"/>
            </a:avLst>
          </a:prstGeom>
          <a:solidFill>
            <a:schemeClr val="bg1"/>
          </a:solidFill>
          <a:ln w="6350" algn="ctr">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vert270" lIns="74524" tIns="37261" rIns="74524" bIns="37261" anchor="ctr"/>
          <a:lstStyle/>
          <a:p>
            <a:pPr algn="ctr" defTabSz="745355">
              <a:lnSpc>
                <a:spcPct val="90000"/>
              </a:lnSpc>
              <a:defRPr/>
            </a:pPr>
            <a:r>
              <a:rPr lang="es-ES" sz="852" b="1" dirty="0">
                <a:latin typeface="Arial" panose="020B0604020202020204" pitchFamily="34" charset="0"/>
                <a:cs typeface="Arial" panose="020B0604020202020204" pitchFamily="34" charset="0"/>
              </a:rPr>
              <a:t>Api </a:t>
            </a:r>
            <a:r>
              <a:rPr lang="es-ES" sz="852" b="1" dirty="0" err="1">
                <a:latin typeface="Arial" panose="020B0604020202020204" pitchFamily="34" charset="0"/>
                <a:cs typeface="Arial" panose="020B0604020202020204" pitchFamily="34" charset="0"/>
              </a:rPr>
              <a:t>BaaS</a:t>
            </a:r>
            <a:r>
              <a:rPr lang="es-ES" sz="852" b="1" dirty="0">
                <a:latin typeface="Arial" panose="020B0604020202020204" pitchFamily="34" charset="0"/>
                <a:cs typeface="Arial" panose="020B0604020202020204" pitchFamily="34" charset="0"/>
              </a:rPr>
              <a:t> Dominios</a:t>
            </a:r>
          </a:p>
        </p:txBody>
      </p:sp>
      <p:sp>
        <p:nvSpPr>
          <p:cNvPr id="309" name="Oval 18">
            <a:extLst>
              <a:ext uri="{FF2B5EF4-FFF2-40B4-BE49-F238E27FC236}">
                <a16:creationId xmlns:a16="http://schemas.microsoft.com/office/drawing/2014/main" id="{709D4E8C-5D82-4E3E-B77F-586FDBB9441F}"/>
              </a:ext>
            </a:extLst>
          </p:cNvPr>
          <p:cNvSpPr>
            <a:spLocks noChangeArrowheads="1"/>
          </p:cNvSpPr>
          <p:nvPr/>
        </p:nvSpPr>
        <p:spPr bwMode="auto">
          <a:xfrm>
            <a:off x="8823474" y="5735487"/>
            <a:ext cx="280066" cy="310071"/>
          </a:xfrm>
          <a:prstGeom prst="ellipse">
            <a:avLst/>
          </a:prstGeom>
          <a:solidFill>
            <a:srgbClr val="FF0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marL="0" marR="0" lvl="0" indent="0" algn="ctr" defTabSz="914400" rtl="0" eaLnBrk="0" fontAlgn="auto" latinLnBrk="0" hangingPunct="0">
              <a:lnSpc>
                <a:spcPct val="100000"/>
              </a:lnSpc>
              <a:spcBef>
                <a:spcPct val="0"/>
              </a:spcBef>
              <a:spcAft>
                <a:spcPts val="0"/>
              </a:spcAft>
              <a:buClrTx/>
              <a:buSzTx/>
              <a:buFont typeface="Times"/>
              <a:buNone/>
              <a:tabLst/>
              <a:defRPr/>
            </a:pPr>
            <a:r>
              <a:rPr kumimoji="0" lang="es-ES" altLang="es-ES" sz="1100" b="1" i="0" u="none" strike="noStrike" kern="1200" cap="none" spc="0" normalizeH="0" baseline="0" noProof="0" dirty="0">
                <a:ln>
                  <a:noFill/>
                </a:ln>
                <a:solidFill>
                  <a:prstClr val="white"/>
                </a:solidFill>
                <a:effectLst/>
                <a:uLnTx/>
                <a:uFillTx/>
                <a:latin typeface="Arial" pitchFamily="34" charset="0"/>
                <a:ea typeface="+mn-ea"/>
                <a:cs typeface="+mn-cs"/>
              </a:rPr>
              <a:t>11</a:t>
            </a:r>
          </a:p>
        </p:txBody>
      </p:sp>
      <p:pic>
        <p:nvPicPr>
          <p:cNvPr id="271" name="Imagen 270">
            <a:extLst>
              <a:ext uri="{FF2B5EF4-FFF2-40B4-BE49-F238E27FC236}">
                <a16:creationId xmlns:a16="http://schemas.microsoft.com/office/drawing/2014/main" id="{2254AA84-E394-4E7A-A005-4969FE831A20}"/>
              </a:ext>
            </a:extLst>
          </p:cNvPr>
          <p:cNvPicPr>
            <a:picLocks noChangeAspect="1"/>
          </p:cNvPicPr>
          <p:nvPr/>
        </p:nvPicPr>
        <p:blipFill>
          <a:blip r:embed="rId24"/>
          <a:stretch>
            <a:fillRect/>
          </a:stretch>
        </p:blipFill>
        <p:spPr>
          <a:xfrm>
            <a:off x="7166502" y="6203938"/>
            <a:ext cx="443292" cy="349297"/>
          </a:xfrm>
          <a:prstGeom prst="rect">
            <a:avLst/>
          </a:prstGeom>
        </p:spPr>
      </p:pic>
      <p:sp>
        <p:nvSpPr>
          <p:cNvPr id="272" name="Oval 18">
            <a:extLst>
              <a:ext uri="{FF2B5EF4-FFF2-40B4-BE49-F238E27FC236}">
                <a16:creationId xmlns:a16="http://schemas.microsoft.com/office/drawing/2014/main" id="{372798DF-6FEF-454A-9527-783D2FAF0B49}"/>
              </a:ext>
            </a:extLst>
          </p:cNvPr>
          <p:cNvSpPr>
            <a:spLocks noChangeArrowheads="1"/>
          </p:cNvSpPr>
          <p:nvPr/>
        </p:nvSpPr>
        <p:spPr bwMode="auto">
          <a:xfrm>
            <a:off x="7786569" y="6269102"/>
            <a:ext cx="227639" cy="228522"/>
          </a:xfrm>
          <a:prstGeom prst="ellipse">
            <a:avLst/>
          </a:prstGeom>
          <a:solidFill>
            <a:srgbClr val="FFC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eaLnBrk="1" hangingPunct="1">
              <a:spcBef>
                <a:spcPct val="0"/>
              </a:spcBef>
              <a:buClrTx/>
              <a:buSzTx/>
              <a:buFontTx/>
              <a:buNone/>
            </a:pPr>
            <a:r>
              <a:rPr lang="es-ES" altLang="es-ES" sz="1000" dirty="0">
                <a:solidFill>
                  <a:schemeClr val="bg1"/>
                </a:solidFill>
              </a:rPr>
              <a:t>M</a:t>
            </a:r>
          </a:p>
        </p:txBody>
      </p:sp>
      <p:sp>
        <p:nvSpPr>
          <p:cNvPr id="270" name="CuadroTexto 349">
            <a:extLst>
              <a:ext uri="{FF2B5EF4-FFF2-40B4-BE49-F238E27FC236}">
                <a16:creationId xmlns:a16="http://schemas.microsoft.com/office/drawing/2014/main" id="{F40A7A32-97D2-4278-BCE4-AAFDE81625F6}"/>
              </a:ext>
            </a:extLst>
          </p:cNvPr>
          <p:cNvSpPr txBox="1"/>
          <p:nvPr/>
        </p:nvSpPr>
        <p:spPr>
          <a:xfrm>
            <a:off x="8838155" y="3587509"/>
            <a:ext cx="1124192" cy="276999"/>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1200" b="1" dirty="0">
                <a:latin typeface="Arial" panose="020B0604020202020204" pitchFamily="34" charset="0"/>
                <a:cs typeface="Arial" panose="020B0604020202020204" pitchFamily="34" charset="0"/>
              </a:rPr>
              <a:t>On Premise</a:t>
            </a:r>
          </a:p>
        </p:txBody>
      </p:sp>
      <p:grpSp>
        <p:nvGrpSpPr>
          <p:cNvPr id="26" name="Grupo 25">
            <a:extLst>
              <a:ext uri="{FF2B5EF4-FFF2-40B4-BE49-F238E27FC236}">
                <a16:creationId xmlns:a16="http://schemas.microsoft.com/office/drawing/2014/main" id="{F4C1AA61-9519-BC5B-35B8-399780B02767}"/>
              </a:ext>
            </a:extLst>
          </p:cNvPr>
          <p:cNvGrpSpPr/>
          <p:nvPr/>
        </p:nvGrpSpPr>
        <p:grpSpPr>
          <a:xfrm>
            <a:off x="7941505" y="2948209"/>
            <a:ext cx="2452143" cy="1664439"/>
            <a:chOff x="8012232" y="3591988"/>
            <a:chExt cx="2802166" cy="1892816"/>
          </a:xfrm>
        </p:grpSpPr>
        <p:sp>
          <p:nvSpPr>
            <p:cNvPr id="269" name="Rectángulo: esquinas redondeadas 268">
              <a:extLst>
                <a:ext uri="{FF2B5EF4-FFF2-40B4-BE49-F238E27FC236}">
                  <a16:creationId xmlns:a16="http://schemas.microsoft.com/office/drawing/2014/main" id="{5F92A2C9-C37A-4B70-9BC6-CF1B72FCF54C}"/>
                </a:ext>
              </a:extLst>
            </p:cNvPr>
            <p:cNvSpPr/>
            <p:nvPr/>
          </p:nvSpPr>
          <p:spPr>
            <a:xfrm>
              <a:off x="8012232" y="3591988"/>
              <a:ext cx="2802166" cy="1892816"/>
            </a:xfrm>
            <a:prstGeom prst="roundRect">
              <a:avLst>
                <a:gd name="adj" fmla="val 7198"/>
              </a:avLst>
            </a:prstGeom>
            <a:solidFill>
              <a:srgbClr val="8FE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ES" dirty="0"/>
            </a:p>
          </p:txBody>
        </p:sp>
        <p:sp>
          <p:nvSpPr>
            <p:cNvPr id="273" name="Rectángulo: esquinas redondeadas 272">
              <a:extLst>
                <a:ext uri="{FF2B5EF4-FFF2-40B4-BE49-F238E27FC236}">
                  <a16:creationId xmlns:a16="http://schemas.microsoft.com/office/drawing/2014/main" id="{FD392457-C4B9-49C3-94B4-A9F53323505B}"/>
                </a:ext>
              </a:extLst>
            </p:cNvPr>
            <p:cNvSpPr/>
            <p:nvPr/>
          </p:nvSpPr>
          <p:spPr>
            <a:xfrm>
              <a:off x="9058294" y="3934581"/>
              <a:ext cx="1496805" cy="1366493"/>
            </a:xfrm>
            <a:prstGeom prst="roundRect">
              <a:avLst>
                <a:gd name="adj" fmla="val 7198"/>
              </a:avLst>
            </a:prstGeom>
            <a:solidFill>
              <a:srgbClr val="FFFE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ES" dirty="0"/>
            </a:p>
          </p:txBody>
        </p:sp>
        <p:pic>
          <p:nvPicPr>
            <p:cNvPr id="313" name="Imagen 312">
              <a:extLst>
                <a:ext uri="{FF2B5EF4-FFF2-40B4-BE49-F238E27FC236}">
                  <a16:creationId xmlns:a16="http://schemas.microsoft.com/office/drawing/2014/main" id="{6434C6F6-C1FC-4ACC-B16A-AE80B430EA85}"/>
                </a:ext>
              </a:extLst>
            </p:cNvPr>
            <p:cNvPicPr>
              <a:picLocks noChangeAspect="1"/>
            </p:cNvPicPr>
            <p:nvPr/>
          </p:nvPicPr>
          <p:blipFill>
            <a:blip r:embed="rId25" cstate="print">
              <a:extLst>
                <a:ext uri="{BEBA8EAE-BF5A-486C-A8C5-ECC9F3942E4B}">
                  <a14:imgProps xmlns:a14="http://schemas.microsoft.com/office/drawing/2010/main">
                    <a14:imgLayer r:embed="rId26">
                      <a14:imgEffect>
                        <a14:colorTemperature colorTemp="8800"/>
                      </a14:imgEffect>
                    </a14:imgLayer>
                  </a14:imgProps>
                </a:ext>
                <a:ext uri="{28A0092B-C50C-407E-A947-70E740481C1C}">
                  <a14:useLocalDpi xmlns:a14="http://schemas.microsoft.com/office/drawing/2010/main" val="0"/>
                </a:ext>
              </a:extLst>
            </a:blip>
            <a:stretch>
              <a:fillRect/>
            </a:stretch>
          </p:blipFill>
          <p:spPr>
            <a:xfrm>
              <a:off x="9388093" y="4193819"/>
              <a:ext cx="813491" cy="465635"/>
            </a:xfrm>
            <a:prstGeom prst="rect">
              <a:avLst/>
            </a:prstGeom>
          </p:spPr>
        </p:pic>
        <p:pic>
          <p:nvPicPr>
            <p:cNvPr id="368" name="346 Imagen">
              <a:hlinkClick r:id="" action="ppaction://noaction"/>
              <a:extLst>
                <a:ext uri="{FF2B5EF4-FFF2-40B4-BE49-F238E27FC236}">
                  <a16:creationId xmlns:a16="http://schemas.microsoft.com/office/drawing/2014/main" id="{4A7B91E7-F619-4865-A5F8-51C234CA0D1B}"/>
                </a:ext>
              </a:extLst>
            </p:cNvPr>
            <p:cNvPicPr>
              <a:picLocks noChangeAspect="1"/>
            </p:cNvPicPr>
            <p:nvPr/>
          </p:nvPicPr>
          <p:blipFill>
            <a:blip r:embed="rId27"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687093" y="4573473"/>
              <a:ext cx="766149" cy="324225"/>
            </a:xfrm>
            <a:prstGeom prst="rect">
              <a:avLst/>
            </a:prstGeom>
          </p:spPr>
        </p:pic>
        <p:sp>
          <p:nvSpPr>
            <p:cNvPr id="369" name="CuadroTexto 356">
              <a:extLst>
                <a:ext uri="{FF2B5EF4-FFF2-40B4-BE49-F238E27FC236}">
                  <a16:creationId xmlns:a16="http://schemas.microsoft.com/office/drawing/2014/main" id="{BD6DEBE2-00CD-487C-BF6D-20F07D1540FB}"/>
                </a:ext>
              </a:extLst>
            </p:cNvPr>
            <p:cNvSpPr txBox="1"/>
            <p:nvPr/>
          </p:nvSpPr>
          <p:spPr>
            <a:xfrm>
              <a:off x="9157267" y="4992927"/>
              <a:ext cx="1296000" cy="200055"/>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s-ES" sz="700" b="1" dirty="0" err="1">
                  <a:solidFill>
                    <a:schemeClr val="tx1"/>
                  </a:solidFill>
                </a:rPr>
                <a:t>Onboarding</a:t>
              </a:r>
              <a:r>
                <a:rPr lang="es-ES" sz="700" b="1" dirty="0">
                  <a:solidFill>
                    <a:schemeClr val="tx1"/>
                  </a:solidFill>
                </a:rPr>
                <a:t> Clientes</a:t>
              </a:r>
            </a:p>
          </p:txBody>
        </p:sp>
        <p:sp>
          <p:nvSpPr>
            <p:cNvPr id="372" name="Rectángulo: esquinas redondeadas 371">
              <a:extLst>
                <a:ext uri="{FF2B5EF4-FFF2-40B4-BE49-F238E27FC236}">
                  <a16:creationId xmlns:a16="http://schemas.microsoft.com/office/drawing/2014/main" id="{EA018F95-2E28-41B4-9BF8-C3689EB3C992}"/>
                </a:ext>
              </a:extLst>
            </p:cNvPr>
            <p:cNvSpPr/>
            <p:nvPr/>
          </p:nvSpPr>
          <p:spPr>
            <a:xfrm>
              <a:off x="9642953" y="3787347"/>
              <a:ext cx="799467" cy="219226"/>
            </a:xfrm>
            <a:prstGeom prst="roundRect">
              <a:avLst/>
            </a:prstGeom>
            <a:solidFill>
              <a:srgbClr val="FFFEE8"/>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ES" sz="800" b="1" dirty="0">
                  <a:solidFill>
                    <a:schemeClr val="tx1"/>
                  </a:solidFill>
                </a:rPr>
                <a:t>Web API</a:t>
              </a:r>
            </a:p>
          </p:txBody>
        </p:sp>
        <p:sp>
          <p:nvSpPr>
            <p:cNvPr id="373" name="CuadroTexto 367">
              <a:extLst>
                <a:ext uri="{FF2B5EF4-FFF2-40B4-BE49-F238E27FC236}">
                  <a16:creationId xmlns:a16="http://schemas.microsoft.com/office/drawing/2014/main" id="{5D04EE3F-7AC6-448E-BB7B-0ED5418BB709}"/>
                </a:ext>
              </a:extLst>
            </p:cNvPr>
            <p:cNvSpPr txBox="1"/>
            <p:nvPr/>
          </p:nvSpPr>
          <p:spPr>
            <a:xfrm>
              <a:off x="8021072" y="4124496"/>
              <a:ext cx="970201" cy="511579"/>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 sz="1100" dirty="0"/>
                <a:t>Solicitudes + Auditoría</a:t>
              </a:r>
            </a:p>
          </p:txBody>
        </p:sp>
        <p:sp>
          <p:nvSpPr>
            <p:cNvPr id="374" name="CuadroTexto 398">
              <a:extLst>
                <a:ext uri="{FF2B5EF4-FFF2-40B4-BE49-F238E27FC236}">
                  <a16:creationId xmlns:a16="http://schemas.microsoft.com/office/drawing/2014/main" id="{44FB4948-F89C-49CE-B5B2-95CE1746B934}"/>
                </a:ext>
              </a:extLst>
            </p:cNvPr>
            <p:cNvSpPr txBox="1"/>
            <p:nvPr/>
          </p:nvSpPr>
          <p:spPr>
            <a:xfrm>
              <a:off x="9035978" y="3928728"/>
              <a:ext cx="1457568" cy="246221"/>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1000" b="1" dirty="0"/>
                <a:t>Hazte Cliente</a:t>
              </a:r>
            </a:p>
          </p:txBody>
        </p:sp>
        <p:pic>
          <p:nvPicPr>
            <p:cNvPr id="375" name="Imagen 374">
              <a:extLst>
                <a:ext uri="{FF2B5EF4-FFF2-40B4-BE49-F238E27FC236}">
                  <a16:creationId xmlns:a16="http://schemas.microsoft.com/office/drawing/2014/main" id="{43BB79F7-2103-4752-A4F0-847512366064}"/>
                </a:ext>
              </a:extLst>
            </p:cNvPr>
            <p:cNvPicPr>
              <a:picLocks noChangeAspect="1"/>
            </p:cNvPicPr>
            <p:nvPr/>
          </p:nvPicPr>
          <p:blipFill>
            <a:blip r:embed="rId28" cstate="print">
              <a:extLst>
                <a:ext uri="{28A0092B-C50C-407E-A947-70E740481C1C}">
                  <a14:useLocalDpi xmlns:a14="http://schemas.microsoft.com/office/drawing/2010/main" val="0"/>
                </a:ext>
              </a:extLst>
            </a:blip>
            <a:stretch>
              <a:fillRect/>
            </a:stretch>
          </p:blipFill>
          <p:spPr>
            <a:xfrm>
              <a:off x="8256846" y="3714206"/>
              <a:ext cx="512406" cy="512406"/>
            </a:xfrm>
            <a:prstGeom prst="rect">
              <a:avLst/>
            </a:prstGeom>
          </p:spPr>
        </p:pic>
        <p:pic>
          <p:nvPicPr>
            <p:cNvPr id="376" name="Imagen 375">
              <a:extLst>
                <a:ext uri="{FF2B5EF4-FFF2-40B4-BE49-F238E27FC236}">
                  <a16:creationId xmlns:a16="http://schemas.microsoft.com/office/drawing/2014/main" id="{2ECDAAF0-353A-49A1-8F63-C25E416C17A1}"/>
                </a:ext>
              </a:extLst>
            </p:cNvPr>
            <p:cNvPicPr>
              <a:picLocks noChangeAspect="1"/>
            </p:cNvPicPr>
            <p:nvPr/>
          </p:nvPicPr>
          <p:blipFill>
            <a:blip r:embed="rId28" cstate="print">
              <a:extLst>
                <a:ext uri="{28A0092B-C50C-407E-A947-70E740481C1C}">
                  <a14:useLocalDpi xmlns:a14="http://schemas.microsoft.com/office/drawing/2010/main" val="0"/>
                </a:ext>
              </a:extLst>
            </a:blip>
            <a:stretch>
              <a:fillRect/>
            </a:stretch>
          </p:blipFill>
          <p:spPr>
            <a:xfrm>
              <a:off x="8281971" y="4579924"/>
              <a:ext cx="512406" cy="512406"/>
            </a:xfrm>
            <a:prstGeom prst="rect">
              <a:avLst/>
            </a:prstGeom>
          </p:spPr>
        </p:pic>
        <p:pic>
          <p:nvPicPr>
            <p:cNvPr id="378" name="Imagen 377">
              <a:extLst>
                <a:ext uri="{FF2B5EF4-FFF2-40B4-BE49-F238E27FC236}">
                  <a16:creationId xmlns:a16="http://schemas.microsoft.com/office/drawing/2014/main" id="{AAF02EA7-56C9-48CA-A436-563A4DC6F1F1}"/>
                </a:ext>
              </a:extLst>
            </p:cNvPr>
            <p:cNvPicPr>
              <a:picLocks noChangeAspect="1"/>
            </p:cNvPicPr>
            <p:nvPr/>
          </p:nvPicPr>
          <p:blipFill>
            <a:blip r:embed="rId29" cstate="print">
              <a:extLst>
                <a:ext uri="{28A0092B-C50C-407E-A947-70E740481C1C}">
                  <a14:useLocalDpi xmlns:a14="http://schemas.microsoft.com/office/drawing/2010/main" val="0"/>
                </a:ext>
              </a:extLst>
            </a:blip>
            <a:stretch>
              <a:fillRect/>
            </a:stretch>
          </p:blipFill>
          <p:spPr>
            <a:xfrm>
              <a:off x="9336923" y="4556144"/>
              <a:ext cx="306029" cy="306029"/>
            </a:xfrm>
            <a:prstGeom prst="rect">
              <a:avLst/>
            </a:prstGeom>
          </p:spPr>
        </p:pic>
        <p:sp>
          <p:nvSpPr>
            <p:cNvPr id="379" name="CuadroTexto 406">
              <a:extLst>
                <a:ext uri="{FF2B5EF4-FFF2-40B4-BE49-F238E27FC236}">
                  <a16:creationId xmlns:a16="http://schemas.microsoft.com/office/drawing/2014/main" id="{7811CE91-A360-467C-952D-DCBD4F8D4F94}"/>
                </a:ext>
              </a:extLst>
            </p:cNvPr>
            <p:cNvSpPr txBox="1"/>
            <p:nvPr/>
          </p:nvSpPr>
          <p:spPr>
            <a:xfrm>
              <a:off x="8034826" y="5012357"/>
              <a:ext cx="1080555" cy="276999"/>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 sz="1200" dirty="0"/>
                <a:t>Extensión HC</a:t>
              </a:r>
            </a:p>
          </p:txBody>
        </p:sp>
        <p:sp>
          <p:nvSpPr>
            <p:cNvPr id="382" name="Oval 18">
              <a:extLst>
                <a:ext uri="{FF2B5EF4-FFF2-40B4-BE49-F238E27FC236}">
                  <a16:creationId xmlns:a16="http://schemas.microsoft.com/office/drawing/2014/main" id="{06E5B1C1-65BC-4306-9700-0EE221A3BADC}"/>
                </a:ext>
              </a:extLst>
            </p:cNvPr>
            <p:cNvSpPr>
              <a:spLocks noChangeArrowheads="1"/>
            </p:cNvSpPr>
            <p:nvPr/>
          </p:nvSpPr>
          <p:spPr bwMode="auto">
            <a:xfrm>
              <a:off x="8147355" y="3640472"/>
              <a:ext cx="226800" cy="226800"/>
            </a:xfrm>
            <a:prstGeom prst="ellipse">
              <a:avLst/>
            </a:prstGeom>
            <a:solidFill>
              <a:srgbClr val="92D050"/>
            </a:solidFill>
            <a:ln w="9525">
              <a:solidFill>
                <a:schemeClr val="tx1"/>
              </a:solidFill>
              <a:round/>
              <a:headEnd/>
              <a:tailEnd/>
            </a:ln>
          </p:spPr>
          <p:txBody>
            <a:bodyPr wrap="none"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spcBef>
                  <a:spcPct val="0"/>
                </a:spcBef>
                <a:buClrTx/>
                <a:buSzTx/>
                <a:buFontTx/>
                <a:buNone/>
              </a:pPr>
              <a:r>
                <a:rPr lang="es-ES" altLang="es-ES" sz="1200" dirty="0">
                  <a:solidFill>
                    <a:schemeClr val="bg1"/>
                  </a:solidFill>
                </a:rPr>
                <a:t>E</a:t>
              </a:r>
            </a:p>
          </p:txBody>
        </p:sp>
        <p:sp>
          <p:nvSpPr>
            <p:cNvPr id="383" name="Oval 18">
              <a:extLst>
                <a:ext uri="{FF2B5EF4-FFF2-40B4-BE49-F238E27FC236}">
                  <a16:creationId xmlns:a16="http://schemas.microsoft.com/office/drawing/2014/main" id="{C6B6504B-D0E3-4D99-B01D-13A9690E00B7}"/>
                </a:ext>
              </a:extLst>
            </p:cNvPr>
            <p:cNvSpPr>
              <a:spLocks noChangeArrowheads="1"/>
            </p:cNvSpPr>
            <p:nvPr/>
          </p:nvSpPr>
          <p:spPr bwMode="auto">
            <a:xfrm>
              <a:off x="8150032" y="4545611"/>
              <a:ext cx="226800" cy="226800"/>
            </a:xfrm>
            <a:prstGeom prst="ellipse">
              <a:avLst/>
            </a:prstGeom>
            <a:solidFill>
              <a:srgbClr val="92D050"/>
            </a:solidFill>
            <a:ln w="9525">
              <a:solidFill>
                <a:schemeClr val="tx1"/>
              </a:solidFill>
              <a:round/>
              <a:headEnd/>
              <a:tailEnd/>
            </a:ln>
          </p:spPr>
          <p:txBody>
            <a:bodyPr wrap="none"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spcBef>
                  <a:spcPct val="0"/>
                </a:spcBef>
                <a:buClrTx/>
                <a:buSzTx/>
                <a:buFontTx/>
                <a:buNone/>
              </a:pPr>
              <a:r>
                <a:rPr lang="es-ES" altLang="es-ES" sz="1200" dirty="0">
                  <a:solidFill>
                    <a:schemeClr val="bg1"/>
                  </a:solidFill>
                </a:rPr>
                <a:t>E</a:t>
              </a:r>
            </a:p>
          </p:txBody>
        </p:sp>
        <p:sp>
          <p:nvSpPr>
            <p:cNvPr id="384" name="Oval 18">
              <a:extLst>
                <a:ext uri="{FF2B5EF4-FFF2-40B4-BE49-F238E27FC236}">
                  <a16:creationId xmlns:a16="http://schemas.microsoft.com/office/drawing/2014/main" id="{97955E96-1D66-4536-9406-88037A1EA41B}"/>
                </a:ext>
              </a:extLst>
            </p:cNvPr>
            <p:cNvSpPr>
              <a:spLocks noChangeArrowheads="1"/>
            </p:cNvSpPr>
            <p:nvPr/>
          </p:nvSpPr>
          <p:spPr bwMode="auto">
            <a:xfrm>
              <a:off x="10407702" y="3898573"/>
              <a:ext cx="226800" cy="226800"/>
            </a:xfrm>
            <a:prstGeom prst="ellipse">
              <a:avLst/>
            </a:prstGeom>
            <a:solidFill>
              <a:srgbClr val="92D050"/>
            </a:solidFill>
            <a:ln w="9525">
              <a:solidFill>
                <a:schemeClr val="tx1"/>
              </a:solidFill>
              <a:round/>
              <a:headEnd/>
              <a:tailEnd/>
            </a:ln>
          </p:spPr>
          <p:txBody>
            <a:bodyPr wrap="none"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spcBef>
                  <a:spcPct val="0"/>
                </a:spcBef>
                <a:buClrTx/>
                <a:buSzTx/>
                <a:buFontTx/>
                <a:buNone/>
              </a:pPr>
              <a:r>
                <a:rPr lang="es-ES" altLang="es-ES" sz="1200" dirty="0">
                  <a:solidFill>
                    <a:schemeClr val="bg1"/>
                  </a:solidFill>
                </a:rPr>
                <a:t>E</a:t>
              </a:r>
            </a:p>
          </p:txBody>
        </p:sp>
        <p:sp>
          <p:nvSpPr>
            <p:cNvPr id="385" name="Oval 18">
              <a:extLst>
                <a:ext uri="{FF2B5EF4-FFF2-40B4-BE49-F238E27FC236}">
                  <a16:creationId xmlns:a16="http://schemas.microsoft.com/office/drawing/2014/main" id="{F553A90A-942D-4DEE-9661-D66E55C85A0C}"/>
                </a:ext>
              </a:extLst>
            </p:cNvPr>
            <p:cNvSpPr>
              <a:spLocks noChangeArrowheads="1"/>
            </p:cNvSpPr>
            <p:nvPr/>
          </p:nvSpPr>
          <p:spPr bwMode="auto">
            <a:xfrm>
              <a:off x="10328630" y="4859471"/>
              <a:ext cx="226800" cy="226800"/>
            </a:xfrm>
            <a:prstGeom prst="ellipse">
              <a:avLst/>
            </a:prstGeom>
            <a:solidFill>
              <a:srgbClr val="92D050"/>
            </a:solidFill>
            <a:ln w="9525">
              <a:solidFill>
                <a:schemeClr val="tx1"/>
              </a:solidFill>
              <a:round/>
              <a:headEnd/>
              <a:tailEnd/>
            </a:ln>
          </p:spPr>
          <p:txBody>
            <a:bodyPr wrap="none"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spcBef>
                  <a:spcPct val="0"/>
                </a:spcBef>
                <a:buClrTx/>
                <a:buSzTx/>
                <a:buFontTx/>
                <a:buNone/>
              </a:pPr>
              <a:r>
                <a:rPr lang="es-ES" altLang="es-ES" sz="1200" dirty="0">
                  <a:solidFill>
                    <a:schemeClr val="bg1"/>
                  </a:solidFill>
                </a:rPr>
                <a:t>E</a:t>
              </a:r>
            </a:p>
          </p:txBody>
        </p:sp>
        <p:sp>
          <p:nvSpPr>
            <p:cNvPr id="386" name="Oval 18">
              <a:extLst>
                <a:ext uri="{FF2B5EF4-FFF2-40B4-BE49-F238E27FC236}">
                  <a16:creationId xmlns:a16="http://schemas.microsoft.com/office/drawing/2014/main" id="{536468C2-35E9-2681-DDF7-3F3FEB8C39B7}"/>
                </a:ext>
              </a:extLst>
            </p:cNvPr>
            <p:cNvSpPr>
              <a:spLocks noChangeArrowheads="1"/>
            </p:cNvSpPr>
            <p:nvPr/>
          </p:nvSpPr>
          <p:spPr bwMode="auto">
            <a:xfrm>
              <a:off x="8953078" y="4224560"/>
              <a:ext cx="280066" cy="310071"/>
            </a:xfrm>
            <a:prstGeom prst="ellipse">
              <a:avLst/>
            </a:prstGeom>
            <a:solidFill>
              <a:srgbClr val="FF0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marL="0" marR="0" lvl="0" indent="0" algn="ctr" defTabSz="914400" rtl="0" eaLnBrk="0" fontAlgn="auto" latinLnBrk="0" hangingPunct="0">
                <a:lnSpc>
                  <a:spcPct val="100000"/>
                </a:lnSpc>
                <a:spcBef>
                  <a:spcPct val="0"/>
                </a:spcBef>
                <a:spcAft>
                  <a:spcPts val="0"/>
                </a:spcAft>
                <a:buClrTx/>
                <a:buSzTx/>
                <a:buFont typeface="Times"/>
                <a:buNone/>
                <a:tabLst/>
                <a:defRPr/>
              </a:pPr>
              <a:r>
                <a:rPr lang="es-ES" altLang="es-ES" sz="1100" dirty="0">
                  <a:solidFill>
                    <a:prstClr val="white"/>
                  </a:solidFill>
                </a:rPr>
                <a:t>14</a:t>
              </a:r>
              <a:endParaRPr kumimoji="0" lang="es-ES" altLang="es-ES" sz="1100" b="1" i="0" u="none" strike="noStrike" kern="1200" cap="none" spc="0" normalizeH="0" baseline="0" noProof="0" dirty="0">
                <a:ln>
                  <a:noFill/>
                </a:ln>
                <a:solidFill>
                  <a:prstClr val="white"/>
                </a:solidFill>
                <a:effectLst/>
                <a:uLnTx/>
                <a:uFillTx/>
                <a:latin typeface="Arial" pitchFamily="34" charset="0"/>
                <a:ea typeface="+mn-ea"/>
                <a:cs typeface="+mn-cs"/>
              </a:endParaRPr>
            </a:p>
          </p:txBody>
        </p:sp>
      </p:grpSp>
      <p:cxnSp>
        <p:nvCxnSpPr>
          <p:cNvPr id="12" name="Conector: angular 11">
            <a:extLst>
              <a:ext uri="{FF2B5EF4-FFF2-40B4-BE49-F238E27FC236}">
                <a16:creationId xmlns:a16="http://schemas.microsoft.com/office/drawing/2014/main" id="{075DCE24-A1E4-3CC3-6692-09DC0B22F2E2}"/>
              </a:ext>
            </a:extLst>
          </p:cNvPr>
          <p:cNvCxnSpPr>
            <a:cxnSpLocks/>
            <a:stCxn id="273" idx="1"/>
            <a:endCxn id="375" idx="3"/>
          </p:cNvCxnSpPr>
          <p:nvPr/>
        </p:nvCxnSpPr>
        <p:spPr>
          <a:xfrm rot="10800000">
            <a:off x="8603966" y="3280973"/>
            <a:ext cx="252937" cy="569305"/>
          </a:xfrm>
          <a:prstGeom prst="bentConnector3">
            <a:avLst>
              <a:gd name="adj1" fmla="val 50000"/>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387" name="Conector: angular 386">
            <a:extLst>
              <a:ext uri="{FF2B5EF4-FFF2-40B4-BE49-F238E27FC236}">
                <a16:creationId xmlns:a16="http://schemas.microsoft.com/office/drawing/2014/main" id="{07F25D46-25DF-1193-978D-55AD8D8B4A09}"/>
              </a:ext>
            </a:extLst>
          </p:cNvPr>
          <p:cNvCxnSpPr>
            <a:cxnSpLocks/>
            <a:stCxn id="273" idx="1"/>
            <a:endCxn id="376" idx="3"/>
          </p:cNvCxnSpPr>
          <p:nvPr/>
        </p:nvCxnSpPr>
        <p:spPr>
          <a:xfrm rot="10800000" flipV="1">
            <a:off x="8625952" y="3850277"/>
            <a:ext cx="230951" cy="191960"/>
          </a:xfrm>
          <a:prstGeom prst="bentConnector3">
            <a:avLst>
              <a:gd name="adj1" fmla="val 50000"/>
            </a:avLst>
          </a:prstGeom>
          <a:ln>
            <a:tailEnd type="triangle"/>
          </a:ln>
        </p:spPr>
        <p:style>
          <a:lnRef idx="3">
            <a:schemeClr val="accent4"/>
          </a:lnRef>
          <a:fillRef idx="0">
            <a:schemeClr val="accent4"/>
          </a:fillRef>
          <a:effectRef idx="2">
            <a:schemeClr val="accent4"/>
          </a:effectRef>
          <a:fontRef idx="minor">
            <a:schemeClr val="tx1"/>
          </a:fontRef>
        </p:style>
      </p:cxnSp>
      <p:pic>
        <p:nvPicPr>
          <p:cNvPr id="390" name="Imagen 389">
            <a:extLst>
              <a:ext uri="{FF2B5EF4-FFF2-40B4-BE49-F238E27FC236}">
                <a16:creationId xmlns:a16="http://schemas.microsoft.com/office/drawing/2014/main" id="{EF8E3321-05CB-62BF-7CD4-F5B002D1F536}"/>
              </a:ext>
            </a:extLst>
          </p:cNvPr>
          <p:cNvPicPr>
            <a:picLocks noChangeAspect="1"/>
          </p:cNvPicPr>
          <p:nvPr/>
        </p:nvPicPr>
        <p:blipFill>
          <a:blip r:embed="rId30" cstate="print">
            <a:extLst>
              <a:ext uri="{28A0092B-C50C-407E-A947-70E740481C1C}">
                <a14:useLocalDpi xmlns:a14="http://schemas.microsoft.com/office/drawing/2010/main" val="0"/>
              </a:ext>
            </a:extLst>
          </a:blip>
          <a:stretch>
            <a:fillRect/>
          </a:stretch>
        </p:blipFill>
        <p:spPr>
          <a:xfrm>
            <a:off x="7105219" y="3997219"/>
            <a:ext cx="634974" cy="611160"/>
          </a:xfrm>
          <a:prstGeom prst="rect">
            <a:avLst/>
          </a:prstGeom>
        </p:spPr>
      </p:pic>
      <p:sp>
        <p:nvSpPr>
          <p:cNvPr id="391" name="Rectángulo redondeado 15">
            <a:extLst>
              <a:ext uri="{FF2B5EF4-FFF2-40B4-BE49-F238E27FC236}">
                <a16:creationId xmlns:a16="http://schemas.microsoft.com/office/drawing/2014/main" id="{2312B49A-6B2E-2E41-FE8C-A88BBA6F2898}"/>
              </a:ext>
            </a:extLst>
          </p:cNvPr>
          <p:cNvSpPr/>
          <p:nvPr/>
        </p:nvSpPr>
        <p:spPr bwMode="auto">
          <a:xfrm>
            <a:off x="5732364" y="2970320"/>
            <a:ext cx="1033016" cy="481781"/>
          </a:xfrm>
          <a:prstGeom prst="roundRect">
            <a:avLst/>
          </a:prstGeom>
          <a:solidFill>
            <a:schemeClr val="bg1">
              <a:lumMod val="95000"/>
            </a:schemeClr>
          </a:solidFill>
          <a:ln>
            <a:solidFill>
              <a:schemeClr val="tx1">
                <a:lumMod val="50000"/>
                <a:lumOff val="50000"/>
              </a:schemeClr>
            </a:solidFill>
            <a:headEnd type="none" w="med" len="med"/>
            <a:tailEnd type="none" w="med" len="med"/>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none" lIns="0" tIns="0" rIns="0" bIns="0" numCol="1" rtlCol="0" anchor="t" anchorCtr="0" compatLnSpc="1">
            <a:prstTxWarp prst="textNoShape">
              <a:avLst/>
            </a:prstTxWarp>
          </a:bodyPr>
          <a:lstStyle/>
          <a:p>
            <a:pPr algn="ctr"/>
            <a:r>
              <a:rPr lang="es-ES" sz="1200" b="1" dirty="0">
                <a:solidFill>
                  <a:schemeClr val="tx1"/>
                </a:solidFill>
              </a:rPr>
              <a:t> </a:t>
            </a:r>
          </a:p>
          <a:p>
            <a:pPr algn="ctr"/>
            <a:endParaRPr lang="es-ES" sz="1000" b="1" dirty="0">
              <a:solidFill>
                <a:schemeClr val="tx1"/>
              </a:solidFill>
            </a:endParaRPr>
          </a:p>
        </p:txBody>
      </p:sp>
      <p:pic>
        <p:nvPicPr>
          <p:cNvPr id="392" name="161 Imagen">
            <a:extLst>
              <a:ext uri="{FF2B5EF4-FFF2-40B4-BE49-F238E27FC236}">
                <a16:creationId xmlns:a16="http://schemas.microsoft.com/office/drawing/2014/main" id="{59EE239D-1381-7EC0-BA48-14BE521FDEE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122442" y="3051991"/>
            <a:ext cx="606904" cy="128673"/>
          </a:xfrm>
          <a:prstGeom prst="rect">
            <a:avLst/>
          </a:prstGeom>
        </p:spPr>
      </p:pic>
      <p:sp>
        <p:nvSpPr>
          <p:cNvPr id="393" name="2 CuadroTexto">
            <a:extLst>
              <a:ext uri="{FF2B5EF4-FFF2-40B4-BE49-F238E27FC236}">
                <a16:creationId xmlns:a16="http://schemas.microsoft.com/office/drawing/2014/main" id="{7DBE8605-0D70-0505-59D2-8D8F1F335486}"/>
              </a:ext>
            </a:extLst>
          </p:cNvPr>
          <p:cNvSpPr txBox="1">
            <a:spLocks noChangeArrowheads="1"/>
          </p:cNvSpPr>
          <p:nvPr/>
        </p:nvSpPr>
        <p:spPr bwMode="auto">
          <a:xfrm>
            <a:off x="5565292" y="3119705"/>
            <a:ext cx="13423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buClr>
                <a:srgbClr val="FF0000"/>
              </a:buClr>
              <a:buChar char="w"/>
              <a:defRPr sz="2400" b="1">
                <a:solidFill>
                  <a:srgbClr val="FF0000"/>
                </a:solidFill>
                <a:latin typeface="Arial" panose="020B0604020202020204" pitchFamily="34" charset="0"/>
              </a:defRPr>
            </a:lvl1pPr>
            <a:lvl2pPr marL="742950" indent="-285750" eaLnBrk="0" hangingPunct="0">
              <a:buClr>
                <a:schemeClr val="bg2"/>
              </a:buClr>
              <a:buChar char="§"/>
              <a:defRPr sz="2600">
                <a:solidFill>
                  <a:srgbClr val="808080"/>
                </a:solidFill>
                <a:latin typeface="Arial" panose="020B0604020202020204" pitchFamily="34" charset="0"/>
              </a:defRPr>
            </a:lvl2pPr>
            <a:lvl3pPr marL="11430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eaLnBrk="0" hangingPunct="0">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1000" dirty="0">
                <a:solidFill>
                  <a:schemeClr val="tx1"/>
                </a:solidFill>
              </a:rPr>
              <a:t>Orquestador Procesos</a:t>
            </a:r>
          </a:p>
        </p:txBody>
      </p:sp>
      <p:cxnSp>
        <p:nvCxnSpPr>
          <p:cNvPr id="35" name="Conector: angular 34">
            <a:extLst>
              <a:ext uri="{FF2B5EF4-FFF2-40B4-BE49-F238E27FC236}">
                <a16:creationId xmlns:a16="http://schemas.microsoft.com/office/drawing/2014/main" id="{F1294498-8C46-8B6C-5765-43AFCB09248D}"/>
              </a:ext>
            </a:extLst>
          </p:cNvPr>
          <p:cNvCxnSpPr>
            <a:cxnSpLocks/>
            <a:endCxn id="372" idx="0"/>
          </p:cNvCxnSpPr>
          <p:nvPr/>
        </p:nvCxnSpPr>
        <p:spPr>
          <a:xfrm>
            <a:off x="7025277" y="2905656"/>
            <a:ext cx="2693055" cy="214341"/>
          </a:xfrm>
          <a:prstGeom prst="bentConnector2">
            <a:avLst/>
          </a:prstGeom>
          <a:ln>
            <a:tailEnd type="triangle"/>
          </a:ln>
        </p:spPr>
        <p:style>
          <a:lnRef idx="3">
            <a:schemeClr val="accent6"/>
          </a:lnRef>
          <a:fillRef idx="0">
            <a:schemeClr val="accent6"/>
          </a:fillRef>
          <a:effectRef idx="2">
            <a:schemeClr val="accent6"/>
          </a:effectRef>
          <a:fontRef idx="minor">
            <a:schemeClr val="tx1"/>
          </a:fontRef>
        </p:style>
      </p:cxnSp>
      <p:sp>
        <p:nvSpPr>
          <p:cNvPr id="365" name="Oval 18">
            <a:extLst>
              <a:ext uri="{FF2B5EF4-FFF2-40B4-BE49-F238E27FC236}">
                <a16:creationId xmlns:a16="http://schemas.microsoft.com/office/drawing/2014/main" id="{426B38D5-AF19-4427-955A-229849DC333C}"/>
              </a:ext>
            </a:extLst>
          </p:cNvPr>
          <p:cNvSpPr>
            <a:spLocks noChangeArrowheads="1"/>
          </p:cNvSpPr>
          <p:nvPr/>
        </p:nvSpPr>
        <p:spPr bwMode="auto">
          <a:xfrm flipV="1">
            <a:off x="8701804" y="2818265"/>
            <a:ext cx="244275" cy="313955"/>
          </a:xfrm>
          <a:prstGeom prst="ellipse">
            <a:avLst/>
          </a:prstGeom>
          <a:solidFill>
            <a:srgbClr val="FF0000"/>
          </a:solidFill>
          <a:ln w="9525">
            <a:solidFill>
              <a:sysClr val="windowText" lastClr="000000">
                <a:shade val="95000"/>
                <a:satMod val="105000"/>
              </a:sys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s-ES" altLang="es-ES" sz="1200" b="1" i="0" u="none" strike="noStrike" kern="1200" cap="none" spc="0" normalizeH="0" baseline="0" noProof="0" dirty="0">
                <a:ln>
                  <a:noFill/>
                </a:ln>
                <a:solidFill>
                  <a:prstClr val="white"/>
                </a:solidFill>
                <a:effectLst/>
                <a:uLnTx/>
                <a:uFillTx/>
                <a:latin typeface="Arial" pitchFamily="34" charset="0"/>
                <a:ea typeface="+mn-ea"/>
                <a:cs typeface="+mn-cs"/>
              </a:rPr>
              <a:t>N</a:t>
            </a:r>
          </a:p>
        </p:txBody>
      </p:sp>
      <p:sp>
        <p:nvSpPr>
          <p:cNvPr id="381" name="Oval 18">
            <a:extLst>
              <a:ext uri="{FF2B5EF4-FFF2-40B4-BE49-F238E27FC236}">
                <a16:creationId xmlns:a16="http://schemas.microsoft.com/office/drawing/2014/main" id="{9E418C63-0B0E-47BF-987D-2C402F55C645}"/>
              </a:ext>
            </a:extLst>
          </p:cNvPr>
          <p:cNvSpPr>
            <a:spLocks noChangeArrowheads="1"/>
          </p:cNvSpPr>
          <p:nvPr/>
        </p:nvSpPr>
        <p:spPr bwMode="auto">
          <a:xfrm>
            <a:off x="9203900" y="4679137"/>
            <a:ext cx="226800" cy="226800"/>
          </a:xfrm>
          <a:prstGeom prst="ellipse">
            <a:avLst/>
          </a:prstGeom>
          <a:solidFill>
            <a:srgbClr val="92D050"/>
          </a:solidFill>
          <a:ln w="9525">
            <a:solidFill>
              <a:sysClr val="windowText" lastClr="000000"/>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s-ES" altLang="es-ES" sz="1200" b="1" i="0" u="none" strike="noStrike" kern="0" cap="none" spc="0" normalizeH="0" baseline="0" noProof="0" dirty="0">
                <a:ln>
                  <a:noFill/>
                </a:ln>
                <a:solidFill>
                  <a:prstClr val="white"/>
                </a:solidFill>
                <a:effectLst/>
                <a:uLnTx/>
                <a:uFillTx/>
                <a:latin typeface="Arial" pitchFamily="34" charset="0"/>
              </a:rPr>
              <a:t>E</a:t>
            </a:r>
          </a:p>
        </p:txBody>
      </p:sp>
    </p:spTree>
    <p:extLst>
      <p:ext uri="{BB962C8B-B14F-4D97-AF65-F5344CB8AC3E}">
        <p14:creationId xmlns:p14="http://schemas.microsoft.com/office/powerpoint/2010/main" val="12618233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Marcador de texto 1">
            <a:extLst>
              <a:ext uri="{FF2B5EF4-FFF2-40B4-BE49-F238E27FC236}">
                <a16:creationId xmlns:a16="http://schemas.microsoft.com/office/drawing/2014/main" id="{E6EC0FA8-14B6-42CA-8357-9E45D12256CF}"/>
              </a:ext>
            </a:extLst>
          </p:cNvPr>
          <p:cNvSpPr txBox="1">
            <a:spLocks/>
          </p:cNvSpPr>
          <p:nvPr/>
        </p:nvSpPr>
        <p:spPr>
          <a:xfrm>
            <a:off x="632930" y="294942"/>
            <a:ext cx="10833365" cy="1279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Font typeface="Arial" panose="020B0604020202020204" pitchFamily="34" charset="0"/>
              <a:buNone/>
            </a:pPr>
            <a:r>
              <a:rPr lang="es-ES" sz="1400" b="1" dirty="0">
                <a:solidFill>
                  <a:srgbClr val="EB0000"/>
                </a:solidFill>
                <a:ea typeface="Segoe UI" panose="020B0502040204020203" pitchFamily="34" charset="0"/>
                <a:cs typeface="Segoe UI" panose="020B0502040204020203" pitchFamily="34" charset="0"/>
              </a:rPr>
              <a:t>Solución </a:t>
            </a:r>
            <a:r>
              <a:rPr lang="es-ES" sz="1400" b="1" dirty="0">
                <a:solidFill>
                  <a:srgbClr val="EB0000"/>
                </a:solidFill>
                <a:cs typeface="Segoe UI" panose="020B0502040204020203" pitchFamily="34" charset="0"/>
              </a:rPr>
              <a:t>técnica</a:t>
            </a:r>
          </a:p>
          <a:p>
            <a:pPr marL="0" indent="0">
              <a:spcBef>
                <a:spcPts val="300"/>
              </a:spcBef>
              <a:buNone/>
            </a:pPr>
            <a:r>
              <a:rPr lang="es-ES" altLang="es-ES" sz="1800" b="1" dirty="0">
                <a:solidFill>
                  <a:srgbClr val="EB0000"/>
                </a:solidFill>
                <a:cs typeface="Segoe UI" panose="020B0502040204020203" pitchFamily="34" charset="0"/>
              </a:rPr>
              <a:t>Interfaces entre Sistemas</a:t>
            </a:r>
            <a:endParaRPr lang="es-ES" sz="1800" b="1" dirty="0">
              <a:solidFill>
                <a:srgbClr val="EB0000"/>
              </a:solidFill>
              <a:cs typeface="Segoe UI" panose="020B0502040204020203" pitchFamily="34" charset="0"/>
            </a:endParaRPr>
          </a:p>
          <a:p>
            <a:pPr marL="0" indent="0">
              <a:spcBef>
                <a:spcPts val="300"/>
              </a:spcBef>
              <a:buFont typeface="Arial" panose="020B0604020202020204" pitchFamily="34" charset="0"/>
              <a:buNone/>
            </a:pPr>
            <a:r>
              <a:rPr lang="es-ES" sz="1800" b="1" dirty="0">
                <a:solidFill>
                  <a:srgbClr val="EB0000"/>
                </a:solidFill>
                <a:ea typeface="Segoe UI" panose="020B0502040204020203" pitchFamily="34" charset="0"/>
                <a:cs typeface="Segoe UI" panose="020B0502040204020203" pitchFamily="34" charset="0"/>
              </a:rPr>
              <a:t> </a:t>
            </a:r>
          </a:p>
        </p:txBody>
      </p:sp>
      <p:sp>
        <p:nvSpPr>
          <p:cNvPr id="19" name="Rectangle 55" descr="Ángulos">
            <a:extLst>
              <a:ext uri="{FF2B5EF4-FFF2-40B4-BE49-F238E27FC236}">
                <a16:creationId xmlns:a16="http://schemas.microsoft.com/office/drawing/2014/main" id="{B95F56D6-D4D4-4ACB-8C24-FD94FF480038}"/>
              </a:ext>
            </a:extLst>
          </p:cNvPr>
          <p:cNvSpPr>
            <a:spLocks noChangeArrowheads="1"/>
          </p:cNvSpPr>
          <p:nvPr/>
        </p:nvSpPr>
        <p:spPr bwMode="auto">
          <a:xfrm flipV="1">
            <a:off x="9313899" y="6476243"/>
            <a:ext cx="317927" cy="171450"/>
          </a:xfrm>
          <a:prstGeom prst="rect">
            <a:avLst/>
          </a:prstGeom>
          <a:noFill/>
          <a:ln>
            <a:noFill/>
          </a:ln>
          <a:effectLst>
            <a:prstShdw prst="shdw17" dist="17961" dir="2700000">
              <a:srgbClr val="990000"/>
            </a:prstShdw>
          </a:effectLst>
        </p:spPr>
        <p:txBody>
          <a:bodyPr rot="10800000" wrap="none" anchor="ct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spcBef>
                <a:spcPct val="0"/>
              </a:spcBef>
              <a:buClr>
                <a:schemeClr val="accent2"/>
              </a:buClr>
              <a:buFont typeface="Wingdings" panose="05000000000000000000" pitchFamily="2" charset="2"/>
              <a:buNone/>
            </a:pPr>
            <a:endParaRPr lang="es-ES" altLang="es-ES" sz="1108">
              <a:solidFill>
                <a:schemeClr val="tx1"/>
              </a:solidFill>
            </a:endParaRPr>
          </a:p>
        </p:txBody>
      </p:sp>
      <p:graphicFrame>
        <p:nvGraphicFramePr>
          <p:cNvPr id="6" name="Tabla 5">
            <a:extLst>
              <a:ext uri="{FF2B5EF4-FFF2-40B4-BE49-F238E27FC236}">
                <a16:creationId xmlns:a16="http://schemas.microsoft.com/office/drawing/2014/main" id="{4EA38692-9CEF-4E1D-A87C-C4E1793568D1}"/>
              </a:ext>
            </a:extLst>
          </p:cNvPr>
          <p:cNvGraphicFramePr>
            <a:graphicFrameLocks noGrp="1"/>
          </p:cNvGraphicFramePr>
          <p:nvPr>
            <p:extLst>
              <p:ext uri="{D42A27DB-BD31-4B8C-83A1-F6EECF244321}">
                <p14:modId xmlns:p14="http://schemas.microsoft.com/office/powerpoint/2010/main" val="1195398841"/>
              </p:ext>
            </p:extLst>
          </p:nvPr>
        </p:nvGraphicFramePr>
        <p:xfrm>
          <a:off x="318094" y="934454"/>
          <a:ext cx="11555812" cy="4937684"/>
        </p:xfrm>
        <a:graphic>
          <a:graphicData uri="http://schemas.openxmlformats.org/drawingml/2006/table">
            <a:tbl>
              <a:tblPr/>
              <a:tblGrid>
                <a:gridCol w="476440">
                  <a:extLst>
                    <a:ext uri="{9D8B030D-6E8A-4147-A177-3AD203B41FA5}">
                      <a16:colId xmlns:a16="http://schemas.microsoft.com/office/drawing/2014/main" val="1679333959"/>
                    </a:ext>
                  </a:extLst>
                </a:gridCol>
                <a:gridCol w="1419277">
                  <a:extLst>
                    <a:ext uri="{9D8B030D-6E8A-4147-A177-3AD203B41FA5}">
                      <a16:colId xmlns:a16="http://schemas.microsoft.com/office/drawing/2014/main" val="132562875"/>
                    </a:ext>
                  </a:extLst>
                </a:gridCol>
                <a:gridCol w="2550694">
                  <a:extLst>
                    <a:ext uri="{9D8B030D-6E8A-4147-A177-3AD203B41FA5}">
                      <a16:colId xmlns:a16="http://schemas.microsoft.com/office/drawing/2014/main" val="3962172061"/>
                    </a:ext>
                  </a:extLst>
                </a:gridCol>
                <a:gridCol w="1235242">
                  <a:extLst>
                    <a:ext uri="{9D8B030D-6E8A-4147-A177-3AD203B41FA5}">
                      <a16:colId xmlns:a16="http://schemas.microsoft.com/office/drawing/2014/main" val="1121885685"/>
                    </a:ext>
                  </a:extLst>
                </a:gridCol>
                <a:gridCol w="5874159">
                  <a:extLst>
                    <a:ext uri="{9D8B030D-6E8A-4147-A177-3AD203B41FA5}">
                      <a16:colId xmlns:a16="http://schemas.microsoft.com/office/drawing/2014/main" val="2098101776"/>
                    </a:ext>
                  </a:extLst>
                </a:gridCol>
              </a:tblGrid>
              <a:tr h="389307">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Num.</a:t>
                      </a:r>
                    </a:p>
                    <a:p>
                      <a:pPr algn="ctr" fontAlgn="ctr"/>
                      <a:r>
                        <a:rPr lang="es-ES" sz="1400" b="1" i="0" u="none" strike="noStrike" dirty="0">
                          <a:solidFill>
                            <a:srgbClr val="FFFFFF"/>
                          </a:solidFill>
                          <a:effectLst/>
                          <a:latin typeface="+mj-lt"/>
                        </a:rPr>
                        <a:t> Id.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Sistema Origen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Sistema Destino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Protocolo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Observaciones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32590006"/>
                  </a:ext>
                </a:extLst>
              </a:tr>
              <a:tr h="67767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chemeClr val="bg1"/>
                          </a:solidFill>
                          <a:effectLst/>
                          <a:latin typeface="Calibri" panose="020F050202020403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tabLst/>
                        <a:defRPr/>
                      </a:pPr>
                      <a:r>
                        <a:rPr lang="es-ES" sz="1600" b="0" i="0" u="none" strike="noStrike" kern="1200" dirty="0">
                          <a:solidFill>
                            <a:srgbClr val="000000"/>
                          </a:solidFill>
                          <a:effectLst/>
                          <a:latin typeface="+mn-lt"/>
                          <a:ea typeface="+mn-ea"/>
                          <a:cs typeface="+mn-cs"/>
                        </a:rPr>
                        <a:t>Portal </a:t>
                      </a:r>
                      <a:r>
                        <a:rPr lang="es-ES" sz="1600" b="0" i="0" u="none" strike="noStrike" kern="1200" dirty="0" err="1">
                          <a:solidFill>
                            <a:srgbClr val="000000"/>
                          </a:solidFill>
                          <a:effectLst/>
                          <a:latin typeface="+mn-lt"/>
                          <a:ea typeface="+mn-ea"/>
                          <a:cs typeface="+mn-cs"/>
                        </a:rPr>
                        <a:t>Backoffice</a:t>
                      </a:r>
                      <a:endParaRPr lang="es-ES" sz="1600" b="0" i="0" u="none" strike="noStrike" kern="1200" dirty="0">
                        <a:solidFill>
                          <a:srgbClr val="000000"/>
                        </a:solidFill>
                        <a:effectLst/>
                        <a:latin typeface="+mn-lt"/>
                        <a:ea typeface="+mn-ea"/>
                        <a:cs typeface="+mn-cs"/>
                      </a:endParaRPr>
                    </a:p>
                  </a:txBody>
                  <a:tcPr marT="45682" marB="45682"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tabLst/>
                        <a:defRPr/>
                      </a:pPr>
                      <a:r>
                        <a:rPr lang="es-ES" sz="1600" b="0" i="0" u="none" strike="noStrike" kern="1200" dirty="0">
                          <a:solidFill>
                            <a:srgbClr val="000000"/>
                          </a:solidFill>
                          <a:effectLst/>
                          <a:latin typeface="+mn-lt"/>
                          <a:ea typeface="+mn-ea"/>
                          <a:cs typeface="+mn-cs"/>
                        </a:rPr>
                        <a:t>SPA </a:t>
                      </a:r>
                      <a:r>
                        <a:rPr lang="es-ES" sz="1600" b="0" i="0" u="none" strike="noStrike" kern="1200" dirty="0" err="1">
                          <a:solidFill>
                            <a:srgbClr val="000000"/>
                          </a:solidFill>
                          <a:effectLst/>
                          <a:latin typeface="+mn-lt"/>
                          <a:ea typeface="+mn-ea"/>
                          <a:cs typeface="+mn-cs"/>
                        </a:rPr>
                        <a:t>Hagase</a:t>
                      </a:r>
                      <a:r>
                        <a:rPr lang="es-ES" sz="1600" b="0" i="0" u="none" strike="noStrike" kern="1200" dirty="0">
                          <a:solidFill>
                            <a:srgbClr val="000000"/>
                          </a:solidFill>
                          <a:effectLst/>
                          <a:latin typeface="+mn-lt"/>
                          <a:ea typeface="+mn-ea"/>
                          <a:cs typeface="+mn-cs"/>
                        </a:rPr>
                        <a:t> Cliente 2.0</a:t>
                      </a:r>
                    </a:p>
                  </a:txBody>
                  <a:tcPr marT="45682" marB="45682"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tabLst/>
                        <a:defRPr/>
                      </a:pPr>
                      <a:r>
                        <a:rPr lang="es-ES" sz="1600" b="0" i="0" u="none" strike="noStrike" kern="1200" dirty="0">
                          <a:solidFill>
                            <a:srgbClr val="000000"/>
                          </a:solidFill>
                          <a:effectLst/>
                          <a:latin typeface="+mn-lt"/>
                          <a:ea typeface="+mn-ea"/>
                          <a:cs typeface="+mn-cs"/>
                        </a:rPr>
                        <a:t>HTTPS</a:t>
                      </a:r>
                    </a:p>
                  </a:txBody>
                  <a:tcPr marT="45682" marB="45682"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s-ES" sz="1600" b="0" i="0" u="none" strike="noStrike" kern="1200" dirty="0">
                          <a:solidFill>
                            <a:srgbClr val="000000"/>
                          </a:solidFill>
                          <a:effectLst/>
                          <a:latin typeface="+mn-lt"/>
                          <a:ea typeface="+mn-ea"/>
                          <a:cs typeface="+mn-cs"/>
                        </a:rPr>
                        <a:t>Desde la aplicación de Portal </a:t>
                      </a:r>
                      <a:r>
                        <a:rPr lang="es-ES" sz="1600" b="0" i="0" u="none" strike="noStrike" kern="1200" dirty="0" err="1">
                          <a:solidFill>
                            <a:srgbClr val="000000"/>
                          </a:solidFill>
                          <a:effectLst/>
                          <a:latin typeface="+mn-lt"/>
                          <a:ea typeface="+mn-ea"/>
                          <a:cs typeface="+mn-cs"/>
                        </a:rPr>
                        <a:t>Backoffice</a:t>
                      </a:r>
                      <a:r>
                        <a:rPr lang="es-ES" sz="1600" b="0" i="0" u="none" strike="noStrike" kern="1200" dirty="0">
                          <a:solidFill>
                            <a:srgbClr val="000000"/>
                          </a:solidFill>
                          <a:effectLst/>
                          <a:latin typeface="+mn-lt"/>
                          <a:ea typeface="+mn-ea"/>
                          <a:cs typeface="+mn-cs"/>
                        </a:rPr>
                        <a:t> se integra  por iframe las </a:t>
                      </a:r>
                      <a:r>
                        <a:rPr lang="es-ES" sz="1600" b="0" i="0" u="none" strike="noStrike" kern="1200" dirty="0" err="1">
                          <a:solidFill>
                            <a:srgbClr val="000000"/>
                          </a:solidFill>
                          <a:effectLst/>
                          <a:latin typeface="+mn-lt"/>
                          <a:ea typeface="+mn-ea"/>
                          <a:cs typeface="+mn-cs"/>
                        </a:rPr>
                        <a:t>SPAs</a:t>
                      </a:r>
                      <a:r>
                        <a:rPr lang="es-ES" sz="1600" b="0" i="0" u="none" strike="noStrike" kern="1200" dirty="0">
                          <a:solidFill>
                            <a:srgbClr val="000000"/>
                          </a:solidFill>
                          <a:effectLst/>
                          <a:latin typeface="+mn-lt"/>
                          <a:ea typeface="+mn-ea"/>
                          <a:cs typeface="+mn-cs"/>
                        </a:rPr>
                        <a:t> de </a:t>
                      </a:r>
                      <a:r>
                        <a:rPr lang="es-ES" sz="1600" b="0" i="0" u="none" strike="noStrike" kern="1200" dirty="0" err="1">
                          <a:solidFill>
                            <a:srgbClr val="000000"/>
                          </a:solidFill>
                          <a:effectLst/>
                          <a:latin typeface="+mn-lt"/>
                          <a:ea typeface="+mn-ea"/>
                          <a:cs typeface="+mn-cs"/>
                        </a:rPr>
                        <a:t>hagase</a:t>
                      </a:r>
                      <a:r>
                        <a:rPr lang="es-ES" sz="1600" b="0" i="0" u="none" strike="noStrike" kern="1200" dirty="0">
                          <a:solidFill>
                            <a:srgbClr val="000000"/>
                          </a:solidFill>
                          <a:effectLst/>
                          <a:latin typeface="+mn-lt"/>
                          <a:ea typeface="+mn-ea"/>
                          <a:cs typeface="+mn-cs"/>
                        </a:rPr>
                        <a:t> cliente. El token de seguridad es BKS que se guarda en el contexto de portal </a:t>
                      </a:r>
                      <a:r>
                        <a:rPr lang="es-ES" sz="1600" b="0" i="0" u="none" strike="noStrike" kern="1200" dirty="0" err="1">
                          <a:solidFill>
                            <a:srgbClr val="000000"/>
                          </a:solidFill>
                          <a:effectLst/>
                          <a:latin typeface="+mn-lt"/>
                          <a:ea typeface="+mn-ea"/>
                          <a:cs typeface="+mn-cs"/>
                        </a:rPr>
                        <a:t>backoffice</a:t>
                      </a:r>
                      <a:r>
                        <a:rPr lang="es-ES" sz="1600" b="0" i="0" u="none" strike="noStrike" kern="1200" dirty="0">
                          <a:solidFill>
                            <a:srgbClr val="000000"/>
                          </a:solidFill>
                          <a:effectLst/>
                          <a:latin typeface="+mn-lt"/>
                          <a:ea typeface="+mn-ea"/>
                          <a:cs typeface="+mn-cs"/>
                        </a:rPr>
                        <a: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40794317"/>
                  </a:ext>
                </a:extLst>
              </a:tr>
              <a:tr h="417115">
                <a:tc>
                  <a:txBody>
                    <a:bodyPr/>
                    <a:lstStyle/>
                    <a:p>
                      <a:pPr marL="0" algn="ctr" defTabSz="914400" rtl="0" eaLnBrk="1" fontAlgn="ctr" latinLnBrk="0" hangingPunct="1"/>
                      <a:r>
                        <a:rPr lang="es-ES" sz="1400" b="1" i="0" u="none" strike="noStrike" kern="1200" dirty="0">
                          <a:solidFill>
                            <a:schemeClr val="bg1"/>
                          </a:solidFill>
                          <a:effectLst/>
                          <a:latin typeface="Calibri" panose="020F0502020204030204" pitchFamily="34" charset="0"/>
                          <a:ea typeface="+mn-ea"/>
                          <a:cs typeface="+mn-cs"/>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tabLst/>
                        <a:defRPr/>
                      </a:pPr>
                      <a:r>
                        <a:rPr lang="es-ES" sz="1600" b="0" i="0" u="none" strike="noStrike" kern="1200" dirty="0">
                          <a:solidFill>
                            <a:srgbClr val="000000"/>
                          </a:solidFill>
                          <a:effectLst/>
                          <a:latin typeface="+mn-lt"/>
                          <a:ea typeface="+mn-ea"/>
                          <a:cs typeface="+mn-cs"/>
                        </a:rPr>
                        <a:t>Web Publica y App </a:t>
                      </a:r>
                      <a:r>
                        <a:rPr lang="es-ES" sz="1600" b="0" i="0" u="none" strike="noStrike" kern="1200" dirty="0" err="1">
                          <a:solidFill>
                            <a:srgbClr val="000000"/>
                          </a:solidFill>
                          <a:effectLst/>
                          <a:latin typeface="+mn-lt"/>
                          <a:ea typeface="+mn-ea"/>
                          <a:cs typeface="+mn-cs"/>
                        </a:rPr>
                        <a:t>Movil</a:t>
                      </a:r>
                      <a:endParaRPr lang="es-ES" sz="1600" b="0" i="0" u="none" strike="noStrike" kern="1200" dirty="0">
                        <a:solidFill>
                          <a:srgbClr val="000000"/>
                        </a:solidFill>
                        <a:effectLst/>
                        <a:latin typeface="+mn-lt"/>
                        <a:ea typeface="+mn-ea"/>
                        <a:cs typeface="+mn-cs"/>
                      </a:endParaRPr>
                    </a:p>
                  </a:txBody>
                  <a:tcPr marT="45682" marB="45682"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tabLst/>
                        <a:defRPr/>
                      </a:pPr>
                      <a:r>
                        <a:rPr lang="es-ES" sz="1600" b="0" i="0" u="none" strike="noStrike" kern="1200" dirty="0">
                          <a:solidFill>
                            <a:srgbClr val="000000"/>
                          </a:solidFill>
                          <a:effectLst/>
                          <a:latin typeface="+mn-lt"/>
                          <a:ea typeface="+mn-ea"/>
                          <a:cs typeface="+mn-cs"/>
                        </a:rPr>
                        <a:t>SPA </a:t>
                      </a:r>
                      <a:r>
                        <a:rPr lang="es-ES" sz="1600" b="0" i="0" u="none" strike="noStrike" kern="1200" dirty="0" err="1">
                          <a:solidFill>
                            <a:srgbClr val="000000"/>
                          </a:solidFill>
                          <a:effectLst/>
                          <a:latin typeface="+mn-lt"/>
                          <a:ea typeface="+mn-ea"/>
                          <a:cs typeface="+mn-cs"/>
                        </a:rPr>
                        <a:t>Hagase</a:t>
                      </a:r>
                      <a:r>
                        <a:rPr lang="es-ES" sz="1600" b="0" i="0" u="none" strike="noStrike" kern="1200" dirty="0">
                          <a:solidFill>
                            <a:srgbClr val="000000"/>
                          </a:solidFill>
                          <a:effectLst/>
                          <a:latin typeface="+mn-lt"/>
                          <a:ea typeface="+mn-ea"/>
                          <a:cs typeface="+mn-cs"/>
                        </a:rPr>
                        <a:t> Cliente 2.0</a:t>
                      </a:r>
                    </a:p>
                  </a:txBody>
                  <a:tcPr marT="45682" marB="45682"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600" b="0" i="0" u="none" strike="noStrike" kern="1200" dirty="0">
                          <a:solidFill>
                            <a:srgbClr val="000000"/>
                          </a:solidFill>
                          <a:effectLst/>
                          <a:latin typeface="+mn-lt"/>
                          <a:ea typeface="+mn-ea"/>
                          <a:cs typeface="+mn-cs"/>
                        </a:rPr>
                        <a:t>HTTPS</a:t>
                      </a:r>
                    </a:p>
                  </a:txBody>
                  <a:tcPr marT="45682" marB="45682"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s-ES" sz="1600" b="0" i="0" u="none" strike="noStrike" kern="1200" dirty="0">
                          <a:solidFill>
                            <a:srgbClr val="000000"/>
                          </a:solidFill>
                          <a:effectLst/>
                          <a:latin typeface="+mn-lt"/>
                          <a:ea typeface="+mn-ea"/>
                          <a:cs typeface="+mn-cs"/>
                        </a:rPr>
                        <a:t>Desde la aplicación de canal Portal web publica se integra  por webview las </a:t>
                      </a:r>
                      <a:r>
                        <a:rPr lang="es-ES" sz="1600" b="0" i="0" u="none" strike="noStrike" kern="1200" dirty="0" err="1">
                          <a:solidFill>
                            <a:srgbClr val="000000"/>
                          </a:solidFill>
                          <a:effectLst/>
                          <a:latin typeface="+mn-lt"/>
                          <a:ea typeface="+mn-ea"/>
                          <a:cs typeface="+mn-cs"/>
                        </a:rPr>
                        <a:t>SPAs</a:t>
                      </a:r>
                      <a:r>
                        <a:rPr lang="es-ES" sz="1600" b="0" i="0" u="none" strike="noStrike" kern="1200" dirty="0">
                          <a:solidFill>
                            <a:srgbClr val="000000"/>
                          </a:solidFill>
                          <a:effectLst/>
                          <a:latin typeface="+mn-lt"/>
                          <a:ea typeface="+mn-ea"/>
                          <a:cs typeface="+mn-cs"/>
                        </a:rPr>
                        <a:t> de </a:t>
                      </a:r>
                      <a:r>
                        <a:rPr lang="es-ES" sz="1600" b="0" i="0" u="none" strike="noStrike" kern="1200" dirty="0" err="1">
                          <a:solidFill>
                            <a:srgbClr val="000000"/>
                          </a:solidFill>
                          <a:effectLst/>
                          <a:latin typeface="+mn-lt"/>
                          <a:ea typeface="+mn-ea"/>
                          <a:cs typeface="+mn-cs"/>
                        </a:rPr>
                        <a:t>hagase</a:t>
                      </a:r>
                      <a:r>
                        <a:rPr lang="es-ES" sz="1600" b="0" i="0" u="none" strike="noStrike" kern="1200" dirty="0">
                          <a:solidFill>
                            <a:srgbClr val="000000"/>
                          </a:solidFill>
                          <a:effectLst/>
                          <a:latin typeface="+mn-lt"/>
                          <a:ea typeface="+mn-ea"/>
                          <a:cs typeface="+mn-cs"/>
                        </a:rPr>
                        <a:t> cliente. El token de seguridad es BKS que se guarda en el contexto de Web Publica.(*)</a:t>
                      </a:r>
                    </a:p>
                    <a:p>
                      <a:pPr marL="0" marR="0" lvl="0" indent="0" algn="l" defTabSz="914400" rtl="0" eaLnBrk="1" fontAlgn="ctr" latinLnBrk="0" hangingPunct="1">
                        <a:lnSpc>
                          <a:spcPct val="100000"/>
                        </a:lnSpc>
                        <a:spcBef>
                          <a:spcPts val="0"/>
                        </a:spcBef>
                        <a:spcAft>
                          <a:spcPts val="0"/>
                        </a:spcAft>
                        <a:buClrTx/>
                        <a:buSzTx/>
                        <a:buFontTx/>
                        <a:buNone/>
                        <a:tabLst/>
                        <a:defRPr/>
                      </a:pPr>
                      <a:r>
                        <a:rPr lang="es-ES" sz="1600" b="0" i="0" u="none" strike="noStrike" kern="1200" dirty="0">
                          <a:solidFill>
                            <a:srgbClr val="000000"/>
                          </a:solidFill>
                          <a:effectLst/>
                          <a:latin typeface="+mn-lt"/>
                          <a:ea typeface="+mn-ea"/>
                          <a:cs typeface="+mn-cs"/>
                        </a:rPr>
                        <a:t>Desde la aplicación nativa (IOS/Android) se integra mediante webview. El token de seguridad es BKS..</a:t>
                      </a:r>
                    </a:p>
                    <a:p>
                      <a:pPr marL="0" marR="0" lvl="0" indent="0" algn="l" defTabSz="914400" rtl="0" eaLnBrk="1" fontAlgn="ctr" latinLnBrk="0" hangingPunct="1">
                        <a:lnSpc>
                          <a:spcPct val="100000"/>
                        </a:lnSpc>
                        <a:spcBef>
                          <a:spcPts val="0"/>
                        </a:spcBef>
                        <a:spcAft>
                          <a:spcPts val="0"/>
                        </a:spcAft>
                        <a:buClrTx/>
                        <a:buSzTx/>
                        <a:buFontTx/>
                        <a:buNone/>
                        <a:tabLst/>
                        <a:defRPr/>
                      </a:pPr>
                      <a:r>
                        <a:rPr lang="es-ES" sz="1600" b="0" i="0" u="none" strike="noStrike" kern="1200" dirty="0">
                          <a:solidFill>
                            <a:srgbClr val="000000"/>
                          </a:solidFill>
                          <a:effectLst/>
                          <a:latin typeface="+mn-lt"/>
                          <a:ea typeface="+mn-ea"/>
                          <a:cs typeface="+mn-cs"/>
                        </a:rPr>
                        <a:t>Desde la SPA de HC 2.0 se integrará nuevo </a:t>
                      </a:r>
                      <a:r>
                        <a:rPr lang="es-ES" sz="1600" b="0" i="0" u="none" strike="noStrike" kern="1200" dirty="0" err="1">
                          <a:solidFill>
                            <a:srgbClr val="000000"/>
                          </a:solidFill>
                          <a:effectLst/>
                          <a:latin typeface="+mn-lt"/>
                          <a:ea typeface="+mn-ea"/>
                          <a:cs typeface="+mn-cs"/>
                        </a:rPr>
                        <a:t>Chatbot</a:t>
                      </a:r>
                      <a:r>
                        <a:rPr lang="es-ES" sz="1600" b="0" i="0" u="none" strike="noStrike" kern="1200" dirty="0">
                          <a:solidFill>
                            <a:srgbClr val="000000"/>
                          </a:solidFill>
                          <a:effectLst/>
                          <a:latin typeface="+mn-lt"/>
                          <a:ea typeface="+mn-ea"/>
                          <a:cs typeface="+mn-cs"/>
                        </a:rPr>
                        <a:t> de </a:t>
                      </a:r>
                      <a:r>
                        <a:rPr lang="es-ES" sz="1600" b="0" i="0" u="none" strike="noStrike" kern="1200" dirty="0" err="1">
                          <a:solidFill>
                            <a:srgbClr val="000000"/>
                          </a:solidFill>
                          <a:effectLst/>
                          <a:latin typeface="+mn-lt"/>
                          <a:ea typeface="+mn-ea"/>
                          <a:cs typeface="+mn-cs"/>
                        </a:rPr>
                        <a:t>Inbenta</a:t>
                      </a:r>
                      <a:r>
                        <a:rPr lang="es-ES" sz="1600" b="0" i="0" u="none" strike="noStrike" kern="1200" dirty="0">
                          <a:solidFill>
                            <a:srgbClr val="000000"/>
                          </a:solidFill>
                          <a:effectLst/>
                          <a:latin typeface="+mn-lt"/>
                          <a:ea typeface="+mn-ea"/>
                          <a:cs typeface="+mn-cs"/>
                        </a:rPr>
                        <a:t> a través de framework </a:t>
                      </a:r>
                      <a:r>
                        <a:rPr lang="es-ES" sz="1600" b="0" i="0" u="none" strike="noStrike" kern="1200" dirty="0" err="1">
                          <a:solidFill>
                            <a:srgbClr val="000000"/>
                          </a:solidFill>
                          <a:effectLst/>
                          <a:latin typeface="+mn-lt"/>
                          <a:ea typeface="+mn-ea"/>
                          <a:cs typeface="+mn-cs"/>
                        </a:rPr>
                        <a:t>javascript</a:t>
                      </a:r>
                      <a:r>
                        <a:rPr lang="es-ES" sz="1600" b="0" i="0" u="none" strike="noStrike" kern="1200" dirty="0">
                          <a:solidFill>
                            <a:srgbClr val="000000"/>
                          </a:solidFill>
                          <a:effectLst/>
                          <a:latin typeface="+mn-lt"/>
                          <a:ea typeface="+mn-ea"/>
                          <a:cs typeface="+mn-cs"/>
                        </a:rPr>
                        <a:t> que proporciona el fabricante.</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6835419"/>
                  </a:ext>
                </a:extLst>
              </a:tr>
              <a:tr h="417115">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algn="ctr" defTabSz="914400" rtl="0" eaLnBrk="1" fontAlgn="ctr" latinLnBrk="0" hangingPunct="1"/>
                      <a:r>
                        <a:rPr lang="es-ES" sz="1400" b="1" i="0" u="none" strike="noStrike" kern="1200" dirty="0">
                          <a:solidFill>
                            <a:schemeClr val="bg1"/>
                          </a:solidFill>
                          <a:effectLst/>
                          <a:latin typeface="Calibri" panose="020F0502020204030204" pitchFamily="34" charset="0"/>
                          <a:ea typeface="+mn-ea"/>
                          <a:cs typeface="+mn-cs"/>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tabLst/>
                        <a:defRPr/>
                      </a:pPr>
                      <a:r>
                        <a:rPr lang="es-ES" sz="1600" b="0" i="0" u="none" strike="noStrike" kern="1200" dirty="0">
                          <a:solidFill>
                            <a:srgbClr val="000000"/>
                          </a:solidFill>
                          <a:effectLst/>
                          <a:latin typeface="+mn-lt"/>
                          <a:ea typeface="+mn-ea"/>
                          <a:cs typeface="+mn-cs"/>
                        </a:rPr>
                        <a:t>SPA </a:t>
                      </a:r>
                      <a:r>
                        <a:rPr lang="es-ES" sz="1600" b="0" i="0" u="none" strike="noStrike" kern="1200" dirty="0" err="1">
                          <a:solidFill>
                            <a:srgbClr val="000000"/>
                          </a:solidFill>
                          <a:effectLst/>
                          <a:latin typeface="+mn-lt"/>
                          <a:ea typeface="+mn-ea"/>
                          <a:cs typeface="+mn-cs"/>
                        </a:rPr>
                        <a:t>Hagase</a:t>
                      </a:r>
                      <a:r>
                        <a:rPr lang="es-ES" sz="1600" b="0" i="0" u="none" strike="noStrike" kern="1200" dirty="0">
                          <a:solidFill>
                            <a:srgbClr val="000000"/>
                          </a:solidFill>
                          <a:effectLst/>
                          <a:latin typeface="+mn-lt"/>
                          <a:ea typeface="+mn-ea"/>
                          <a:cs typeface="+mn-cs"/>
                        </a:rPr>
                        <a:t> Cliente 2.0 (internet/intranet)</a:t>
                      </a:r>
                    </a:p>
                  </a:txBody>
                  <a:tcPr marT="45682" marB="45682"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tabLst/>
                        <a:defRPr/>
                      </a:pPr>
                      <a:r>
                        <a:rPr kumimoji="0" lang="es-ES" sz="1600" b="0" i="0" u="none" strike="noStrike" kern="1200" cap="none" spc="0" normalizeH="0" baseline="0" noProof="0" dirty="0">
                          <a:ln>
                            <a:noFill/>
                          </a:ln>
                          <a:solidFill>
                            <a:srgbClr val="000000"/>
                          </a:solidFill>
                          <a:effectLst/>
                          <a:uLnTx/>
                          <a:uFillTx/>
                          <a:latin typeface="+mn-lt"/>
                          <a:ea typeface="+mn-ea"/>
                          <a:cs typeface="+mn-cs"/>
                        </a:rPr>
                        <a:t>Gateway Darwin </a:t>
                      </a:r>
                      <a:r>
                        <a:rPr kumimoji="0" lang="es-ES" sz="1600" b="0" i="0" u="none" strike="noStrike" kern="1200" cap="none" spc="0" normalizeH="0" baseline="0" noProof="0" dirty="0" err="1">
                          <a:ln>
                            <a:noFill/>
                          </a:ln>
                          <a:solidFill>
                            <a:srgbClr val="000000"/>
                          </a:solidFill>
                          <a:effectLst/>
                          <a:uLnTx/>
                          <a:uFillTx/>
                          <a:latin typeface="+mn-lt"/>
                          <a:ea typeface="+mn-ea"/>
                          <a:cs typeface="+mn-cs"/>
                        </a:rPr>
                        <a:t>Experience</a:t>
                      </a:r>
                      <a:endParaRPr kumimoji="0" lang="es-ES" sz="1600" b="0" i="0" u="none" strike="noStrike" kern="1200" cap="none" spc="0" normalizeH="0" baseline="0" noProof="0" dirty="0">
                        <a:ln>
                          <a:noFill/>
                        </a:ln>
                        <a:solidFill>
                          <a:srgbClr val="000000"/>
                        </a:solidFill>
                        <a:effectLst/>
                        <a:uLnTx/>
                        <a:uFillTx/>
                        <a:latin typeface="+mn-lt"/>
                        <a:ea typeface="+mn-ea"/>
                        <a:cs typeface="+mn-cs"/>
                      </a:endParaRPr>
                    </a:p>
                    <a:p>
                      <a:pPr marL="0" marR="0" lvl="0" indent="0" algn="ctr" defTabSz="914400" rtl="0" eaLnBrk="1" fontAlgn="ctr" latinLnBrk="0" hangingPunct="1">
                        <a:lnSpc>
                          <a:spcPct val="100000"/>
                        </a:lnSpc>
                        <a:spcBef>
                          <a:spcPct val="20000"/>
                        </a:spcBef>
                        <a:spcAft>
                          <a:spcPct val="0"/>
                        </a:spcAft>
                        <a:buClrTx/>
                        <a:buSzTx/>
                        <a:buFontTx/>
                        <a:buNone/>
                        <a:tabLst/>
                        <a:defRPr/>
                      </a:pPr>
                      <a:r>
                        <a:rPr kumimoji="0" lang="es-ES" sz="1600" b="0" i="0" u="none" strike="noStrike" kern="1200" cap="none" spc="0" normalizeH="0" baseline="0" noProof="0" dirty="0">
                          <a:ln>
                            <a:noFill/>
                          </a:ln>
                          <a:solidFill>
                            <a:srgbClr val="000000"/>
                          </a:solidFill>
                          <a:effectLst/>
                          <a:uLnTx/>
                          <a:uFillTx/>
                          <a:latin typeface="+mn-lt"/>
                          <a:ea typeface="+mn-ea"/>
                          <a:cs typeface="+mn-cs"/>
                        </a:rPr>
                        <a:t> </a:t>
                      </a:r>
                    </a:p>
                  </a:txBody>
                  <a:tcPr marT="45682" marB="45682"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600" b="0" i="0" u="none" strike="noStrike" kern="1200" dirty="0">
                          <a:solidFill>
                            <a:srgbClr val="000000"/>
                          </a:solidFill>
                          <a:effectLst/>
                          <a:latin typeface="+mn-lt"/>
                          <a:ea typeface="+mn-ea"/>
                          <a:cs typeface="+mn-cs"/>
                        </a:rPr>
                        <a:t>REST/JSON</a:t>
                      </a:r>
                    </a:p>
                  </a:txBody>
                  <a:tcPr marT="45682" marB="45682"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s-ES" sz="1600" b="0" i="0" u="none" strike="noStrike" kern="1200" dirty="0">
                          <a:solidFill>
                            <a:srgbClr val="000000"/>
                          </a:solidFill>
                          <a:effectLst/>
                          <a:latin typeface="+mn-lt"/>
                          <a:ea typeface="+mn-ea"/>
                          <a:cs typeface="+mn-cs"/>
                        </a:rPr>
                        <a:t>Acceso a los microservicios de internet DMZ. Alta cliente orquestador para canal internet y alta tramitación orquestador para canal de </a:t>
                      </a:r>
                      <a:r>
                        <a:rPr lang="es-ES" sz="1600" b="0" i="0" u="none" strike="noStrike" kern="1200" dirty="0" err="1">
                          <a:solidFill>
                            <a:srgbClr val="000000"/>
                          </a:solidFill>
                          <a:effectLst/>
                          <a:latin typeface="+mn-lt"/>
                          <a:ea typeface="+mn-ea"/>
                          <a:cs typeface="+mn-cs"/>
                        </a:rPr>
                        <a:t>backoffice</a:t>
                      </a:r>
                      <a:r>
                        <a:rPr lang="es-ES" sz="1600" b="0" i="0" u="none" strike="noStrike" kern="1200" dirty="0">
                          <a:solidFill>
                            <a:srgbClr val="000000"/>
                          </a:solidFill>
                          <a:effectLst/>
                          <a:latin typeface="+mn-lt"/>
                          <a:ea typeface="+mn-ea"/>
                          <a:cs typeface="+mn-cs"/>
                        </a:rPr>
                        <a:t> cada uno a través de su correspondiente Api Gateway.</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8189989"/>
                  </a:ext>
                </a:extLst>
              </a:tr>
              <a:tr h="450414">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algn="ctr" defTabSz="914400" rtl="0" eaLnBrk="1" fontAlgn="ctr" latinLnBrk="0" hangingPunct="1"/>
                      <a:r>
                        <a:rPr lang="es-ES" sz="1400" b="1" i="0" u="none" strike="noStrike" kern="1200" dirty="0">
                          <a:solidFill>
                            <a:schemeClr val="bg1"/>
                          </a:solidFill>
                          <a:effectLst/>
                          <a:latin typeface="Calibri" panose="020F0502020204030204" pitchFamily="34" charset="0"/>
                          <a:ea typeface="+mn-ea"/>
                          <a:cs typeface="+mn-cs"/>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srgbClr val="000000"/>
                          </a:solidFill>
                          <a:effectLst/>
                          <a:uLnTx/>
                          <a:uFillTx/>
                          <a:latin typeface="Calibri" panose="020F0502020204030204"/>
                          <a:ea typeface="+mn-ea"/>
                          <a:cs typeface="+mn-cs"/>
                        </a:rPr>
                        <a:t>Gateway Darwin </a:t>
                      </a:r>
                      <a:r>
                        <a:rPr kumimoji="0" lang="es-ES" sz="1600" b="0" i="0" u="none" strike="noStrike" kern="1200" cap="none" spc="0" normalizeH="0" baseline="0" noProof="0" dirty="0" err="1">
                          <a:ln>
                            <a:noFill/>
                          </a:ln>
                          <a:solidFill>
                            <a:srgbClr val="000000"/>
                          </a:solidFill>
                          <a:effectLst/>
                          <a:uLnTx/>
                          <a:uFillTx/>
                          <a:latin typeface="Calibri" panose="020F0502020204030204"/>
                          <a:ea typeface="+mn-ea"/>
                          <a:cs typeface="+mn-cs"/>
                        </a:rPr>
                        <a:t>Experience</a:t>
                      </a:r>
                      <a:endParaRPr kumimoji="0" lang="es-ES" sz="1600" b="0" i="0" u="none" strike="noStrike" kern="1200" cap="none" spc="0" normalizeH="0" baseline="0" noProof="0" dirty="0">
                        <a:ln>
                          <a:noFill/>
                        </a:ln>
                        <a:solidFill>
                          <a:srgbClr val="000000"/>
                        </a:solidFill>
                        <a:effectLst/>
                        <a:uLnTx/>
                        <a:uFillTx/>
                        <a:latin typeface="Calibri" panose="020F0502020204030204"/>
                        <a:ea typeface="+mn-ea"/>
                        <a:cs typeface="+mn-cs"/>
                      </a:endParaRPr>
                    </a:p>
                  </a:txBody>
                  <a:tcPr marT="45682" marB="45682"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600" b="0" i="0" u="none" strike="noStrike" kern="1200" dirty="0">
                          <a:solidFill>
                            <a:srgbClr val="000000"/>
                          </a:solidFill>
                          <a:effectLst/>
                          <a:latin typeface="+mn-lt"/>
                          <a:ea typeface="+mn-ea"/>
                          <a:cs typeface="+mn-cs"/>
                        </a:rPr>
                        <a:t>PaaS HC 2.0 </a:t>
                      </a:r>
                    </a:p>
                  </a:txBody>
                  <a:tcPr marT="45682" marB="45682"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600" b="0" i="0" u="none" strike="noStrike" kern="1200" dirty="0">
                          <a:solidFill>
                            <a:srgbClr val="000000"/>
                          </a:solidFill>
                          <a:effectLst/>
                          <a:latin typeface="+mn-lt"/>
                          <a:ea typeface="+mn-ea"/>
                          <a:cs typeface="+mn-cs"/>
                        </a:rPr>
                        <a:t>REST/JSON</a:t>
                      </a:r>
                    </a:p>
                  </a:txBody>
                  <a:tcPr marT="45682" marB="45682"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ct val="20000"/>
                        </a:spcBef>
                        <a:spcAft>
                          <a:spcPct val="0"/>
                        </a:spcAft>
                        <a:buClrTx/>
                        <a:buSzTx/>
                        <a:buFontTx/>
                        <a:buNone/>
                        <a:tabLst/>
                        <a:defRPr/>
                      </a:pPr>
                      <a:r>
                        <a:rPr lang="es-ES" sz="1600" b="0" i="0" u="none" strike="noStrike" kern="1200" dirty="0">
                          <a:solidFill>
                            <a:srgbClr val="000000"/>
                          </a:solidFill>
                          <a:effectLst/>
                          <a:latin typeface="+mn-lt"/>
                          <a:ea typeface="+mn-ea"/>
                          <a:cs typeface="+mn-cs"/>
                        </a:rPr>
                        <a:t>Acceso a microservicios de Backend Intranet  de </a:t>
                      </a:r>
                      <a:r>
                        <a:rPr lang="es-ES" sz="1600" b="0" i="0" u="none" strike="noStrike" kern="1200" dirty="0" err="1">
                          <a:solidFill>
                            <a:srgbClr val="000000"/>
                          </a:solidFill>
                          <a:effectLst/>
                          <a:latin typeface="+mn-lt"/>
                          <a:ea typeface="+mn-ea"/>
                          <a:cs typeface="+mn-cs"/>
                        </a:rPr>
                        <a:t>Hagase</a:t>
                      </a:r>
                      <a:r>
                        <a:rPr lang="es-ES" sz="1600" b="0" i="0" u="none" strike="noStrike" kern="1200" dirty="0">
                          <a:solidFill>
                            <a:srgbClr val="000000"/>
                          </a:solidFill>
                          <a:effectLst/>
                          <a:latin typeface="+mn-lt"/>
                          <a:ea typeface="+mn-ea"/>
                          <a:cs typeface="+mn-cs"/>
                        </a:rPr>
                        <a:t> Cliente. Son un total de 16 microservicios.</a:t>
                      </a:r>
                    </a:p>
                  </a:txBody>
                  <a:tcPr marT="45682" marB="45682"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4026052"/>
                  </a:ext>
                </a:extLst>
              </a:tr>
            </a:tbl>
          </a:graphicData>
        </a:graphic>
      </p:graphicFrame>
      <p:sp>
        <p:nvSpPr>
          <p:cNvPr id="2" name="Rectángulo 1">
            <a:extLst>
              <a:ext uri="{FF2B5EF4-FFF2-40B4-BE49-F238E27FC236}">
                <a16:creationId xmlns:a16="http://schemas.microsoft.com/office/drawing/2014/main" id="{4AF6FEC0-E67A-44B2-BE0A-6000F0038C50}"/>
              </a:ext>
            </a:extLst>
          </p:cNvPr>
          <p:cNvSpPr/>
          <p:nvPr/>
        </p:nvSpPr>
        <p:spPr>
          <a:xfrm>
            <a:off x="2006720" y="6120091"/>
            <a:ext cx="7466142" cy="261610"/>
          </a:xfrm>
          <a:prstGeom prst="rect">
            <a:avLst/>
          </a:prstGeom>
        </p:spPr>
        <p:txBody>
          <a:bodyPr wrap="square">
            <a:spAutoFit/>
          </a:bodyPr>
          <a:lstStyle/>
          <a:p>
            <a:pPr fontAlgn="ctr"/>
            <a:r>
              <a:rPr lang="es-ES" sz="1100" dirty="0">
                <a:solidFill>
                  <a:srgbClr val="000000"/>
                </a:solidFill>
              </a:rPr>
              <a:t>Nota: No es posible recuperar la infraestructura del SaaS de </a:t>
            </a:r>
            <a:r>
              <a:rPr lang="es-ES" sz="1100" dirty="0" err="1">
                <a:solidFill>
                  <a:srgbClr val="000000"/>
                </a:solidFill>
              </a:rPr>
              <a:t>Chatbot</a:t>
            </a:r>
            <a:r>
              <a:rPr lang="es-ES" sz="1100" dirty="0">
                <a:solidFill>
                  <a:srgbClr val="000000"/>
                </a:solidFill>
              </a:rPr>
              <a:t> de </a:t>
            </a:r>
            <a:r>
              <a:rPr lang="es-ES" sz="1100" dirty="0" err="1">
                <a:solidFill>
                  <a:srgbClr val="000000"/>
                </a:solidFill>
              </a:rPr>
              <a:t>Inbenta</a:t>
            </a:r>
            <a:r>
              <a:rPr lang="es-ES" sz="1100" dirty="0">
                <a:solidFill>
                  <a:srgbClr val="000000"/>
                </a:solidFill>
              </a:rPr>
              <a:t> ya que no lo permite el proveedor</a:t>
            </a:r>
            <a:endParaRPr lang="es-ES" sz="1100" dirty="0"/>
          </a:p>
        </p:txBody>
      </p:sp>
    </p:spTree>
    <p:extLst>
      <p:ext uri="{BB962C8B-B14F-4D97-AF65-F5344CB8AC3E}">
        <p14:creationId xmlns:p14="http://schemas.microsoft.com/office/powerpoint/2010/main" val="29234177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Marcador de texto 1">
            <a:extLst>
              <a:ext uri="{FF2B5EF4-FFF2-40B4-BE49-F238E27FC236}">
                <a16:creationId xmlns:a16="http://schemas.microsoft.com/office/drawing/2014/main" id="{E6EC0FA8-14B6-42CA-8357-9E45D12256CF}"/>
              </a:ext>
            </a:extLst>
          </p:cNvPr>
          <p:cNvSpPr txBox="1">
            <a:spLocks/>
          </p:cNvSpPr>
          <p:nvPr/>
        </p:nvSpPr>
        <p:spPr>
          <a:xfrm>
            <a:off x="318094" y="0"/>
            <a:ext cx="10833365" cy="1279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Font typeface="Arial" panose="020B0604020202020204" pitchFamily="34" charset="0"/>
              <a:buNone/>
            </a:pPr>
            <a:r>
              <a:rPr lang="es-ES" sz="1400" b="1" dirty="0">
                <a:solidFill>
                  <a:srgbClr val="EB0000"/>
                </a:solidFill>
                <a:ea typeface="Segoe UI" panose="020B0502040204020203" pitchFamily="34" charset="0"/>
                <a:cs typeface="Segoe UI" panose="020B0502040204020203" pitchFamily="34" charset="0"/>
              </a:rPr>
              <a:t>Solución </a:t>
            </a:r>
            <a:r>
              <a:rPr lang="es-ES" sz="1400" b="1" dirty="0">
                <a:solidFill>
                  <a:srgbClr val="EB0000"/>
                </a:solidFill>
                <a:cs typeface="Segoe UI" panose="020B0502040204020203" pitchFamily="34" charset="0"/>
              </a:rPr>
              <a:t>técnica</a:t>
            </a:r>
          </a:p>
          <a:p>
            <a:pPr marL="0" indent="0">
              <a:spcBef>
                <a:spcPts val="300"/>
              </a:spcBef>
              <a:buNone/>
            </a:pPr>
            <a:r>
              <a:rPr lang="es-ES" altLang="es-ES" sz="1800" b="1" dirty="0">
                <a:solidFill>
                  <a:srgbClr val="EB0000"/>
                </a:solidFill>
                <a:cs typeface="Segoe UI" panose="020B0502040204020203" pitchFamily="34" charset="0"/>
              </a:rPr>
              <a:t>Interfaces entre Sistemas</a:t>
            </a:r>
            <a:endParaRPr lang="es-ES" sz="1800" b="1" dirty="0">
              <a:solidFill>
                <a:srgbClr val="EB0000"/>
              </a:solidFill>
              <a:cs typeface="Segoe UI" panose="020B0502040204020203" pitchFamily="34" charset="0"/>
            </a:endParaRPr>
          </a:p>
          <a:p>
            <a:pPr marL="0" indent="0">
              <a:spcBef>
                <a:spcPts val="300"/>
              </a:spcBef>
              <a:buFont typeface="Arial" panose="020B0604020202020204" pitchFamily="34" charset="0"/>
              <a:buNone/>
            </a:pPr>
            <a:r>
              <a:rPr lang="es-ES" sz="1800" b="1" dirty="0">
                <a:solidFill>
                  <a:srgbClr val="EB0000"/>
                </a:solidFill>
                <a:ea typeface="Segoe UI" panose="020B0502040204020203" pitchFamily="34" charset="0"/>
                <a:cs typeface="Segoe UI" panose="020B0502040204020203" pitchFamily="34" charset="0"/>
              </a:rPr>
              <a:t> </a:t>
            </a:r>
          </a:p>
        </p:txBody>
      </p:sp>
      <p:sp>
        <p:nvSpPr>
          <p:cNvPr id="19" name="Rectangle 55" descr="Ángulos">
            <a:extLst>
              <a:ext uri="{FF2B5EF4-FFF2-40B4-BE49-F238E27FC236}">
                <a16:creationId xmlns:a16="http://schemas.microsoft.com/office/drawing/2014/main" id="{B95F56D6-D4D4-4ACB-8C24-FD94FF480038}"/>
              </a:ext>
            </a:extLst>
          </p:cNvPr>
          <p:cNvSpPr>
            <a:spLocks noChangeArrowheads="1"/>
          </p:cNvSpPr>
          <p:nvPr/>
        </p:nvSpPr>
        <p:spPr bwMode="auto">
          <a:xfrm flipV="1">
            <a:off x="9313899" y="6476243"/>
            <a:ext cx="317927" cy="171450"/>
          </a:xfrm>
          <a:prstGeom prst="rect">
            <a:avLst/>
          </a:prstGeom>
          <a:noFill/>
          <a:ln>
            <a:noFill/>
          </a:ln>
          <a:effectLst>
            <a:prstShdw prst="shdw17" dist="17961" dir="2700000">
              <a:srgbClr val="990000"/>
            </a:prstShdw>
          </a:effectLst>
        </p:spPr>
        <p:txBody>
          <a:bodyPr rot="10800000" wrap="none" anchor="ct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spcBef>
                <a:spcPct val="0"/>
              </a:spcBef>
              <a:buClr>
                <a:schemeClr val="accent2"/>
              </a:buClr>
              <a:buFont typeface="Wingdings" panose="05000000000000000000" pitchFamily="2" charset="2"/>
              <a:buNone/>
            </a:pPr>
            <a:endParaRPr lang="es-ES" altLang="es-ES" sz="1108">
              <a:solidFill>
                <a:schemeClr val="tx1"/>
              </a:solidFill>
            </a:endParaRPr>
          </a:p>
        </p:txBody>
      </p:sp>
      <p:graphicFrame>
        <p:nvGraphicFramePr>
          <p:cNvPr id="6" name="Tabla 5">
            <a:extLst>
              <a:ext uri="{FF2B5EF4-FFF2-40B4-BE49-F238E27FC236}">
                <a16:creationId xmlns:a16="http://schemas.microsoft.com/office/drawing/2014/main" id="{4EA38692-9CEF-4E1D-A87C-C4E1793568D1}"/>
              </a:ext>
            </a:extLst>
          </p:cNvPr>
          <p:cNvGraphicFramePr>
            <a:graphicFrameLocks noGrp="1"/>
          </p:cNvGraphicFramePr>
          <p:nvPr>
            <p:extLst>
              <p:ext uri="{D42A27DB-BD31-4B8C-83A1-F6EECF244321}">
                <p14:modId xmlns:p14="http://schemas.microsoft.com/office/powerpoint/2010/main" val="1059600851"/>
              </p:ext>
            </p:extLst>
          </p:nvPr>
        </p:nvGraphicFramePr>
        <p:xfrm>
          <a:off x="318094" y="639512"/>
          <a:ext cx="11555812" cy="5125183"/>
        </p:xfrm>
        <a:graphic>
          <a:graphicData uri="http://schemas.openxmlformats.org/drawingml/2006/table">
            <a:tbl>
              <a:tblPr/>
              <a:tblGrid>
                <a:gridCol w="476440">
                  <a:extLst>
                    <a:ext uri="{9D8B030D-6E8A-4147-A177-3AD203B41FA5}">
                      <a16:colId xmlns:a16="http://schemas.microsoft.com/office/drawing/2014/main" val="1679333959"/>
                    </a:ext>
                  </a:extLst>
                </a:gridCol>
                <a:gridCol w="1419277">
                  <a:extLst>
                    <a:ext uri="{9D8B030D-6E8A-4147-A177-3AD203B41FA5}">
                      <a16:colId xmlns:a16="http://schemas.microsoft.com/office/drawing/2014/main" val="132562875"/>
                    </a:ext>
                  </a:extLst>
                </a:gridCol>
                <a:gridCol w="2550694">
                  <a:extLst>
                    <a:ext uri="{9D8B030D-6E8A-4147-A177-3AD203B41FA5}">
                      <a16:colId xmlns:a16="http://schemas.microsoft.com/office/drawing/2014/main" val="3962172061"/>
                    </a:ext>
                  </a:extLst>
                </a:gridCol>
                <a:gridCol w="1235242">
                  <a:extLst>
                    <a:ext uri="{9D8B030D-6E8A-4147-A177-3AD203B41FA5}">
                      <a16:colId xmlns:a16="http://schemas.microsoft.com/office/drawing/2014/main" val="1121885685"/>
                    </a:ext>
                  </a:extLst>
                </a:gridCol>
                <a:gridCol w="5874159">
                  <a:extLst>
                    <a:ext uri="{9D8B030D-6E8A-4147-A177-3AD203B41FA5}">
                      <a16:colId xmlns:a16="http://schemas.microsoft.com/office/drawing/2014/main" val="2098101776"/>
                    </a:ext>
                  </a:extLst>
                </a:gridCol>
              </a:tblGrid>
              <a:tr h="389307">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Num.</a:t>
                      </a:r>
                    </a:p>
                    <a:p>
                      <a:pPr algn="ctr" fontAlgn="ctr"/>
                      <a:r>
                        <a:rPr lang="es-ES" sz="1400" b="1" i="0" u="none" strike="noStrike" dirty="0">
                          <a:solidFill>
                            <a:srgbClr val="FFFFFF"/>
                          </a:solidFill>
                          <a:effectLst/>
                          <a:latin typeface="+mj-lt"/>
                        </a:rPr>
                        <a:t> Id.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Sistema Origen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Sistema Destino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Protocolo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Observaciones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32590006"/>
                  </a:ext>
                </a:extLst>
              </a:tr>
              <a:tr h="583891">
                <a:tc>
                  <a:txBody>
                    <a:bodyPr/>
                    <a:lstStyle/>
                    <a:p>
                      <a:pPr marL="0" algn="ctr" defTabSz="914400" rtl="0" eaLnBrk="1" fontAlgn="ctr" latinLnBrk="0" hangingPunct="1"/>
                      <a:r>
                        <a:rPr lang="es-ES" sz="1400" b="1" i="0" u="none" strike="noStrike" kern="1200" dirty="0">
                          <a:solidFill>
                            <a:schemeClr val="bg1"/>
                          </a:solidFill>
                          <a:effectLst/>
                          <a:latin typeface="Calibri" panose="020F0502020204030204" pitchFamily="34" charset="0"/>
                          <a:ea typeface="+mn-ea"/>
                          <a:cs typeface="+mn-cs"/>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s-ES" sz="1200" b="0" i="0" u="none" strike="noStrike" cap="none" normalizeH="0" baseline="0" dirty="0">
                          <a:ln>
                            <a:noFill/>
                          </a:ln>
                          <a:solidFill>
                            <a:schemeClr val="tx1"/>
                          </a:solidFill>
                          <a:effectLst/>
                          <a:latin typeface="Arial" charset="0"/>
                        </a:rPr>
                        <a:t>PaaS HC 2.0</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90" rtl="0" eaLnBrk="1" fontAlgn="auto" latinLnBrk="0" hangingPunct="1">
                        <a:lnSpc>
                          <a:spcPct val="100000"/>
                        </a:lnSpc>
                        <a:spcBef>
                          <a:spcPts val="0"/>
                        </a:spcBef>
                        <a:spcAft>
                          <a:spcPts val="0"/>
                        </a:spcAft>
                        <a:buClrTx/>
                        <a:buSzTx/>
                        <a:buFontTx/>
                        <a:buNone/>
                        <a:tabLst/>
                        <a:defRPr/>
                      </a:pPr>
                      <a:r>
                        <a:rPr kumimoji="0" lang="es-ES" sz="1200" b="0" i="0" u="none" strike="noStrike" cap="none" normalizeH="0" baseline="0" dirty="0">
                          <a:ln>
                            <a:noFill/>
                          </a:ln>
                          <a:solidFill>
                            <a:schemeClr val="tx1"/>
                          </a:solidFill>
                          <a:effectLst/>
                          <a:latin typeface="Arial" charset="0"/>
                        </a:rPr>
                        <a:t>BKS</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kumimoji="0" lang="es-ES" sz="1200" b="0" i="0" u="none" strike="noStrike" cap="none" normalizeH="0" baseline="0" dirty="0">
                          <a:ln>
                            <a:noFill/>
                          </a:ln>
                          <a:solidFill>
                            <a:schemeClr val="tx1"/>
                          </a:solidFill>
                          <a:effectLst/>
                          <a:latin typeface="Arial" charset="0"/>
                        </a:rPr>
                        <a:t>Protocolo: </a:t>
                      </a:r>
                      <a:r>
                        <a:rPr kumimoji="0" lang="es-ES" sz="1200" b="0" i="0" u="none" strike="noStrike" kern="1200" cap="none" normalizeH="0" baseline="0" dirty="0">
                          <a:ln>
                            <a:noFill/>
                          </a:ln>
                          <a:solidFill>
                            <a:schemeClr val="tx1"/>
                          </a:solidFill>
                          <a:effectLst/>
                          <a:latin typeface="Arial" charset="0"/>
                          <a:ea typeface="+mn-ea"/>
                          <a:cs typeface="+mn-cs"/>
                        </a:rPr>
                        <a:t>https</a:t>
                      </a:r>
                      <a:endParaRPr kumimoji="0" lang="es-ES" sz="1200" b="0" i="0" u="none" strike="noStrike" cap="none" normalizeH="0" baseline="0" dirty="0">
                        <a:ln>
                          <a:noFill/>
                        </a:ln>
                        <a:solidFill>
                          <a:schemeClr val="tx1"/>
                        </a:solidFill>
                        <a:effectLst/>
                        <a:latin typeface="Arial" charset="0"/>
                      </a:endParaRPr>
                    </a:p>
                  </a:txBody>
                  <a:tcPr marR="60960" marT="292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390" rtl="0" eaLnBrk="1" fontAlgn="auto" latinLnBrk="0" hangingPunct="1">
                        <a:lnSpc>
                          <a:spcPct val="100000"/>
                        </a:lnSpc>
                        <a:spcBef>
                          <a:spcPts val="0"/>
                        </a:spcBef>
                        <a:spcAft>
                          <a:spcPts val="0"/>
                        </a:spcAft>
                        <a:buClrTx/>
                        <a:buSzTx/>
                        <a:buFontTx/>
                        <a:buNone/>
                        <a:tabLst/>
                        <a:defRPr/>
                      </a:pPr>
                      <a:r>
                        <a:rPr kumimoji="0" lang="es-ES" sz="1200" b="0" i="0" u="none" strike="noStrike" kern="1200" cap="none" normalizeH="0" baseline="0" dirty="0">
                          <a:ln>
                            <a:noFill/>
                          </a:ln>
                          <a:solidFill>
                            <a:schemeClr val="tx1"/>
                          </a:solidFill>
                          <a:effectLst/>
                          <a:latin typeface="Arial" charset="0"/>
                          <a:ea typeface="+mn-ea"/>
                          <a:cs typeface="+mn-cs"/>
                        </a:rPr>
                        <a:t>Desde los diferentes micros del PaaS se accederá a los diferentes servicios BKS:</a:t>
                      </a:r>
                    </a:p>
                    <a:p>
                      <a:pPr marL="0" marR="0" indent="0" algn="l" defTabSz="914390" rtl="0" eaLnBrk="1" fontAlgn="auto" latinLnBrk="0" hangingPunct="1">
                        <a:lnSpc>
                          <a:spcPct val="100000"/>
                        </a:lnSpc>
                        <a:spcBef>
                          <a:spcPts val="0"/>
                        </a:spcBef>
                        <a:spcAft>
                          <a:spcPts val="0"/>
                        </a:spcAft>
                        <a:buClrTx/>
                        <a:buSzTx/>
                        <a:buFontTx/>
                        <a:buNone/>
                        <a:tabLst/>
                        <a:defRPr/>
                      </a:pPr>
                      <a:r>
                        <a:rPr kumimoji="0" lang="es-ES" sz="1200" b="0" i="0" u="none" strike="noStrike" kern="1200" cap="none" normalizeH="0" baseline="0" dirty="0">
                          <a:ln>
                            <a:noFill/>
                          </a:ln>
                          <a:solidFill>
                            <a:schemeClr val="tx1"/>
                          </a:solidFill>
                          <a:effectLst/>
                          <a:latin typeface="Arial" charset="0"/>
                          <a:ea typeface="+mn-ea"/>
                          <a:cs typeface="+mn-cs"/>
                        </a:rPr>
                        <a:t>-   </a:t>
                      </a:r>
                      <a:r>
                        <a:rPr kumimoji="0" lang="es-ES" sz="1200" b="0" i="0" u="none" strike="noStrike" kern="1200" cap="none" normalizeH="0" baseline="0" dirty="0">
                          <a:ln>
                            <a:noFill/>
                          </a:ln>
                          <a:solidFill>
                            <a:schemeClr val="tx1"/>
                          </a:solidFill>
                          <a:effectLst/>
                          <a:latin typeface="Arial" charset="0"/>
                          <a:ea typeface="+mn-ea"/>
                          <a:cs typeface="+mn-cs"/>
                          <a:sym typeface="Wingdings" panose="05000000000000000000" pitchFamily="2" charset="2"/>
                        </a:rPr>
                        <a:t>Alta Productos -&gt;  </a:t>
                      </a:r>
                      <a:r>
                        <a:rPr kumimoji="0" lang="es-ES" sz="1200" b="0" i="0" u="none" strike="noStrike" kern="1200" cap="none" normalizeH="0" baseline="0" dirty="0" err="1">
                          <a:ln>
                            <a:noFill/>
                          </a:ln>
                          <a:solidFill>
                            <a:schemeClr val="tx1"/>
                          </a:solidFill>
                          <a:effectLst/>
                          <a:latin typeface="Arial" charset="0"/>
                          <a:ea typeface="+mn-ea"/>
                          <a:cs typeface="+mn-cs"/>
                          <a:sym typeface="Wingdings" panose="05000000000000000000" pitchFamily="2" charset="2"/>
                        </a:rPr>
                        <a:t>FiOC</a:t>
                      </a:r>
                      <a:r>
                        <a:rPr kumimoji="0" lang="es-ES" sz="1200" b="0" i="0" u="none" strike="noStrike" kern="1200" cap="none" normalizeH="0" baseline="0" dirty="0">
                          <a:ln>
                            <a:noFill/>
                          </a:ln>
                          <a:solidFill>
                            <a:schemeClr val="tx1"/>
                          </a:solidFill>
                          <a:effectLst/>
                          <a:latin typeface="Arial" charset="0"/>
                          <a:ea typeface="+mn-ea"/>
                          <a:cs typeface="+mn-cs"/>
                          <a:sym typeface="Wingdings" panose="05000000000000000000" pitchFamily="2" charset="2"/>
                        </a:rPr>
                        <a:t>.</a:t>
                      </a:r>
                    </a:p>
                    <a:p>
                      <a:pPr marL="0" marR="0" indent="0" algn="l" defTabSz="914390" rtl="0" eaLnBrk="1" fontAlgn="auto" latinLnBrk="0" hangingPunct="1">
                        <a:lnSpc>
                          <a:spcPct val="100000"/>
                        </a:lnSpc>
                        <a:spcBef>
                          <a:spcPts val="0"/>
                        </a:spcBef>
                        <a:spcAft>
                          <a:spcPts val="0"/>
                        </a:spcAft>
                        <a:buClrTx/>
                        <a:buSzTx/>
                        <a:buFontTx/>
                        <a:buNone/>
                        <a:tabLst/>
                        <a:defRPr/>
                      </a:pPr>
                      <a:r>
                        <a:rPr kumimoji="0" lang="es-ES" sz="1200" b="0" i="0" u="none" strike="noStrike" kern="1200" cap="none" normalizeH="0" baseline="0" dirty="0">
                          <a:ln>
                            <a:noFill/>
                          </a:ln>
                          <a:solidFill>
                            <a:schemeClr val="tx1"/>
                          </a:solidFill>
                          <a:effectLst/>
                          <a:latin typeface="Arial" charset="0"/>
                          <a:ea typeface="+mn-ea"/>
                          <a:cs typeface="+mn-cs"/>
                        </a:rPr>
                        <a:t>-   Pagos-&gt;Pagos</a:t>
                      </a:r>
                    </a:p>
                    <a:p>
                      <a:pPr marL="171450" marR="0" indent="-171450" algn="l" defTabSz="914390" rtl="0" eaLnBrk="1" fontAlgn="auto" latinLnBrk="0" hangingPunct="1">
                        <a:lnSpc>
                          <a:spcPct val="100000"/>
                        </a:lnSpc>
                        <a:spcBef>
                          <a:spcPts val="0"/>
                        </a:spcBef>
                        <a:spcAft>
                          <a:spcPts val="0"/>
                        </a:spcAft>
                        <a:buClrTx/>
                        <a:buSzTx/>
                        <a:buFontTx/>
                        <a:buChar char="-"/>
                        <a:tabLst/>
                        <a:defRPr/>
                      </a:pPr>
                      <a:r>
                        <a:rPr kumimoji="0" lang="es-ES" sz="1200" b="0" i="0" u="none" strike="noStrike" kern="1200" cap="none" normalizeH="0" baseline="0" dirty="0">
                          <a:ln>
                            <a:noFill/>
                          </a:ln>
                          <a:solidFill>
                            <a:schemeClr val="tx1"/>
                          </a:solidFill>
                          <a:effectLst/>
                          <a:latin typeface="Arial" charset="0"/>
                          <a:ea typeface="+mn-ea"/>
                          <a:cs typeface="+mn-cs"/>
                        </a:rPr>
                        <a:t>Producto tramitación-&gt;  MPDEES.</a:t>
                      </a:r>
                    </a:p>
                    <a:p>
                      <a:pPr marL="0" marR="0" indent="0" algn="l" defTabSz="914390" rtl="0" eaLnBrk="1" fontAlgn="auto" latinLnBrk="0" hangingPunct="1">
                        <a:lnSpc>
                          <a:spcPct val="100000"/>
                        </a:lnSpc>
                        <a:spcBef>
                          <a:spcPts val="0"/>
                        </a:spcBef>
                        <a:spcAft>
                          <a:spcPts val="0"/>
                        </a:spcAft>
                        <a:buClrTx/>
                        <a:buSzTx/>
                        <a:buFontTx/>
                        <a:buNone/>
                        <a:tabLst/>
                        <a:defRPr/>
                      </a:pPr>
                      <a:r>
                        <a:rPr kumimoji="0" lang="es-ES" sz="1200" b="0" i="0" u="none" strike="noStrike" kern="1200" cap="none" normalizeH="0" baseline="0" dirty="0">
                          <a:ln>
                            <a:noFill/>
                          </a:ln>
                          <a:solidFill>
                            <a:schemeClr val="tx1"/>
                          </a:solidFill>
                          <a:effectLst/>
                          <a:latin typeface="Arial" charset="0"/>
                          <a:ea typeface="+mn-ea"/>
                          <a:cs typeface="+mn-cs"/>
                        </a:rPr>
                        <a:t>En versiones posteriores se sustituirán estos BKS por micros en el PaaS.</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2895803"/>
                  </a:ext>
                </a:extLst>
              </a:tr>
              <a:tr h="583891">
                <a:tc>
                  <a:txBody>
                    <a:bodyPr/>
                    <a:lstStyle/>
                    <a:p>
                      <a:pPr marL="0" algn="ctr" defTabSz="914400" rtl="0" eaLnBrk="1" fontAlgn="ctr" latinLnBrk="0" hangingPunct="1"/>
                      <a:r>
                        <a:rPr lang="es-ES" sz="1400" b="1" i="0" u="none" strike="noStrike" kern="1200" dirty="0">
                          <a:solidFill>
                            <a:schemeClr val="bg1"/>
                          </a:solidFill>
                          <a:effectLst/>
                          <a:latin typeface="Calibri" panose="020F0502020204030204" pitchFamily="34" charset="0"/>
                          <a:ea typeface="+mn-ea"/>
                          <a:cs typeface="+mn-cs"/>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s-ES" sz="1200" b="0" i="0" u="none" strike="noStrike" cap="none" normalizeH="0" baseline="0" dirty="0">
                          <a:ln>
                            <a:noFill/>
                          </a:ln>
                          <a:solidFill>
                            <a:schemeClr val="tx1"/>
                          </a:solidFill>
                          <a:effectLst/>
                          <a:latin typeface="Arial" charset="0"/>
                        </a:rPr>
                        <a:t>PaaS HC 2.0</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90" rtl="0" eaLnBrk="1" fontAlgn="auto" latinLnBrk="0" hangingPunct="1">
                        <a:lnSpc>
                          <a:spcPct val="100000"/>
                        </a:lnSpc>
                        <a:spcBef>
                          <a:spcPts val="0"/>
                        </a:spcBef>
                        <a:spcAft>
                          <a:spcPts val="0"/>
                        </a:spcAft>
                        <a:buClrTx/>
                        <a:buSzTx/>
                        <a:buFontTx/>
                        <a:buNone/>
                        <a:tabLst/>
                        <a:defRPr/>
                      </a:pPr>
                      <a:r>
                        <a:rPr kumimoji="0" lang="es-ES" sz="1200" b="0" i="0" u="none" strike="noStrike" cap="none" normalizeH="0" baseline="0" dirty="0">
                          <a:ln>
                            <a:noFill/>
                          </a:ln>
                          <a:solidFill>
                            <a:schemeClr val="tx1"/>
                          </a:solidFill>
                          <a:effectLst/>
                          <a:latin typeface="Arial" charset="0"/>
                        </a:rPr>
                        <a:t>2.0</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kumimoji="0" lang="es-ES" sz="1200" b="0" i="0" u="none" strike="noStrike" cap="none" normalizeH="0" baseline="0" dirty="0">
                          <a:ln>
                            <a:noFill/>
                          </a:ln>
                          <a:solidFill>
                            <a:schemeClr val="tx1"/>
                          </a:solidFill>
                          <a:effectLst/>
                          <a:latin typeface="Arial" charset="0"/>
                        </a:rPr>
                        <a:t>Protocolo: </a:t>
                      </a:r>
                      <a:r>
                        <a:rPr kumimoji="0" lang="es-ES" sz="1200" b="0" i="0" u="none" strike="noStrike" kern="1200" cap="none" normalizeH="0" baseline="0" dirty="0">
                          <a:ln>
                            <a:noFill/>
                          </a:ln>
                          <a:solidFill>
                            <a:schemeClr val="tx1"/>
                          </a:solidFill>
                          <a:effectLst/>
                          <a:latin typeface="Arial" charset="0"/>
                          <a:ea typeface="+mn-ea"/>
                          <a:cs typeface="+mn-cs"/>
                        </a:rPr>
                        <a:t>rest/json</a:t>
                      </a:r>
                      <a:endParaRPr kumimoji="0" lang="es-ES" sz="1200" b="0" i="0" u="none" strike="noStrike" cap="none" normalizeH="0" baseline="0" dirty="0">
                        <a:ln>
                          <a:noFill/>
                        </a:ln>
                        <a:solidFill>
                          <a:schemeClr val="tx1"/>
                        </a:solidFill>
                        <a:effectLst/>
                        <a:latin typeface="Arial" charset="0"/>
                      </a:endParaRPr>
                    </a:p>
                  </a:txBody>
                  <a:tcPr marR="60960" marT="292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390" rtl="0" eaLnBrk="1" fontAlgn="auto" latinLnBrk="0" hangingPunct="1">
                        <a:lnSpc>
                          <a:spcPct val="100000"/>
                        </a:lnSpc>
                        <a:spcBef>
                          <a:spcPts val="0"/>
                        </a:spcBef>
                        <a:spcAft>
                          <a:spcPts val="0"/>
                        </a:spcAft>
                        <a:buClrTx/>
                        <a:buSzTx/>
                        <a:buFontTx/>
                        <a:buNone/>
                        <a:tabLst/>
                        <a:defRPr/>
                      </a:pPr>
                      <a:r>
                        <a:rPr kumimoji="0" lang="es-ES" sz="1200" b="0" i="0" u="none" strike="noStrike" kern="1200" cap="none" normalizeH="0" baseline="0" dirty="0">
                          <a:ln>
                            <a:noFill/>
                          </a:ln>
                          <a:solidFill>
                            <a:schemeClr val="tx1"/>
                          </a:solidFill>
                          <a:effectLst/>
                          <a:latin typeface="Arial" charset="0"/>
                          <a:ea typeface="+mn-ea"/>
                          <a:cs typeface="+mn-cs"/>
                        </a:rPr>
                        <a:t>Comunicación entre micros del propio PaaS sin dependencias externas:</a:t>
                      </a:r>
                    </a:p>
                    <a:p>
                      <a:pPr marL="171450" marR="0" indent="-171450" algn="l" defTabSz="914390" rtl="0" eaLnBrk="1" fontAlgn="auto" latinLnBrk="0" hangingPunct="1">
                        <a:lnSpc>
                          <a:spcPct val="100000"/>
                        </a:lnSpc>
                        <a:spcBef>
                          <a:spcPts val="0"/>
                        </a:spcBef>
                        <a:spcAft>
                          <a:spcPts val="0"/>
                        </a:spcAft>
                        <a:buClrTx/>
                        <a:buSzTx/>
                        <a:buFontTx/>
                        <a:buChar char="-"/>
                        <a:tabLst/>
                        <a:defRPr/>
                      </a:pPr>
                      <a:r>
                        <a:rPr kumimoji="0" lang="es-ES" sz="1200" b="0" i="0" u="none" strike="noStrike" kern="1200" cap="none" normalizeH="0" baseline="0" dirty="0">
                          <a:ln>
                            <a:noFill/>
                          </a:ln>
                          <a:solidFill>
                            <a:schemeClr val="tx1"/>
                          </a:solidFill>
                          <a:effectLst/>
                          <a:latin typeface="Arial" charset="0"/>
                          <a:ea typeface="+mn-ea"/>
                          <a:cs typeface="+mn-cs"/>
                        </a:rPr>
                        <a:t>Micro alta cliente orquestador. Orquesta las llamadas al resto de micros en la parte de </a:t>
                      </a:r>
                      <a:r>
                        <a:rPr kumimoji="0" lang="es-ES" sz="1200" b="0" i="0" u="none" strike="noStrike" kern="1200" cap="none" normalizeH="0" baseline="0" dirty="0" err="1">
                          <a:ln>
                            <a:noFill/>
                          </a:ln>
                          <a:solidFill>
                            <a:schemeClr val="tx1"/>
                          </a:solidFill>
                          <a:effectLst/>
                          <a:latin typeface="Arial" charset="0"/>
                          <a:ea typeface="+mn-ea"/>
                          <a:cs typeface="+mn-cs"/>
                        </a:rPr>
                        <a:t>Onbarding</a:t>
                      </a:r>
                      <a:r>
                        <a:rPr kumimoji="0" lang="es-ES" sz="1200" b="0" i="0" u="none" strike="noStrike" kern="1200" cap="none" normalizeH="0" baseline="0" dirty="0">
                          <a:ln>
                            <a:noFill/>
                          </a:ln>
                          <a:solidFill>
                            <a:schemeClr val="tx1"/>
                          </a:solidFill>
                          <a:effectLst/>
                          <a:latin typeface="Arial" charset="0"/>
                          <a:ea typeface="+mn-ea"/>
                          <a:cs typeface="+mn-cs"/>
                        </a:rPr>
                        <a:t>.</a:t>
                      </a:r>
                    </a:p>
                    <a:p>
                      <a:pPr marL="171450" marR="0" indent="-171450" algn="l" defTabSz="914390" rtl="0" eaLnBrk="1" fontAlgn="auto" latinLnBrk="0" hangingPunct="1">
                        <a:lnSpc>
                          <a:spcPct val="100000"/>
                        </a:lnSpc>
                        <a:spcBef>
                          <a:spcPts val="0"/>
                        </a:spcBef>
                        <a:spcAft>
                          <a:spcPts val="0"/>
                        </a:spcAft>
                        <a:buClrTx/>
                        <a:buSzTx/>
                        <a:buFontTx/>
                        <a:buChar char="-"/>
                        <a:tabLst/>
                        <a:defRPr/>
                      </a:pPr>
                      <a:r>
                        <a:rPr kumimoji="0" lang="es-ES" sz="1200" b="0" i="0" u="none" strike="noStrike" kern="1200" cap="none" normalizeH="0" baseline="0" dirty="0">
                          <a:ln>
                            <a:noFill/>
                          </a:ln>
                          <a:solidFill>
                            <a:schemeClr val="tx1"/>
                          </a:solidFill>
                          <a:effectLst/>
                          <a:latin typeface="Arial" charset="0"/>
                          <a:ea typeface="+mn-ea"/>
                          <a:cs typeface="+mn-cs"/>
                        </a:rPr>
                        <a:t>Micro alta tramitación orquestador. . Orquesta las llamadas al resto de micros en la parte de </a:t>
                      </a:r>
                      <a:r>
                        <a:rPr kumimoji="0" lang="es-ES" sz="1200" b="0" i="0" u="none" strike="noStrike" kern="1200" cap="none" normalizeH="0" baseline="0" dirty="0" err="1">
                          <a:ln>
                            <a:noFill/>
                          </a:ln>
                          <a:solidFill>
                            <a:schemeClr val="tx1"/>
                          </a:solidFill>
                          <a:effectLst/>
                          <a:latin typeface="Arial" charset="0"/>
                          <a:ea typeface="+mn-ea"/>
                          <a:cs typeface="+mn-cs"/>
                        </a:rPr>
                        <a:t>Backoffice</a:t>
                      </a:r>
                      <a:r>
                        <a:rPr kumimoji="0" lang="es-ES" sz="1200" b="0" i="0" u="none" strike="noStrike" kern="1200" cap="none" normalizeH="0" baseline="0" dirty="0">
                          <a:ln>
                            <a:noFill/>
                          </a:ln>
                          <a:solidFill>
                            <a:schemeClr val="tx1"/>
                          </a:solidFill>
                          <a:effectLst/>
                          <a:latin typeface="Arial" charset="0"/>
                          <a:ea typeface="+mn-ea"/>
                          <a:cs typeface="+mn-cs"/>
                        </a:rPr>
                        <a:t>.</a:t>
                      </a:r>
                    </a:p>
                    <a:p>
                      <a:pPr marL="171450" marR="0" indent="-171450" algn="l" defTabSz="914390" rtl="0" eaLnBrk="1" fontAlgn="auto" latinLnBrk="0" hangingPunct="1">
                        <a:lnSpc>
                          <a:spcPct val="100000"/>
                        </a:lnSpc>
                        <a:spcBef>
                          <a:spcPts val="0"/>
                        </a:spcBef>
                        <a:spcAft>
                          <a:spcPts val="0"/>
                        </a:spcAft>
                        <a:buClrTx/>
                        <a:buSzTx/>
                        <a:buFontTx/>
                        <a:buChar char="-"/>
                        <a:tabLst/>
                        <a:defRPr/>
                      </a:pPr>
                      <a:r>
                        <a:rPr kumimoji="0" lang="es-ES" sz="1200" b="0" i="0" u="none" strike="noStrike" kern="1200" cap="none" normalizeH="0" baseline="0" dirty="0">
                          <a:ln>
                            <a:noFill/>
                          </a:ln>
                          <a:solidFill>
                            <a:schemeClr val="tx1"/>
                          </a:solidFill>
                          <a:effectLst/>
                          <a:latin typeface="Arial" charset="0"/>
                          <a:ea typeface="+mn-ea"/>
                          <a:cs typeface="+mn-cs"/>
                        </a:rPr>
                        <a:t>Micro expediente </a:t>
                      </a:r>
                      <a:r>
                        <a:rPr kumimoji="0" lang="es-ES" sz="1200" b="0" i="0" u="none" strike="noStrike" kern="1200" cap="none" normalizeH="0" baseline="0" dirty="0" err="1">
                          <a:ln>
                            <a:noFill/>
                          </a:ln>
                          <a:solidFill>
                            <a:schemeClr val="tx1"/>
                          </a:solidFill>
                          <a:effectLst/>
                          <a:latin typeface="Arial" charset="0"/>
                          <a:ea typeface="+mn-ea"/>
                          <a:cs typeface="+mn-cs"/>
                        </a:rPr>
                        <a:t>write</a:t>
                      </a:r>
                      <a:r>
                        <a:rPr kumimoji="0" lang="es-ES" sz="1200" b="0" i="0" u="none" strike="noStrike" kern="1200" cap="none" normalizeH="0" baseline="0" dirty="0">
                          <a:ln>
                            <a:noFill/>
                          </a:ln>
                          <a:solidFill>
                            <a:schemeClr val="tx1"/>
                          </a:solidFill>
                          <a:effectLst/>
                          <a:latin typeface="Arial" charset="0"/>
                          <a:ea typeface="+mn-ea"/>
                          <a:cs typeface="+mn-cs"/>
                        </a:rPr>
                        <a:t>. Aplica patrón CQRS para escritura. Gestiona el acceso de BD de la operativa.  </a:t>
                      </a:r>
                    </a:p>
                    <a:p>
                      <a:pPr marL="171450" marR="0" indent="-171450" algn="l" defTabSz="914390" rtl="0" eaLnBrk="1" fontAlgn="auto" latinLnBrk="0" hangingPunct="1">
                        <a:lnSpc>
                          <a:spcPct val="100000"/>
                        </a:lnSpc>
                        <a:spcBef>
                          <a:spcPts val="0"/>
                        </a:spcBef>
                        <a:spcAft>
                          <a:spcPts val="0"/>
                        </a:spcAft>
                        <a:buClrTx/>
                        <a:buSzTx/>
                        <a:buFontTx/>
                        <a:buChar char="-"/>
                        <a:tabLst/>
                        <a:defRPr/>
                      </a:pPr>
                      <a:r>
                        <a:rPr kumimoji="0" lang="es-ES" sz="1200" b="0" i="0" u="none" strike="noStrike" kern="1200" cap="none" normalizeH="0" baseline="0" dirty="0">
                          <a:ln>
                            <a:noFill/>
                          </a:ln>
                          <a:solidFill>
                            <a:schemeClr val="tx1"/>
                          </a:solidFill>
                          <a:effectLst/>
                          <a:latin typeface="Arial" charset="0"/>
                          <a:ea typeface="+mn-ea"/>
                          <a:cs typeface="+mn-cs"/>
                        </a:rPr>
                        <a:t>Micro expediente </a:t>
                      </a:r>
                      <a:r>
                        <a:rPr kumimoji="0" lang="es-ES" sz="1200" b="0" i="0" u="none" strike="noStrike" kern="1200" cap="none" normalizeH="0" baseline="0" dirty="0" err="1">
                          <a:ln>
                            <a:noFill/>
                          </a:ln>
                          <a:solidFill>
                            <a:schemeClr val="tx1"/>
                          </a:solidFill>
                          <a:effectLst/>
                          <a:latin typeface="Arial" charset="0"/>
                          <a:ea typeface="+mn-ea"/>
                          <a:cs typeface="+mn-cs"/>
                        </a:rPr>
                        <a:t>read</a:t>
                      </a:r>
                      <a:r>
                        <a:rPr kumimoji="0" lang="es-ES" sz="1200" b="0" i="0" u="none" strike="noStrike" kern="1200" cap="none" normalizeH="0" baseline="0" dirty="0">
                          <a:ln>
                            <a:noFill/>
                          </a:ln>
                          <a:solidFill>
                            <a:schemeClr val="tx1"/>
                          </a:solidFill>
                          <a:effectLst/>
                          <a:latin typeface="Arial" charset="0"/>
                          <a:ea typeface="+mn-ea"/>
                          <a:cs typeface="+mn-cs"/>
                        </a:rPr>
                        <a:t>. Aplica patrón CQRS para lectura. Gestiona el acceso de BD de la operativa. </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3115856"/>
                  </a:ext>
                </a:extLst>
              </a:tr>
              <a:tr h="583891">
                <a:tc>
                  <a:txBody>
                    <a:bodyPr/>
                    <a:lstStyle/>
                    <a:p>
                      <a:pPr marL="0" algn="ctr" defTabSz="914400" rtl="0" eaLnBrk="1" fontAlgn="ctr" latinLnBrk="0" hangingPunct="1"/>
                      <a:r>
                        <a:rPr lang="es-ES" sz="1400" b="1" i="0" u="none" strike="noStrike" kern="1200" dirty="0">
                          <a:solidFill>
                            <a:schemeClr val="bg1"/>
                          </a:solidFill>
                          <a:effectLst/>
                          <a:latin typeface="Calibri" panose="020F0502020204030204" pitchFamily="34" charset="0"/>
                          <a:ea typeface="+mn-ea"/>
                          <a:cs typeface="+mn-cs"/>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s-ES" sz="1200" b="0" i="0" u="none" strike="noStrike" cap="none" normalizeH="0" baseline="0" dirty="0">
                          <a:ln>
                            <a:noFill/>
                          </a:ln>
                          <a:solidFill>
                            <a:schemeClr val="tx1"/>
                          </a:solidFill>
                          <a:effectLst/>
                          <a:latin typeface="Arial" charset="0"/>
                        </a:rPr>
                        <a:t>PaaS HC 2.0</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90" rtl="0" eaLnBrk="1" fontAlgn="auto" latinLnBrk="0" hangingPunct="1">
                        <a:lnSpc>
                          <a:spcPct val="100000"/>
                        </a:lnSpc>
                        <a:spcBef>
                          <a:spcPts val="0"/>
                        </a:spcBef>
                        <a:spcAft>
                          <a:spcPts val="0"/>
                        </a:spcAft>
                        <a:buClrTx/>
                        <a:buSzTx/>
                        <a:buFontTx/>
                        <a:buNone/>
                        <a:tabLst/>
                        <a:defRPr/>
                      </a:pPr>
                      <a:r>
                        <a:rPr kumimoji="0" lang="es-ES" sz="1200" b="0" i="0" u="none" strike="noStrike" cap="none" normalizeH="0" baseline="0" dirty="0">
                          <a:ln>
                            <a:noFill/>
                          </a:ln>
                          <a:solidFill>
                            <a:schemeClr val="tx1"/>
                          </a:solidFill>
                          <a:effectLst/>
                          <a:latin typeface="Arial" charset="0"/>
                        </a:rPr>
                        <a:t>Servicios Externos</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kumimoji="0" lang="es-ES" sz="1200" b="0" i="0" u="none" strike="noStrike" cap="none" normalizeH="0" baseline="0" dirty="0">
                          <a:ln>
                            <a:noFill/>
                          </a:ln>
                          <a:solidFill>
                            <a:schemeClr val="tx1"/>
                          </a:solidFill>
                          <a:effectLst/>
                          <a:latin typeface="Arial" charset="0"/>
                        </a:rPr>
                        <a:t>Protocolo: </a:t>
                      </a:r>
                      <a:r>
                        <a:rPr kumimoji="0" lang="es-ES" sz="1200" b="0" i="0" u="none" strike="noStrike" kern="1200" cap="none" normalizeH="0" baseline="0" dirty="0">
                          <a:ln>
                            <a:noFill/>
                          </a:ln>
                          <a:solidFill>
                            <a:schemeClr val="tx1"/>
                          </a:solidFill>
                          <a:effectLst/>
                          <a:latin typeface="Arial" charset="0"/>
                          <a:ea typeface="+mn-ea"/>
                          <a:cs typeface="+mn-cs"/>
                        </a:rPr>
                        <a:t>https</a:t>
                      </a:r>
                      <a:endParaRPr kumimoji="0" lang="es-ES" sz="1200" b="0" i="0" u="none" strike="noStrike" cap="none" normalizeH="0" baseline="0" dirty="0">
                        <a:ln>
                          <a:noFill/>
                        </a:ln>
                        <a:solidFill>
                          <a:schemeClr val="tx1"/>
                        </a:solidFill>
                        <a:effectLst/>
                        <a:latin typeface="Arial" charset="0"/>
                      </a:endParaRPr>
                    </a:p>
                  </a:txBody>
                  <a:tcPr marR="60960" marT="292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390" rtl="0" eaLnBrk="1" fontAlgn="auto" latinLnBrk="0" hangingPunct="1">
                        <a:lnSpc>
                          <a:spcPct val="100000"/>
                        </a:lnSpc>
                        <a:spcBef>
                          <a:spcPts val="0"/>
                        </a:spcBef>
                        <a:spcAft>
                          <a:spcPts val="0"/>
                        </a:spcAft>
                        <a:buClrTx/>
                        <a:buSzTx/>
                        <a:buFontTx/>
                        <a:buNone/>
                        <a:tabLst/>
                        <a:defRPr/>
                      </a:pPr>
                      <a:r>
                        <a:rPr kumimoji="0" lang="es-ES" sz="1200" b="0" i="0" u="none" strike="noStrike" kern="1200" cap="none" normalizeH="0" baseline="0" dirty="0">
                          <a:ln>
                            <a:noFill/>
                          </a:ln>
                          <a:solidFill>
                            <a:schemeClr val="tx1"/>
                          </a:solidFill>
                          <a:effectLst/>
                          <a:latin typeface="Arial" charset="0"/>
                          <a:ea typeface="+mn-ea"/>
                          <a:cs typeface="+mn-cs"/>
                        </a:rPr>
                        <a:t>Comunicación entre micros del propio PaaS y servicios externos internet:</a:t>
                      </a:r>
                    </a:p>
                    <a:p>
                      <a:pPr marL="171450" marR="0" indent="-171450" algn="l" defTabSz="914390" rtl="0" eaLnBrk="1" fontAlgn="auto" latinLnBrk="0" hangingPunct="1">
                        <a:lnSpc>
                          <a:spcPct val="100000"/>
                        </a:lnSpc>
                        <a:spcBef>
                          <a:spcPts val="0"/>
                        </a:spcBef>
                        <a:spcAft>
                          <a:spcPts val="0"/>
                        </a:spcAft>
                        <a:buClrTx/>
                        <a:buSzTx/>
                        <a:buFontTx/>
                        <a:buChar char="-"/>
                        <a:tabLst/>
                        <a:defRPr/>
                      </a:pPr>
                      <a:r>
                        <a:rPr kumimoji="0" lang="es-ES" sz="1200" b="0" i="0" u="none" strike="noStrike" kern="1200" cap="none" normalizeH="0" baseline="0" dirty="0">
                          <a:ln>
                            <a:noFill/>
                          </a:ln>
                          <a:solidFill>
                            <a:schemeClr val="tx1"/>
                          </a:solidFill>
                          <a:effectLst/>
                          <a:latin typeface="Arial" charset="0"/>
                          <a:ea typeface="+mn-ea"/>
                          <a:cs typeface="+mn-cs"/>
                        </a:rPr>
                        <a:t>Micro acceso a Google </a:t>
                      </a:r>
                      <a:r>
                        <a:rPr kumimoji="0" lang="es-ES" sz="1200" b="0" i="0" u="none" strike="noStrike" kern="1200" cap="none" normalizeH="0" baseline="0" dirty="0" err="1">
                          <a:ln>
                            <a:noFill/>
                          </a:ln>
                          <a:solidFill>
                            <a:schemeClr val="tx1"/>
                          </a:solidFill>
                          <a:effectLst/>
                          <a:latin typeface="Arial" charset="0"/>
                          <a:ea typeface="+mn-ea"/>
                          <a:cs typeface="+mn-cs"/>
                        </a:rPr>
                        <a:t>maps</a:t>
                      </a:r>
                      <a:r>
                        <a:rPr kumimoji="0" lang="es-ES" sz="1200" b="0" i="0" u="none" strike="noStrike" kern="1200" cap="none" normalizeH="0" baseline="0" dirty="0">
                          <a:ln>
                            <a:noFill/>
                          </a:ln>
                          <a:solidFill>
                            <a:schemeClr val="tx1"/>
                          </a:solidFill>
                          <a:effectLst/>
                          <a:latin typeface="Arial" charset="0"/>
                          <a:ea typeface="+mn-ea"/>
                          <a:cs typeface="+mn-cs"/>
                        </a:rPr>
                        <a:t>. Se invoca directamente desde Angular Front.</a:t>
                      </a:r>
                    </a:p>
                    <a:p>
                      <a:pPr marL="171450" marR="0" indent="-171450" algn="l" defTabSz="914390" rtl="0" eaLnBrk="1" fontAlgn="auto" latinLnBrk="0" hangingPunct="1">
                        <a:lnSpc>
                          <a:spcPct val="100000"/>
                        </a:lnSpc>
                        <a:spcBef>
                          <a:spcPts val="0"/>
                        </a:spcBef>
                        <a:spcAft>
                          <a:spcPts val="0"/>
                        </a:spcAft>
                        <a:buClrTx/>
                        <a:buSzTx/>
                        <a:buFontTx/>
                        <a:buChar char="-"/>
                        <a:tabLst/>
                        <a:defRPr/>
                      </a:pPr>
                      <a:r>
                        <a:rPr kumimoji="0" lang="es-ES" sz="1200" b="0" i="0" u="none" strike="noStrike" kern="1200" cap="none" normalizeH="0" baseline="0" dirty="0">
                          <a:ln>
                            <a:noFill/>
                          </a:ln>
                          <a:solidFill>
                            <a:schemeClr val="tx1"/>
                          </a:solidFill>
                          <a:effectLst/>
                          <a:latin typeface="Arial" charset="0"/>
                          <a:ea typeface="+mn-ea"/>
                          <a:cs typeface="+mn-cs"/>
                        </a:rPr>
                        <a:t>Micro de acceso a confirma</a:t>
                      </a:r>
                    </a:p>
                    <a:p>
                      <a:pPr marL="171450" marR="0" indent="-171450" algn="l" defTabSz="914390" rtl="0" eaLnBrk="1" fontAlgn="auto" latinLnBrk="0" hangingPunct="1">
                        <a:lnSpc>
                          <a:spcPct val="100000"/>
                        </a:lnSpc>
                        <a:spcBef>
                          <a:spcPts val="0"/>
                        </a:spcBef>
                        <a:spcAft>
                          <a:spcPts val="0"/>
                        </a:spcAft>
                        <a:buClrTx/>
                        <a:buSzTx/>
                        <a:buFontTx/>
                        <a:buChar char="-"/>
                        <a:tabLst/>
                        <a:defRPr/>
                      </a:pPr>
                      <a:r>
                        <a:rPr kumimoji="0" lang="es-ES" sz="1200" b="0" i="0" u="none" strike="noStrike" kern="1200" cap="none" normalizeH="0" baseline="0" dirty="0">
                          <a:ln>
                            <a:noFill/>
                          </a:ln>
                          <a:solidFill>
                            <a:schemeClr val="tx1"/>
                          </a:solidFill>
                          <a:effectLst/>
                          <a:latin typeface="Arial" charset="0"/>
                          <a:ea typeface="+mn-ea"/>
                          <a:cs typeface="+mn-cs"/>
                        </a:rPr>
                        <a:t>Micro OCR. Servicio </a:t>
                      </a:r>
                      <a:r>
                        <a:rPr kumimoji="0" lang="es-ES" sz="1200" b="0" i="0" u="none" strike="noStrike" kern="1200" cap="none" normalizeH="0" baseline="0" dirty="0" err="1">
                          <a:ln>
                            <a:noFill/>
                          </a:ln>
                          <a:solidFill>
                            <a:schemeClr val="tx1"/>
                          </a:solidFill>
                          <a:effectLst/>
                          <a:latin typeface="Arial" charset="0"/>
                          <a:ea typeface="+mn-ea"/>
                          <a:cs typeface="+mn-cs"/>
                        </a:rPr>
                        <a:t>Broker</a:t>
                      </a:r>
                      <a:r>
                        <a:rPr kumimoji="0" lang="es-ES" sz="1200" b="0" i="0" u="none" strike="noStrike" kern="1200" cap="none" normalizeH="0" baseline="0" dirty="0">
                          <a:ln>
                            <a:noFill/>
                          </a:ln>
                          <a:solidFill>
                            <a:schemeClr val="tx1"/>
                          </a:solidFill>
                          <a:effectLst/>
                          <a:latin typeface="Arial" charset="0"/>
                          <a:ea typeface="+mn-ea"/>
                          <a:cs typeface="+mn-cs"/>
                        </a:rPr>
                        <a:t> OCR que se encarga de “distribuir el trabajo” entre los diferentes proveedores en base a la naturaleza de los documentos a escanear. Con esta solución el consumidor se desacopla del proveedor. (REF 12).EN el AS IS se va a utilizar el servicio de OCR de HC1.</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33554985"/>
                  </a:ext>
                </a:extLst>
              </a:tr>
              <a:tr h="583891">
                <a:tc>
                  <a:txBody>
                    <a:bodyPr/>
                    <a:lstStyle/>
                    <a:p>
                      <a:pPr marL="0" algn="ctr" defTabSz="914400" rtl="0" eaLnBrk="1" fontAlgn="ctr" latinLnBrk="0" hangingPunct="1"/>
                      <a:r>
                        <a:rPr lang="es-ES" sz="1400" b="1" i="0" u="none" strike="noStrike" kern="1200" dirty="0">
                          <a:solidFill>
                            <a:schemeClr val="bg1"/>
                          </a:solidFill>
                          <a:effectLst/>
                          <a:latin typeface="Calibri" panose="020F0502020204030204" pitchFamily="34" charset="0"/>
                          <a:ea typeface="+mn-ea"/>
                          <a:cs typeface="+mn-cs"/>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s-ES" sz="1200" b="0" i="0" u="none" strike="noStrike" cap="none" normalizeH="0" baseline="0" dirty="0">
                          <a:ln>
                            <a:noFill/>
                          </a:ln>
                          <a:solidFill>
                            <a:schemeClr val="tx1"/>
                          </a:solidFill>
                          <a:effectLst/>
                          <a:latin typeface="Arial" charset="0"/>
                        </a:rPr>
                        <a:t>PaaS HC 2.0</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90" rtl="0" eaLnBrk="1" fontAlgn="auto" latinLnBrk="0" hangingPunct="1">
                        <a:lnSpc>
                          <a:spcPct val="100000"/>
                        </a:lnSpc>
                        <a:spcBef>
                          <a:spcPts val="0"/>
                        </a:spcBef>
                        <a:spcAft>
                          <a:spcPts val="0"/>
                        </a:spcAft>
                        <a:buClrTx/>
                        <a:buSzTx/>
                        <a:buFontTx/>
                        <a:buNone/>
                        <a:tabLst/>
                        <a:defRPr/>
                      </a:pPr>
                      <a:r>
                        <a:rPr kumimoji="0" lang="es-ES" sz="1200" b="0" i="0" u="none" strike="noStrike" cap="none" normalizeH="0" baseline="0" dirty="0">
                          <a:ln>
                            <a:noFill/>
                          </a:ln>
                          <a:solidFill>
                            <a:schemeClr val="tx1"/>
                          </a:solidFill>
                          <a:effectLst/>
                          <a:latin typeface="Arial" charset="0"/>
                        </a:rPr>
                        <a:t>Servicio de Correo (Hub de comunicaciones)</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kumimoji="0" lang="es-ES" sz="1200" b="0" i="0" u="none" strike="noStrike" cap="none" normalizeH="0" baseline="0" dirty="0">
                          <a:ln>
                            <a:noFill/>
                          </a:ln>
                          <a:solidFill>
                            <a:schemeClr val="tx1"/>
                          </a:solidFill>
                          <a:effectLst/>
                          <a:latin typeface="Arial" charset="0"/>
                        </a:rPr>
                        <a:t>Protocolo: </a:t>
                      </a:r>
                      <a:r>
                        <a:rPr kumimoji="0" lang="es-ES" sz="1200" b="0" i="0" u="none" strike="noStrike" kern="1200" cap="none" normalizeH="0" baseline="0" dirty="0">
                          <a:ln>
                            <a:noFill/>
                          </a:ln>
                          <a:solidFill>
                            <a:schemeClr val="tx1"/>
                          </a:solidFill>
                          <a:effectLst/>
                          <a:latin typeface="Arial" charset="0"/>
                          <a:ea typeface="+mn-ea"/>
                          <a:cs typeface="+mn-cs"/>
                        </a:rPr>
                        <a:t>https</a:t>
                      </a:r>
                      <a:endParaRPr kumimoji="0" lang="es-ES" sz="1200" b="0" i="0" u="none" strike="noStrike" cap="none" normalizeH="0" baseline="0" dirty="0">
                        <a:ln>
                          <a:noFill/>
                        </a:ln>
                        <a:solidFill>
                          <a:schemeClr val="tx1"/>
                        </a:solidFill>
                        <a:effectLst/>
                        <a:latin typeface="Arial" charset="0"/>
                      </a:endParaRPr>
                    </a:p>
                  </a:txBody>
                  <a:tcPr marR="60960" marT="292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390" rtl="0" eaLnBrk="1" fontAlgn="auto" latinLnBrk="0" hangingPunct="1">
                        <a:lnSpc>
                          <a:spcPct val="100000"/>
                        </a:lnSpc>
                        <a:spcBef>
                          <a:spcPts val="0"/>
                        </a:spcBef>
                        <a:spcAft>
                          <a:spcPts val="0"/>
                        </a:spcAft>
                        <a:buClrTx/>
                        <a:buSzTx/>
                        <a:buFontTx/>
                        <a:buNone/>
                        <a:tabLst/>
                        <a:defRPr/>
                      </a:pPr>
                      <a:r>
                        <a:rPr kumimoji="0" lang="es-ES" sz="1200" b="0" i="0" u="none" strike="noStrike" kern="1200" cap="none" normalizeH="0" baseline="0" dirty="0">
                          <a:ln>
                            <a:noFill/>
                          </a:ln>
                          <a:solidFill>
                            <a:schemeClr val="tx1"/>
                          </a:solidFill>
                          <a:effectLst/>
                          <a:latin typeface="Arial" charset="0"/>
                          <a:ea typeface="+mn-ea"/>
                          <a:cs typeface="+mn-cs"/>
                        </a:rPr>
                        <a:t>Comunicación entre micros del propio PaaS y el Hub de Comunicaciones para envío de email.</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5337872"/>
                  </a:ext>
                </a:extLst>
              </a:tr>
            </a:tbl>
          </a:graphicData>
        </a:graphic>
      </p:graphicFrame>
    </p:spTree>
    <p:extLst>
      <p:ext uri="{BB962C8B-B14F-4D97-AF65-F5344CB8AC3E}">
        <p14:creationId xmlns:p14="http://schemas.microsoft.com/office/powerpoint/2010/main" val="14285426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Marcador de texto 1">
            <a:extLst>
              <a:ext uri="{FF2B5EF4-FFF2-40B4-BE49-F238E27FC236}">
                <a16:creationId xmlns:a16="http://schemas.microsoft.com/office/drawing/2014/main" id="{E6EC0FA8-14B6-42CA-8357-9E45D12256CF}"/>
              </a:ext>
            </a:extLst>
          </p:cNvPr>
          <p:cNvSpPr txBox="1">
            <a:spLocks/>
          </p:cNvSpPr>
          <p:nvPr/>
        </p:nvSpPr>
        <p:spPr>
          <a:xfrm>
            <a:off x="632930" y="294942"/>
            <a:ext cx="10833365" cy="1279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Font typeface="Arial" panose="020B0604020202020204" pitchFamily="34" charset="0"/>
              <a:buNone/>
            </a:pPr>
            <a:r>
              <a:rPr lang="es-ES" sz="1400" b="1">
                <a:solidFill>
                  <a:srgbClr val="EB0000"/>
                </a:solidFill>
                <a:ea typeface="Segoe UI" panose="020B0502040204020203" pitchFamily="34" charset="0"/>
                <a:cs typeface="Segoe UI" panose="020B0502040204020203" pitchFamily="34" charset="0"/>
              </a:rPr>
              <a:t>Solución </a:t>
            </a:r>
            <a:r>
              <a:rPr lang="es-ES" sz="1400" b="1">
                <a:solidFill>
                  <a:srgbClr val="EB0000"/>
                </a:solidFill>
                <a:cs typeface="Segoe UI" panose="020B0502040204020203" pitchFamily="34" charset="0"/>
              </a:rPr>
              <a:t>técnica</a:t>
            </a:r>
          </a:p>
          <a:p>
            <a:pPr marL="0" indent="0">
              <a:spcBef>
                <a:spcPts val="300"/>
              </a:spcBef>
              <a:buNone/>
            </a:pPr>
            <a:r>
              <a:rPr lang="es-ES" altLang="es-ES" sz="1800" b="1">
                <a:solidFill>
                  <a:srgbClr val="EB0000"/>
                </a:solidFill>
                <a:cs typeface="Segoe UI" panose="020B0502040204020203" pitchFamily="34" charset="0"/>
              </a:rPr>
              <a:t>Interfaces entre Sistemas</a:t>
            </a:r>
            <a:endParaRPr lang="es-ES" sz="1800" b="1">
              <a:solidFill>
                <a:srgbClr val="EB0000"/>
              </a:solidFill>
              <a:cs typeface="Segoe UI" panose="020B0502040204020203" pitchFamily="34" charset="0"/>
            </a:endParaRPr>
          </a:p>
          <a:p>
            <a:pPr marL="0" indent="0">
              <a:spcBef>
                <a:spcPts val="300"/>
              </a:spcBef>
              <a:buFont typeface="Arial" panose="020B0604020202020204" pitchFamily="34" charset="0"/>
              <a:buNone/>
            </a:pPr>
            <a:r>
              <a:rPr lang="es-ES" sz="1800" b="1">
                <a:solidFill>
                  <a:srgbClr val="EB0000"/>
                </a:solidFill>
                <a:ea typeface="Segoe UI" panose="020B0502040204020203" pitchFamily="34" charset="0"/>
                <a:cs typeface="Segoe UI" panose="020B0502040204020203" pitchFamily="34" charset="0"/>
              </a:rPr>
              <a:t> </a:t>
            </a:r>
            <a:endParaRPr lang="es-ES" sz="1800" b="1" dirty="0">
              <a:solidFill>
                <a:srgbClr val="EB0000"/>
              </a:solidFill>
              <a:ea typeface="Segoe UI" panose="020B0502040204020203" pitchFamily="34" charset="0"/>
              <a:cs typeface="Segoe UI" panose="020B0502040204020203" pitchFamily="34" charset="0"/>
            </a:endParaRPr>
          </a:p>
        </p:txBody>
      </p:sp>
      <p:sp>
        <p:nvSpPr>
          <p:cNvPr id="19" name="Rectangle 55" descr="Ángulos">
            <a:extLst>
              <a:ext uri="{FF2B5EF4-FFF2-40B4-BE49-F238E27FC236}">
                <a16:creationId xmlns:a16="http://schemas.microsoft.com/office/drawing/2014/main" id="{B95F56D6-D4D4-4ACB-8C24-FD94FF480038}"/>
              </a:ext>
            </a:extLst>
          </p:cNvPr>
          <p:cNvSpPr>
            <a:spLocks noChangeArrowheads="1"/>
          </p:cNvSpPr>
          <p:nvPr/>
        </p:nvSpPr>
        <p:spPr bwMode="auto">
          <a:xfrm flipV="1">
            <a:off x="9313899" y="6476243"/>
            <a:ext cx="317927" cy="171450"/>
          </a:xfrm>
          <a:prstGeom prst="rect">
            <a:avLst/>
          </a:prstGeom>
          <a:noFill/>
          <a:ln>
            <a:noFill/>
          </a:ln>
          <a:effectLst>
            <a:prstShdw prst="shdw17" dist="17961" dir="2700000">
              <a:srgbClr val="990000"/>
            </a:prstShdw>
          </a:effectLst>
        </p:spPr>
        <p:txBody>
          <a:bodyPr rot="10800000" wrap="none" anchor="ct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spcBef>
                <a:spcPct val="0"/>
              </a:spcBef>
              <a:buClr>
                <a:schemeClr val="accent2"/>
              </a:buClr>
              <a:buFont typeface="Wingdings" panose="05000000000000000000" pitchFamily="2" charset="2"/>
              <a:buNone/>
            </a:pPr>
            <a:endParaRPr lang="es-ES" altLang="es-ES" sz="1108">
              <a:solidFill>
                <a:schemeClr val="tx1"/>
              </a:solidFill>
            </a:endParaRPr>
          </a:p>
        </p:txBody>
      </p:sp>
      <p:graphicFrame>
        <p:nvGraphicFramePr>
          <p:cNvPr id="6" name="Tabla 5">
            <a:extLst>
              <a:ext uri="{FF2B5EF4-FFF2-40B4-BE49-F238E27FC236}">
                <a16:creationId xmlns:a16="http://schemas.microsoft.com/office/drawing/2014/main" id="{4EA38692-9CEF-4E1D-A87C-C4E1793568D1}"/>
              </a:ext>
            </a:extLst>
          </p:cNvPr>
          <p:cNvGraphicFramePr>
            <a:graphicFrameLocks noGrp="1"/>
          </p:cNvGraphicFramePr>
          <p:nvPr>
            <p:extLst>
              <p:ext uri="{D42A27DB-BD31-4B8C-83A1-F6EECF244321}">
                <p14:modId xmlns:p14="http://schemas.microsoft.com/office/powerpoint/2010/main" val="3340043089"/>
              </p:ext>
            </p:extLst>
          </p:nvPr>
        </p:nvGraphicFramePr>
        <p:xfrm>
          <a:off x="307744" y="934454"/>
          <a:ext cx="11555812" cy="4001285"/>
        </p:xfrm>
        <a:graphic>
          <a:graphicData uri="http://schemas.openxmlformats.org/drawingml/2006/table">
            <a:tbl>
              <a:tblPr/>
              <a:tblGrid>
                <a:gridCol w="476440">
                  <a:extLst>
                    <a:ext uri="{9D8B030D-6E8A-4147-A177-3AD203B41FA5}">
                      <a16:colId xmlns:a16="http://schemas.microsoft.com/office/drawing/2014/main" val="1679333959"/>
                    </a:ext>
                  </a:extLst>
                </a:gridCol>
                <a:gridCol w="1419277">
                  <a:extLst>
                    <a:ext uri="{9D8B030D-6E8A-4147-A177-3AD203B41FA5}">
                      <a16:colId xmlns:a16="http://schemas.microsoft.com/office/drawing/2014/main" val="132562875"/>
                    </a:ext>
                  </a:extLst>
                </a:gridCol>
                <a:gridCol w="1839150">
                  <a:extLst>
                    <a:ext uri="{9D8B030D-6E8A-4147-A177-3AD203B41FA5}">
                      <a16:colId xmlns:a16="http://schemas.microsoft.com/office/drawing/2014/main" val="3962172061"/>
                    </a:ext>
                  </a:extLst>
                </a:gridCol>
                <a:gridCol w="1540042">
                  <a:extLst>
                    <a:ext uri="{9D8B030D-6E8A-4147-A177-3AD203B41FA5}">
                      <a16:colId xmlns:a16="http://schemas.microsoft.com/office/drawing/2014/main" val="1121885685"/>
                    </a:ext>
                  </a:extLst>
                </a:gridCol>
                <a:gridCol w="6280903">
                  <a:extLst>
                    <a:ext uri="{9D8B030D-6E8A-4147-A177-3AD203B41FA5}">
                      <a16:colId xmlns:a16="http://schemas.microsoft.com/office/drawing/2014/main" val="2098101776"/>
                    </a:ext>
                  </a:extLst>
                </a:gridCol>
              </a:tblGrid>
              <a:tr h="371416">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Num.</a:t>
                      </a:r>
                    </a:p>
                    <a:p>
                      <a:pPr algn="ctr" fontAlgn="ctr"/>
                      <a:r>
                        <a:rPr lang="es-ES" sz="1400" b="1" i="0" u="none" strike="noStrike" dirty="0">
                          <a:solidFill>
                            <a:srgbClr val="FFFFFF"/>
                          </a:solidFill>
                          <a:effectLst/>
                          <a:latin typeface="+mj-lt"/>
                        </a:rPr>
                        <a:t> Id.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Sistema Origen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Sistema Destino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Protocolo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Observaciones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32590006"/>
                  </a:ext>
                </a:extLst>
              </a:tr>
              <a:tr h="396841">
                <a:tc>
                  <a:txBody>
                    <a:bodyPr/>
                    <a:lstStyle/>
                    <a:p>
                      <a:pPr marL="0" algn="ctr" defTabSz="914400" rtl="0" eaLnBrk="1" fontAlgn="ctr" latinLnBrk="0" hangingPunct="1"/>
                      <a:r>
                        <a:rPr lang="es-ES" sz="1400" b="1" i="0" u="none" strike="noStrike" kern="1200" dirty="0">
                          <a:solidFill>
                            <a:schemeClr val="bg1"/>
                          </a:solidFill>
                          <a:effectLst/>
                          <a:latin typeface="Calibri" panose="020F0502020204030204" pitchFamily="34" charset="0"/>
                          <a:ea typeface="+mn-ea"/>
                          <a:cs typeface="+mn-cs"/>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l" defTabSz="914400" rtl="0" eaLnBrk="1" fontAlgn="auto" latinLnBrk="0" hangingPunct="1">
                        <a:lnSpc>
                          <a:spcPct val="100000"/>
                        </a:lnSpc>
                        <a:spcBef>
                          <a:spcPts val="200"/>
                        </a:spcBef>
                        <a:spcAft>
                          <a:spcPts val="0"/>
                        </a:spcAft>
                        <a:buClrTx/>
                        <a:buSzTx/>
                        <a:buFontTx/>
                        <a:buNone/>
                        <a:tabLst/>
                        <a:defRPr/>
                      </a:pPr>
                      <a:r>
                        <a:rPr kumimoji="0" lang="es-ES" sz="1400" b="0" i="0" u="none" strike="noStrike" cap="none" normalizeH="0" baseline="0" dirty="0">
                          <a:ln>
                            <a:noFill/>
                          </a:ln>
                          <a:solidFill>
                            <a:schemeClr val="tx1"/>
                          </a:solidFill>
                          <a:effectLst/>
                          <a:latin typeface="Arial" charset="0"/>
                        </a:rPr>
                        <a:t>PaaS HC 2.0</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90" rtl="0" eaLnBrk="1" fontAlgn="auto" latinLnBrk="0" hangingPunct="1">
                        <a:lnSpc>
                          <a:spcPct val="100000"/>
                        </a:lnSpc>
                        <a:spcBef>
                          <a:spcPts val="0"/>
                        </a:spcBef>
                        <a:spcAft>
                          <a:spcPts val="0"/>
                        </a:spcAft>
                        <a:buClrTx/>
                        <a:buSzTx/>
                        <a:buFontTx/>
                        <a:buNone/>
                        <a:tabLst/>
                        <a:defRPr/>
                      </a:pPr>
                      <a:r>
                        <a:rPr kumimoji="0" lang="es-ES" sz="1400" b="0" i="0" u="none" strike="noStrike" cap="none" normalizeH="0" baseline="0" dirty="0">
                          <a:ln>
                            <a:noFill/>
                          </a:ln>
                          <a:solidFill>
                            <a:schemeClr val="tx1"/>
                          </a:solidFill>
                          <a:effectLst/>
                          <a:latin typeface="Arial" charset="0"/>
                        </a:rPr>
                        <a:t>Oracle</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t" latinLnBrk="0" hangingPunct="1">
                        <a:lnSpc>
                          <a:spcPct val="100000"/>
                        </a:lnSpc>
                        <a:spcBef>
                          <a:spcPct val="20000"/>
                        </a:spcBef>
                        <a:spcAft>
                          <a:spcPct val="0"/>
                        </a:spcAft>
                        <a:buClrTx/>
                        <a:buSzTx/>
                        <a:buFontTx/>
                        <a:buNone/>
                        <a:tabLst/>
                        <a:defRPr/>
                      </a:pPr>
                      <a:r>
                        <a:rPr kumimoji="0" lang="es-ES" sz="1400" b="0" i="0" u="none" strike="noStrike" cap="none" normalizeH="0" baseline="0" dirty="0">
                          <a:ln>
                            <a:noFill/>
                          </a:ln>
                          <a:solidFill>
                            <a:schemeClr val="tx1"/>
                          </a:solidFill>
                          <a:effectLst/>
                          <a:latin typeface="Arial" charset="0"/>
                        </a:rPr>
                        <a:t>Protocolo: </a:t>
                      </a:r>
                      <a:r>
                        <a:rPr kumimoji="0" lang="es-ES" sz="1400" b="0" i="0" u="none" strike="noStrike" kern="1200" cap="none" normalizeH="0" baseline="0" dirty="0" err="1">
                          <a:ln>
                            <a:noFill/>
                          </a:ln>
                          <a:solidFill>
                            <a:schemeClr val="tx1"/>
                          </a:solidFill>
                          <a:effectLst/>
                          <a:latin typeface="Arial" charset="0"/>
                          <a:ea typeface="+mn-ea"/>
                          <a:cs typeface="+mn-cs"/>
                        </a:rPr>
                        <a:t>jdbc</a:t>
                      </a:r>
                      <a:endParaRPr kumimoji="0" lang="es-ES" sz="1400" b="0" i="0" u="none" strike="noStrike" cap="none" normalizeH="0" baseline="0" dirty="0">
                        <a:ln>
                          <a:noFill/>
                        </a:ln>
                        <a:solidFill>
                          <a:schemeClr val="tx1"/>
                        </a:solidFill>
                        <a:effectLst/>
                        <a:latin typeface="Arial" charset="0"/>
                      </a:endParaRPr>
                    </a:p>
                  </a:txBody>
                  <a:tcPr marR="60960" marT="292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defTabSz="914390" rtl="0" eaLnBrk="1" fontAlgn="auto" latinLnBrk="0" hangingPunct="1">
                        <a:lnSpc>
                          <a:spcPct val="100000"/>
                        </a:lnSpc>
                        <a:spcBef>
                          <a:spcPts val="0"/>
                        </a:spcBef>
                        <a:spcAft>
                          <a:spcPts val="0"/>
                        </a:spcAft>
                        <a:buClrTx/>
                        <a:buSzTx/>
                        <a:buFontTx/>
                        <a:buNone/>
                        <a:tabLst/>
                        <a:defRPr/>
                      </a:pPr>
                      <a:r>
                        <a:rPr kumimoji="0" lang="es-ES" sz="1400" b="0" i="0" u="none" strike="noStrike" kern="1200" cap="none" normalizeH="0" baseline="0" dirty="0">
                          <a:ln>
                            <a:noFill/>
                          </a:ln>
                          <a:solidFill>
                            <a:schemeClr val="tx1"/>
                          </a:solidFill>
                          <a:effectLst/>
                          <a:latin typeface="Arial" charset="0"/>
                          <a:ea typeface="+mn-ea"/>
                          <a:cs typeface="+mn-cs"/>
                        </a:rPr>
                        <a:t>Comunicación entre micros del propio PaaS y BD Oracle</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3115856"/>
                  </a:ext>
                </a:extLst>
              </a:tr>
              <a:tr h="1565188">
                <a:tc>
                  <a:txBody>
                    <a:bodyPr/>
                    <a:lstStyle/>
                    <a:p>
                      <a:pPr marL="0" algn="ctr" defTabSz="914400" rtl="0" eaLnBrk="1" fontAlgn="ctr" latinLnBrk="0" hangingPunct="1"/>
                      <a:r>
                        <a:rPr lang="es-ES" sz="1400" b="1" i="0" u="none" strike="noStrike" kern="1200" dirty="0">
                          <a:solidFill>
                            <a:schemeClr val="bg1"/>
                          </a:solidFill>
                          <a:effectLst/>
                          <a:latin typeface="Calibri" panose="020F0502020204030204" pitchFamily="34" charset="0"/>
                          <a:ea typeface="+mn-ea"/>
                          <a:cs typeface="+mn-cs"/>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l" defTabSz="914400" rtl="0" eaLnBrk="1" fontAlgn="auto" latinLnBrk="0" hangingPunct="1">
                        <a:lnSpc>
                          <a:spcPct val="100000"/>
                        </a:lnSpc>
                        <a:spcBef>
                          <a:spcPts val="200"/>
                        </a:spcBef>
                        <a:spcAft>
                          <a:spcPts val="0"/>
                        </a:spcAft>
                        <a:buClrTx/>
                        <a:buSzTx/>
                        <a:buFontTx/>
                        <a:buNone/>
                        <a:tabLst/>
                        <a:defRPr/>
                      </a:pPr>
                      <a:r>
                        <a:rPr kumimoji="0" lang="es-ES" sz="1400" b="0" i="0" u="none" strike="noStrike" cap="none" normalizeH="0" baseline="0" dirty="0">
                          <a:ln>
                            <a:noFill/>
                          </a:ln>
                          <a:solidFill>
                            <a:schemeClr val="tx1"/>
                          </a:solidFill>
                          <a:effectLst/>
                          <a:latin typeface="Arial" charset="0"/>
                        </a:rPr>
                        <a:t>PaaS HC 2.0</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90" rtl="0" eaLnBrk="1" fontAlgn="auto" latinLnBrk="0" hangingPunct="1">
                        <a:lnSpc>
                          <a:spcPct val="100000"/>
                        </a:lnSpc>
                        <a:spcBef>
                          <a:spcPts val="0"/>
                        </a:spcBef>
                        <a:spcAft>
                          <a:spcPts val="0"/>
                        </a:spcAft>
                        <a:buClrTx/>
                        <a:buSzTx/>
                        <a:buFontTx/>
                        <a:buNone/>
                        <a:tabLst/>
                        <a:defRPr/>
                      </a:pPr>
                      <a:r>
                        <a:rPr kumimoji="0" lang="es-ES" sz="1400" b="0" i="0" u="none" strike="noStrike" cap="none" normalizeH="0" baseline="0" dirty="0">
                          <a:ln>
                            <a:noFill/>
                          </a:ln>
                          <a:solidFill>
                            <a:schemeClr val="tx1"/>
                          </a:solidFill>
                          <a:effectLst/>
                          <a:latin typeface="Arial" charset="0"/>
                        </a:rPr>
                        <a:t>API </a:t>
                      </a:r>
                      <a:r>
                        <a:rPr kumimoji="0" lang="es-ES" sz="1400" b="0" i="0" u="none" strike="noStrike" cap="none" normalizeH="0" baseline="0" dirty="0" err="1">
                          <a:ln>
                            <a:noFill/>
                          </a:ln>
                          <a:solidFill>
                            <a:schemeClr val="tx1"/>
                          </a:solidFill>
                          <a:effectLst/>
                          <a:latin typeface="Arial" charset="0"/>
                        </a:rPr>
                        <a:t>BaaS</a:t>
                      </a:r>
                      <a:r>
                        <a:rPr kumimoji="0" lang="es-ES" sz="1400" b="0" i="0" u="none" strike="noStrike" cap="none" normalizeH="0" baseline="0" dirty="0">
                          <a:ln>
                            <a:noFill/>
                          </a:ln>
                          <a:solidFill>
                            <a:schemeClr val="tx1"/>
                          </a:solidFill>
                          <a:effectLst/>
                          <a:latin typeface="Arial" charset="0"/>
                        </a:rPr>
                        <a:t> de diferentes</a:t>
                      </a:r>
                    </a:p>
                    <a:p>
                      <a:pPr marL="0" marR="0" lvl="0" indent="0" algn="l" defTabSz="914390" rtl="0" eaLnBrk="1" fontAlgn="auto" latinLnBrk="0" hangingPunct="1">
                        <a:lnSpc>
                          <a:spcPct val="100000"/>
                        </a:lnSpc>
                        <a:spcBef>
                          <a:spcPts val="0"/>
                        </a:spcBef>
                        <a:spcAft>
                          <a:spcPts val="0"/>
                        </a:spcAft>
                        <a:buClrTx/>
                        <a:buSzTx/>
                        <a:buFontTx/>
                        <a:buNone/>
                        <a:tabLst/>
                        <a:defRPr/>
                      </a:pPr>
                      <a:r>
                        <a:rPr kumimoji="0" lang="es-ES" sz="1400" b="0" i="0" u="none" strike="noStrike" cap="none" normalizeH="0" baseline="0" dirty="0">
                          <a:ln>
                            <a:noFill/>
                          </a:ln>
                          <a:solidFill>
                            <a:schemeClr val="tx1"/>
                          </a:solidFill>
                          <a:effectLst/>
                          <a:latin typeface="Arial" charset="0"/>
                        </a:rPr>
                        <a:t>dominios</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t" latinLnBrk="0" hangingPunct="1">
                        <a:lnSpc>
                          <a:spcPct val="100000"/>
                        </a:lnSpc>
                        <a:spcBef>
                          <a:spcPct val="20000"/>
                        </a:spcBef>
                        <a:spcAft>
                          <a:spcPct val="0"/>
                        </a:spcAft>
                        <a:buClrTx/>
                        <a:buSzTx/>
                        <a:buFontTx/>
                        <a:buNone/>
                        <a:tabLst/>
                        <a:defRPr/>
                      </a:pPr>
                      <a:r>
                        <a:rPr kumimoji="0" lang="es-ES" sz="1400" b="0" i="0" u="none" strike="noStrike" cap="none" normalizeH="0" baseline="0" dirty="0">
                          <a:ln>
                            <a:noFill/>
                          </a:ln>
                          <a:solidFill>
                            <a:schemeClr val="tx1"/>
                          </a:solidFill>
                          <a:effectLst/>
                          <a:latin typeface="Arial" charset="0"/>
                        </a:rPr>
                        <a:t>Protocolo: </a:t>
                      </a:r>
                      <a:r>
                        <a:rPr kumimoji="0" lang="es-ES" sz="1400" b="0" i="0" u="none" strike="noStrike" kern="1200" cap="none" normalizeH="0" baseline="0" dirty="0">
                          <a:ln>
                            <a:noFill/>
                          </a:ln>
                          <a:solidFill>
                            <a:schemeClr val="tx1"/>
                          </a:solidFill>
                          <a:effectLst/>
                          <a:latin typeface="Arial" charset="0"/>
                          <a:ea typeface="+mn-ea"/>
                          <a:cs typeface="+mn-cs"/>
                        </a:rPr>
                        <a:t>https</a:t>
                      </a:r>
                      <a:endParaRPr kumimoji="0" lang="es-ES" sz="1400" b="0" i="0" u="none" strike="noStrike" cap="none" normalizeH="0" baseline="0" dirty="0">
                        <a:ln>
                          <a:noFill/>
                        </a:ln>
                        <a:solidFill>
                          <a:schemeClr val="tx1"/>
                        </a:solidFill>
                        <a:effectLst/>
                        <a:latin typeface="Arial" charset="0"/>
                      </a:endParaRPr>
                    </a:p>
                  </a:txBody>
                  <a:tcPr marR="60960" marT="292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defTabSz="914390" rtl="0" eaLnBrk="1" fontAlgn="auto" latinLnBrk="0" hangingPunct="1">
                        <a:lnSpc>
                          <a:spcPct val="100000"/>
                        </a:lnSpc>
                        <a:spcBef>
                          <a:spcPts val="0"/>
                        </a:spcBef>
                        <a:spcAft>
                          <a:spcPts val="0"/>
                        </a:spcAft>
                        <a:buClrTx/>
                        <a:buSzTx/>
                        <a:buFontTx/>
                        <a:buNone/>
                        <a:tabLst/>
                        <a:defRPr/>
                      </a:pPr>
                      <a:r>
                        <a:rPr kumimoji="0" lang="es-ES" sz="1400" b="0" i="0" u="none" strike="noStrike" kern="1200" cap="none" normalizeH="0" baseline="0" dirty="0">
                          <a:ln>
                            <a:noFill/>
                          </a:ln>
                          <a:solidFill>
                            <a:schemeClr val="tx1"/>
                          </a:solidFill>
                          <a:effectLst/>
                          <a:latin typeface="Arial" charset="0"/>
                          <a:ea typeface="+mn-ea"/>
                          <a:cs typeface="+mn-cs"/>
                        </a:rPr>
                        <a:t>Comunicación entre micros del propio PaaS y APIS de diferentes dominios</a:t>
                      </a:r>
                    </a:p>
                    <a:p>
                      <a:pPr marL="171450" marR="0" indent="-171450" algn="just" defTabSz="914390" rtl="0" eaLnBrk="1" fontAlgn="auto" latinLnBrk="0" hangingPunct="1">
                        <a:lnSpc>
                          <a:spcPct val="100000"/>
                        </a:lnSpc>
                        <a:spcBef>
                          <a:spcPts val="0"/>
                        </a:spcBef>
                        <a:spcAft>
                          <a:spcPts val="0"/>
                        </a:spcAft>
                        <a:buClrTx/>
                        <a:buSzTx/>
                        <a:buFontTx/>
                        <a:buChar char="-"/>
                        <a:tabLst/>
                        <a:defRPr/>
                      </a:pPr>
                      <a:r>
                        <a:rPr kumimoji="0" lang="es-ES" sz="1400" b="0" i="0" u="none" strike="noStrike" kern="1200" cap="none" normalizeH="0" baseline="0" dirty="0">
                          <a:ln>
                            <a:noFill/>
                          </a:ln>
                          <a:solidFill>
                            <a:schemeClr val="tx1"/>
                          </a:solidFill>
                          <a:effectLst/>
                          <a:latin typeface="Arial" charset="0"/>
                          <a:ea typeface="+mn-ea"/>
                          <a:cs typeface="+mn-cs"/>
                        </a:rPr>
                        <a:t>Micro Hipotecas -&gt; Información de Hipotecas</a:t>
                      </a:r>
                    </a:p>
                    <a:p>
                      <a:pPr marL="171450" marR="0" indent="-171450" algn="just" defTabSz="914390" rtl="0" eaLnBrk="1" fontAlgn="auto" latinLnBrk="0" hangingPunct="1">
                        <a:lnSpc>
                          <a:spcPct val="100000"/>
                        </a:lnSpc>
                        <a:spcBef>
                          <a:spcPts val="0"/>
                        </a:spcBef>
                        <a:spcAft>
                          <a:spcPts val="0"/>
                        </a:spcAft>
                        <a:buClrTx/>
                        <a:buSzTx/>
                        <a:buFontTx/>
                        <a:buChar char="-"/>
                        <a:tabLst/>
                        <a:defRPr/>
                      </a:pPr>
                      <a:r>
                        <a:rPr kumimoji="0" lang="es-ES" sz="1400" b="0" i="0" u="none" strike="noStrike" kern="1200" cap="none" normalizeH="0" baseline="0" dirty="0">
                          <a:ln>
                            <a:noFill/>
                          </a:ln>
                          <a:solidFill>
                            <a:schemeClr val="tx1"/>
                          </a:solidFill>
                          <a:effectLst/>
                          <a:latin typeface="Arial" charset="0"/>
                          <a:ea typeface="+mn-ea"/>
                          <a:cs typeface="+mn-cs"/>
                        </a:rPr>
                        <a:t>Micro GDPR.-&gt; Para ley GDPR</a:t>
                      </a:r>
                    </a:p>
                    <a:p>
                      <a:pPr marL="171450" marR="0" indent="-171450" algn="just" defTabSz="914390" rtl="0" eaLnBrk="1" fontAlgn="auto" latinLnBrk="0" hangingPunct="1">
                        <a:lnSpc>
                          <a:spcPct val="100000"/>
                        </a:lnSpc>
                        <a:spcBef>
                          <a:spcPts val="0"/>
                        </a:spcBef>
                        <a:spcAft>
                          <a:spcPts val="0"/>
                        </a:spcAft>
                        <a:buClrTx/>
                        <a:buSzTx/>
                        <a:buFontTx/>
                        <a:buChar char="-"/>
                        <a:tabLst/>
                        <a:defRPr/>
                      </a:pPr>
                      <a:r>
                        <a:rPr kumimoji="0" lang="es-ES" sz="1400" b="0" i="0" u="none" strike="noStrike" kern="1200" cap="none" normalizeH="0" baseline="0" dirty="0">
                          <a:ln>
                            <a:noFill/>
                          </a:ln>
                          <a:solidFill>
                            <a:schemeClr val="tx1"/>
                          </a:solidFill>
                          <a:effectLst/>
                          <a:latin typeface="Arial" charset="0"/>
                          <a:ea typeface="+mn-ea"/>
                          <a:cs typeface="+mn-cs"/>
                        </a:rPr>
                        <a:t>Micro LAC.-&gt; conversión cuenta Partenon.</a:t>
                      </a:r>
                    </a:p>
                    <a:p>
                      <a:pPr marL="171450" marR="0" indent="-171450" algn="just" defTabSz="914390" rtl="0" eaLnBrk="1" fontAlgn="auto" latinLnBrk="0" hangingPunct="1">
                        <a:lnSpc>
                          <a:spcPct val="100000"/>
                        </a:lnSpc>
                        <a:spcBef>
                          <a:spcPts val="0"/>
                        </a:spcBef>
                        <a:spcAft>
                          <a:spcPts val="0"/>
                        </a:spcAft>
                        <a:buClrTx/>
                        <a:buSzTx/>
                        <a:buFontTx/>
                        <a:buChar char="-"/>
                        <a:tabLst/>
                        <a:defRPr/>
                      </a:pPr>
                      <a:r>
                        <a:rPr kumimoji="0" lang="es-ES" sz="1400" b="0" i="0" u="none" strike="noStrike" kern="1200" cap="none" normalizeH="0" baseline="0" dirty="0">
                          <a:ln>
                            <a:noFill/>
                          </a:ln>
                          <a:solidFill>
                            <a:schemeClr val="tx1"/>
                          </a:solidFill>
                          <a:effectLst/>
                          <a:latin typeface="Arial" charset="0"/>
                          <a:ea typeface="+mn-ea"/>
                          <a:cs typeface="+mn-cs"/>
                        </a:rPr>
                        <a:t>Micro OCR -&gt; Operaciones de OCR con imágenes. En la primera versión se llamará al servicio OCR ,en el TO BE se debe llamar al </a:t>
                      </a:r>
                      <a:r>
                        <a:rPr kumimoji="0" lang="es-ES" sz="1400" b="0" i="0" u="none" strike="noStrike" kern="1200" cap="none" normalizeH="0" baseline="0" dirty="0" err="1">
                          <a:ln>
                            <a:noFill/>
                          </a:ln>
                          <a:solidFill>
                            <a:schemeClr val="tx1"/>
                          </a:solidFill>
                          <a:effectLst/>
                          <a:latin typeface="Arial" charset="0"/>
                          <a:ea typeface="+mn-ea"/>
                          <a:cs typeface="+mn-cs"/>
                        </a:rPr>
                        <a:t>Broker</a:t>
                      </a:r>
                      <a:r>
                        <a:rPr kumimoji="0" lang="es-ES" sz="1400" b="0" i="0" u="none" strike="noStrike" kern="1200" cap="none" normalizeH="0" baseline="0" dirty="0">
                          <a:ln>
                            <a:noFill/>
                          </a:ln>
                          <a:solidFill>
                            <a:schemeClr val="tx1"/>
                          </a:solidFill>
                          <a:effectLst/>
                          <a:latin typeface="Arial" charset="0"/>
                          <a:ea typeface="+mn-ea"/>
                          <a:cs typeface="+mn-cs"/>
                        </a:rPr>
                        <a:t> OCR.</a:t>
                      </a:r>
                    </a:p>
                    <a:p>
                      <a:pPr marL="171450" marR="0" indent="-171450" algn="just" defTabSz="914390" rtl="0" eaLnBrk="1" fontAlgn="auto" latinLnBrk="0" hangingPunct="1">
                        <a:lnSpc>
                          <a:spcPct val="100000"/>
                        </a:lnSpc>
                        <a:spcBef>
                          <a:spcPts val="0"/>
                        </a:spcBef>
                        <a:spcAft>
                          <a:spcPts val="0"/>
                        </a:spcAft>
                        <a:buClrTx/>
                        <a:buSzTx/>
                        <a:buFontTx/>
                        <a:buChar char="-"/>
                        <a:tabLst/>
                        <a:defRPr/>
                      </a:pPr>
                      <a:r>
                        <a:rPr kumimoji="0" lang="es-ES" sz="1400" b="0" i="0" u="none" strike="noStrike" kern="1200" cap="none" normalizeH="0" baseline="0" dirty="0">
                          <a:ln>
                            <a:noFill/>
                          </a:ln>
                          <a:solidFill>
                            <a:schemeClr val="tx1"/>
                          </a:solidFill>
                          <a:effectLst/>
                          <a:latin typeface="Arial" charset="0"/>
                          <a:ea typeface="+mn-ea"/>
                          <a:cs typeface="+mn-cs"/>
                        </a:rPr>
                        <a:t>Micro GESDOC -&gt; Gestión Documental</a:t>
                      </a:r>
                    </a:p>
                    <a:p>
                      <a:pPr marL="171450" marR="0" indent="-171450" algn="just" defTabSz="914390" rtl="0" eaLnBrk="1" fontAlgn="auto" latinLnBrk="0" hangingPunct="1">
                        <a:lnSpc>
                          <a:spcPct val="100000"/>
                        </a:lnSpc>
                        <a:spcBef>
                          <a:spcPts val="0"/>
                        </a:spcBef>
                        <a:spcAft>
                          <a:spcPts val="0"/>
                        </a:spcAft>
                        <a:buClrTx/>
                        <a:buSzTx/>
                        <a:buFontTx/>
                        <a:buChar char="-"/>
                        <a:tabLst/>
                        <a:defRPr/>
                      </a:pPr>
                      <a:r>
                        <a:rPr kumimoji="0" lang="es-ES" sz="1400" b="0" i="0" u="none" strike="noStrike" kern="1200" cap="none" normalizeH="0" baseline="0" dirty="0">
                          <a:ln>
                            <a:noFill/>
                          </a:ln>
                          <a:solidFill>
                            <a:schemeClr val="tx1"/>
                          </a:solidFill>
                          <a:effectLst/>
                          <a:latin typeface="Arial" charset="0"/>
                          <a:ea typeface="+mn-ea"/>
                          <a:cs typeface="+mn-cs"/>
                        </a:rPr>
                        <a:t>Micro ADN360 -&gt; información de clientes , cuentas</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33554985"/>
                  </a:ext>
                </a:extLst>
              </a:tr>
              <a:tr h="1379480">
                <a:tc>
                  <a:txBody>
                    <a:bodyPr/>
                    <a:lstStyle/>
                    <a:p>
                      <a:pPr marL="0" algn="ctr" defTabSz="914400" rtl="0" eaLnBrk="1" fontAlgn="ctr" latinLnBrk="0" hangingPunct="1"/>
                      <a:r>
                        <a:rPr lang="es-ES" sz="1400" b="1" i="0" u="none" strike="noStrike" kern="1200" dirty="0">
                          <a:solidFill>
                            <a:schemeClr val="bg1"/>
                          </a:solidFill>
                          <a:effectLst/>
                          <a:latin typeface="Calibri" panose="020F0502020204030204" pitchFamily="34" charset="0"/>
                          <a:ea typeface="+mn-ea"/>
                          <a:cs typeface="+mn-cs"/>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l" defTabSz="914400" rtl="0" eaLnBrk="1" fontAlgn="auto" latinLnBrk="0" hangingPunct="1">
                        <a:lnSpc>
                          <a:spcPct val="100000"/>
                        </a:lnSpc>
                        <a:spcBef>
                          <a:spcPts val="200"/>
                        </a:spcBef>
                        <a:spcAft>
                          <a:spcPts val="0"/>
                        </a:spcAft>
                        <a:buClrTx/>
                        <a:buSzTx/>
                        <a:buFontTx/>
                        <a:buNone/>
                        <a:tabLst/>
                        <a:defRPr/>
                      </a:pPr>
                      <a:r>
                        <a:rPr kumimoji="0" lang="es-ES" sz="1400" b="0" i="0" u="none" strike="noStrike" cap="none" normalizeH="0" baseline="0" dirty="0">
                          <a:ln>
                            <a:noFill/>
                          </a:ln>
                          <a:solidFill>
                            <a:schemeClr val="tx1"/>
                          </a:solidFill>
                          <a:effectLst/>
                          <a:latin typeface="Arial" charset="0"/>
                        </a:rPr>
                        <a:t>PaaS HC 2.0</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90" rtl="0" eaLnBrk="1" fontAlgn="auto" latinLnBrk="0" hangingPunct="1">
                        <a:lnSpc>
                          <a:spcPct val="100000"/>
                        </a:lnSpc>
                        <a:spcBef>
                          <a:spcPts val="0"/>
                        </a:spcBef>
                        <a:spcAft>
                          <a:spcPts val="0"/>
                        </a:spcAft>
                        <a:buClrTx/>
                        <a:buSzTx/>
                        <a:buFontTx/>
                        <a:buNone/>
                        <a:tabLst/>
                        <a:defRPr/>
                      </a:pPr>
                      <a:r>
                        <a:rPr kumimoji="0" lang="es-ES" sz="1400" b="0" i="0" u="none" strike="noStrike" cap="none" normalizeH="0" baseline="0" dirty="0">
                          <a:ln>
                            <a:noFill/>
                          </a:ln>
                          <a:solidFill>
                            <a:schemeClr val="tx1"/>
                          </a:solidFill>
                          <a:effectLst/>
                          <a:latin typeface="Arial" charset="0"/>
                        </a:rPr>
                        <a:t>Servicios Estructurales Heredo</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t" latinLnBrk="0" hangingPunct="1">
                        <a:lnSpc>
                          <a:spcPct val="100000"/>
                        </a:lnSpc>
                        <a:spcBef>
                          <a:spcPct val="20000"/>
                        </a:spcBef>
                        <a:spcAft>
                          <a:spcPct val="0"/>
                        </a:spcAft>
                        <a:buClrTx/>
                        <a:buSzTx/>
                        <a:buFontTx/>
                        <a:buNone/>
                        <a:tabLst/>
                        <a:defRPr/>
                      </a:pPr>
                      <a:r>
                        <a:rPr kumimoji="0" lang="es-ES" sz="1400" b="0" i="0" u="none" strike="noStrike" cap="none" normalizeH="0" baseline="0" dirty="0">
                          <a:ln>
                            <a:noFill/>
                          </a:ln>
                          <a:solidFill>
                            <a:schemeClr val="tx1"/>
                          </a:solidFill>
                          <a:effectLst/>
                          <a:latin typeface="Arial" charset="0"/>
                        </a:rPr>
                        <a:t>Protocolo: </a:t>
                      </a:r>
                      <a:r>
                        <a:rPr kumimoji="0" lang="es-ES" sz="1400" b="0" i="0" u="none" strike="noStrike" kern="1200" cap="none" normalizeH="0" baseline="0" dirty="0">
                          <a:ln>
                            <a:noFill/>
                          </a:ln>
                          <a:solidFill>
                            <a:schemeClr val="tx1"/>
                          </a:solidFill>
                          <a:effectLst/>
                          <a:latin typeface="Arial" charset="0"/>
                          <a:ea typeface="+mn-ea"/>
                          <a:cs typeface="+mn-cs"/>
                        </a:rPr>
                        <a:t>rest</a:t>
                      </a:r>
                      <a:endParaRPr kumimoji="0" lang="es-ES" sz="1400" b="0" i="0" u="none" strike="noStrike" cap="none" normalizeH="0" baseline="0" dirty="0">
                        <a:ln>
                          <a:noFill/>
                        </a:ln>
                        <a:solidFill>
                          <a:schemeClr val="tx1"/>
                        </a:solidFill>
                        <a:effectLst/>
                        <a:latin typeface="Arial" charset="0"/>
                      </a:endParaRPr>
                    </a:p>
                  </a:txBody>
                  <a:tcPr marR="60960" marT="292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defTabSz="914390" rtl="0" eaLnBrk="1" fontAlgn="auto" latinLnBrk="0" hangingPunct="1">
                        <a:lnSpc>
                          <a:spcPct val="100000"/>
                        </a:lnSpc>
                        <a:spcBef>
                          <a:spcPts val="0"/>
                        </a:spcBef>
                        <a:spcAft>
                          <a:spcPts val="0"/>
                        </a:spcAft>
                        <a:buClrTx/>
                        <a:buSzTx/>
                        <a:buFontTx/>
                        <a:buNone/>
                        <a:tabLst/>
                        <a:defRPr/>
                      </a:pPr>
                      <a:r>
                        <a:rPr kumimoji="0" lang="es-ES" sz="1400" b="0" i="0" u="none" strike="noStrike" kern="1200" cap="none" normalizeH="0" baseline="0" dirty="0">
                          <a:ln>
                            <a:noFill/>
                          </a:ln>
                          <a:solidFill>
                            <a:schemeClr val="tx1"/>
                          </a:solidFill>
                          <a:effectLst/>
                          <a:latin typeface="Arial" charset="0"/>
                          <a:ea typeface="+mn-ea"/>
                          <a:cs typeface="+mn-cs"/>
                        </a:rPr>
                        <a:t>Acceso a Heredo (Punto 11 flujo funcional de </a:t>
                      </a:r>
                      <a:r>
                        <a:rPr kumimoji="0" lang="es-ES" sz="1400" b="0" i="0" u="none" strike="noStrike" kern="1200" cap="none" normalizeH="0" baseline="0" dirty="0" err="1">
                          <a:ln>
                            <a:noFill/>
                          </a:ln>
                          <a:solidFill>
                            <a:schemeClr val="tx1"/>
                          </a:solidFill>
                          <a:effectLst/>
                          <a:latin typeface="Arial" charset="0"/>
                          <a:ea typeface="+mn-ea"/>
                          <a:cs typeface="+mn-cs"/>
                        </a:rPr>
                        <a:t>slide</a:t>
                      </a:r>
                      <a:r>
                        <a:rPr kumimoji="0" lang="es-ES" sz="1400" b="0" i="0" u="none" strike="noStrike" kern="1200" cap="none" normalizeH="0" baseline="0" dirty="0">
                          <a:ln>
                            <a:noFill/>
                          </a:ln>
                          <a:solidFill>
                            <a:schemeClr val="tx1"/>
                          </a:solidFill>
                          <a:effectLst/>
                          <a:latin typeface="Arial" charset="0"/>
                          <a:ea typeface="+mn-ea"/>
                          <a:cs typeface="+mn-cs"/>
                        </a:rPr>
                        <a:t> 13) para crear un tipo de expediente documental. De esta forma los documentos asociados a esta aplicación quedarían censados en el gestor documental y podrían ser explotados por otros canales y/o negocios. Al crear el expediente se censa el tipo documental asociado al expediente y se indican los documentos que se necesitan para cerrar el mismo.</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388084"/>
                  </a:ext>
                </a:extLst>
              </a:tr>
            </a:tbl>
          </a:graphicData>
        </a:graphic>
      </p:graphicFrame>
    </p:spTree>
    <p:extLst>
      <p:ext uri="{BB962C8B-B14F-4D97-AF65-F5344CB8AC3E}">
        <p14:creationId xmlns:p14="http://schemas.microsoft.com/office/powerpoint/2010/main" val="34293686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Marcador de texto 1">
            <a:extLst>
              <a:ext uri="{FF2B5EF4-FFF2-40B4-BE49-F238E27FC236}">
                <a16:creationId xmlns:a16="http://schemas.microsoft.com/office/drawing/2014/main" id="{E6EC0FA8-14B6-42CA-8357-9E45D12256CF}"/>
              </a:ext>
            </a:extLst>
          </p:cNvPr>
          <p:cNvSpPr txBox="1">
            <a:spLocks/>
          </p:cNvSpPr>
          <p:nvPr/>
        </p:nvSpPr>
        <p:spPr>
          <a:xfrm>
            <a:off x="632930" y="294942"/>
            <a:ext cx="10833365" cy="1279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Font typeface="Arial" panose="020B0604020202020204" pitchFamily="34" charset="0"/>
              <a:buNone/>
            </a:pPr>
            <a:r>
              <a:rPr lang="es-ES" sz="1400" b="1" dirty="0">
                <a:solidFill>
                  <a:srgbClr val="EB0000"/>
                </a:solidFill>
                <a:ea typeface="Segoe UI" panose="020B0502040204020203" pitchFamily="34" charset="0"/>
                <a:cs typeface="Segoe UI" panose="020B0502040204020203" pitchFamily="34" charset="0"/>
              </a:rPr>
              <a:t>Solución </a:t>
            </a:r>
            <a:r>
              <a:rPr lang="es-ES" sz="1400" b="1" dirty="0">
                <a:solidFill>
                  <a:srgbClr val="EB0000"/>
                </a:solidFill>
                <a:cs typeface="Segoe UI" panose="020B0502040204020203" pitchFamily="34" charset="0"/>
              </a:rPr>
              <a:t>técnica</a:t>
            </a:r>
          </a:p>
          <a:p>
            <a:pPr marL="0" indent="0">
              <a:spcBef>
                <a:spcPts val="300"/>
              </a:spcBef>
              <a:buNone/>
            </a:pPr>
            <a:r>
              <a:rPr lang="es-ES" altLang="es-ES" sz="1800" b="1" dirty="0">
                <a:solidFill>
                  <a:srgbClr val="EB0000"/>
                </a:solidFill>
                <a:cs typeface="Segoe UI" panose="020B0502040204020203" pitchFamily="34" charset="0"/>
              </a:rPr>
              <a:t>Interfaces entre Sistemas</a:t>
            </a:r>
            <a:endParaRPr lang="es-ES" sz="1800" b="1" dirty="0">
              <a:solidFill>
                <a:srgbClr val="EB0000"/>
              </a:solidFill>
              <a:cs typeface="Segoe UI" panose="020B0502040204020203" pitchFamily="34" charset="0"/>
            </a:endParaRPr>
          </a:p>
          <a:p>
            <a:pPr marL="0" indent="0">
              <a:spcBef>
                <a:spcPts val="300"/>
              </a:spcBef>
              <a:buFont typeface="Arial" panose="020B0604020202020204" pitchFamily="34" charset="0"/>
              <a:buNone/>
            </a:pPr>
            <a:r>
              <a:rPr lang="es-ES" sz="1800" b="1" dirty="0">
                <a:solidFill>
                  <a:srgbClr val="EB0000"/>
                </a:solidFill>
                <a:ea typeface="Segoe UI" panose="020B0502040204020203" pitchFamily="34" charset="0"/>
                <a:cs typeface="Segoe UI" panose="020B0502040204020203" pitchFamily="34" charset="0"/>
              </a:rPr>
              <a:t> </a:t>
            </a:r>
          </a:p>
        </p:txBody>
      </p:sp>
      <p:sp>
        <p:nvSpPr>
          <p:cNvPr id="19" name="Rectangle 55" descr="Ángulos">
            <a:extLst>
              <a:ext uri="{FF2B5EF4-FFF2-40B4-BE49-F238E27FC236}">
                <a16:creationId xmlns:a16="http://schemas.microsoft.com/office/drawing/2014/main" id="{B95F56D6-D4D4-4ACB-8C24-FD94FF480038}"/>
              </a:ext>
            </a:extLst>
          </p:cNvPr>
          <p:cNvSpPr>
            <a:spLocks noChangeArrowheads="1"/>
          </p:cNvSpPr>
          <p:nvPr/>
        </p:nvSpPr>
        <p:spPr bwMode="auto">
          <a:xfrm flipV="1">
            <a:off x="9313899" y="6476243"/>
            <a:ext cx="317927" cy="171450"/>
          </a:xfrm>
          <a:prstGeom prst="rect">
            <a:avLst/>
          </a:prstGeom>
          <a:noFill/>
          <a:ln>
            <a:noFill/>
          </a:ln>
          <a:effectLst>
            <a:prstShdw prst="shdw17" dist="17961" dir="2700000">
              <a:srgbClr val="990000"/>
            </a:prstShdw>
          </a:effectLst>
        </p:spPr>
        <p:txBody>
          <a:bodyPr rot="10800000" wrap="none" anchor="ct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spcBef>
                <a:spcPct val="0"/>
              </a:spcBef>
              <a:buClr>
                <a:schemeClr val="accent2"/>
              </a:buClr>
              <a:buFont typeface="Wingdings" panose="05000000000000000000" pitchFamily="2" charset="2"/>
              <a:buNone/>
            </a:pPr>
            <a:endParaRPr lang="es-ES" altLang="es-ES" sz="1108">
              <a:solidFill>
                <a:schemeClr val="tx1"/>
              </a:solidFill>
            </a:endParaRPr>
          </a:p>
        </p:txBody>
      </p:sp>
      <p:graphicFrame>
        <p:nvGraphicFramePr>
          <p:cNvPr id="6" name="Tabla 5">
            <a:extLst>
              <a:ext uri="{FF2B5EF4-FFF2-40B4-BE49-F238E27FC236}">
                <a16:creationId xmlns:a16="http://schemas.microsoft.com/office/drawing/2014/main" id="{4EA38692-9CEF-4E1D-A87C-C4E1793568D1}"/>
              </a:ext>
            </a:extLst>
          </p:cNvPr>
          <p:cNvGraphicFramePr>
            <a:graphicFrameLocks noGrp="1"/>
          </p:cNvGraphicFramePr>
          <p:nvPr>
            <p:extLst>
              <p:ext uri="{D42A27DB-BD31-4B8C-83A1-F6EECF244321}">
                <p14:modId xmlns:p14="http://schemas.microsoft.com/office/powerpoint/2010/main" val="1430574812"/>
              </p:ext>
            </p:extLst>
          </p:nvPr>
        </p:nvGraphicFramePr>
        <p:xfrm>
          <a:off x="271706" y="973088"/>
          <a:ext cx="11555812" cy="4876648"/>
        </p:xfrm>
        <a:graphic>
          <a:graphicData uri="http://schemas.openxmlformats.org/drawingml/2006/table">
            <a:tbl>
              <a:tblPr/>
              <a:tblGrid>
                <a:gridCol w="476440">
                  <a:extLst>
                    <a:ext uri="{9D8B030D-6E8A-4147-A177-3AD203B41FA5}">
                      <a16:colId xmlns:a16="http://schemas.microsoft.com/office/drawing/2014/main" val="1679333959"/>
                    </a:ext>
                  </a:extLst>
                </a:gridCol>
                <a:gridCol w="1419277">
                  <a:extLst>
                    <a:ext uri="{9D8B030D-6E8A-4147-A177-3AD203B41FA5}">
                      <a16:colId xmlns:a16="http://schemas.microsoft.com/office/drawing/2014/main" val="132562875"/>
                    </a:ext>
                  </a:extLst>
                </a:gridCol>
                <a:gridCol w="1718777">
                  <a:extLst>
                    <a:ext uri="{9D8B030D-6E8A-4147-A177-3AD203B41FA5}">
                      <a16:colId xmlns:a16="http://schemas.microsoft.com/office/drawing/2014/main" val="3962172061"/>
                    </a:ext>
                  </a:extLst>
                </a:gridCol>
                <a:gridCol w="1409700">
                  <a:extLst>
                    <a:ext uri="{9D8B030D-6E8A-4147-A177-3AD203B41FA5}">
                      <a16:colId xmlns:a16="http://schemas.microsoft.com/office/drawing/2014/main" val="1121885685"/>
                    </a:ext>
                  </a:extLst>
                </a:gridCol>
                <a:gridCol w="6531618">
                  <a:extLst>
                    <a:ext uri="{9D8B030D-6E8A-4147-A177-3AD203B41FA5}">
                      <a16:colId xmlns:a16="http://schemas.microsoft.com/office/drawing/2014/main" val="2098101776"/>
                    </a:ext>
                  </a:extLst>
                </a:gridCol>
              </a:tblGrid>
              <a:tr h="389307">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Num.</a:t>
                      </a:r>
                    </a:p>
                    <a:p>
                      <a:pPr algn="ctr" fontAlgn="ctr"/>
                      <a:r>
                        <a:rPr lang="es-ES" sz="1400" b="1" i="0" u="none" strike="noStrike" dirty="0">
                          <a:solidFill>
                            <a:srgbClr val="FFFFFF"/>
                          </a:solidFill>
                          <a:effectLst/>
                          <a:latin typeface="+mj-lt"/>
                        </a:rPr>
                        <a:t> Id.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Sistema Origen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Sistema Destino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Protocolo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Observaciones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32590006"/>
                  </a:ext>
                </a:extLst>
              </a:tr>
              <a:tr h="583891">
                <a:tc>
                  <a:txBody>
                    <a:bodyPr/>
                    <a:lstStyle/>
                    <a:p>
                      <a:pPr marL="0" algn="ctr" defTabSz="914400" rtl="0" eaLnBrk="1" fontAlgn="ctr" latinLnBrk="0" hangingPunct="1"/>
                      <a:r>
                        <a:rPr lang="es-ES" sz="1400" b="1" i="0" u="none" strike="noStrike" kern="1200" dirty="0">
                          <a:solidFill>
                            <a:schemeClr val="bg1"/>
                          </a:solidFill>
                          <a:effectLst/>
                          <a:latin typeface="Calibri" panose="020F0502020204030204" pitchFamily="34" charset="0"/>
                          <a:ea typeface="+mn-ea"/>
                          <a:cs typeface="+mn-cs"/>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l" defTabSz="914400" rtl="0" eaLnBrk="1" fontAlgn="auto" latinLnBrk="0" hangingPunct="1">
                        <a:lnSpc>
                          <a:spcPct val="100000"/>
                        </a:lnSpc>
                        <a:spcBef>
                          <a:spcPts val="200"/>
                        </a:spcBef>
                        <a:spcAft>
                          <a:spcPts val="0"/>
                        </a:spcAft>
                        <a:buClrTx/>
                        <a:buSzTx/>
                        <a:buFontTx/>
                        <a:buNone/>
                        <a:tabLst/>
                        <a:defRPr/>
                      </a:pPr>
                      <a:r>
                        <a:rPr kumimoji="0" lang="es-ES" sz="1400" b="0" i="0" u="none" strike="noStrike" cap="none" normalizeH="0" baseline="0" dirty="0">
                          <a:ln>
                            <a:noFill/>
                          </a:ln>
                          <a:solidFill>
                            <a:schemeClr val="tx1"/>
                          </a:solidFill>
                          <a:effectLst/>
                          <a:latin typeface="Arial" charset="0"/>
                        </a:rPr>
                        <a:t>PaaS HC2.0</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90" rtl="0" eaLnBrk="1" fontAlgn="auto" latinLnBrk="0" hangingPunct="1">
                        <a:lnSpc>
                          <a:spcPct val="100000"/>
                        </a:lnSpc>
                        <a:spcBef>
                          <a:spcPts val="0"/>
                        </a:spcBef>
                        <a:spcAft>
                          <a:spcPts val="0"/>
                        </a:spcAft>
                        <a:buClrTx/>
                        <a:buSzTx/>
                        <a:buFontTx/>
                        <a:buNone/>
                        <a:tabLst/>
                        <a:defRPr/>
                      </a:pPr>
                      <a:r>
                        <a:rPr kumimoji="0" lang="es-ES" sz="1400" b="0" i="0" u="none" strike="noStrike" cap="none" normalizeH="0" baseline="0" dirty="0">
                          <a:ln>
                            <a:noFill/>
                          </a:ln>
                          <a:solidFill>
                            <a:schemeClr val="tx1"/>
                          </a:solidFill>
                          <a:effectLst/>
                          <a:latin typeface="Arial" charset="0"/>
                        </a:rPr>
                        <a:t>S3 OHE</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t" latinLnBrk="0" hangingPunct="1">
                        <a:lnSpc>
                          <a:spcPct val="100000"/>
                        </a:lnSpc>
                        <a:spcBef>
                          <a:spcPct val="20000"/>
                        </a:spcBef>
                        <a:spcAft>
                          <a:spcPct val="0"/>
                        </a:spcAft>
                        <a:buClrTx/>
                        <a:buSzTx/>
                        <a:buFontTx/>
                        <a:buNone/>
                        <a:tabLst/>
                        <a:defRPr/>
                      </a:pPr>
                      <a:r>
                        <a:rPr kumimoji="0" lang="es-ES" sz="1400" b="0" i="0" u="none" strike="noStrike" cap="none" normalizeH="0" baseline="0" dirty="0">
                          <a:ln>
                            <a:noFill/>
                          </a:ln>
                          <a:solidFill>
                            <a:schemeClr val="tx1"/>
                          </a:solidFill>
                          <a:effectLst/>
                          <a:latin typeface="Arial" charset="0"/>
                        </a:rPr>
                        <a:t>Protocolo: </a:t>
                      </a:r>
                      <a:r>
                        <a:rPr kumimoji="0" lang="es-ES" sz="1400" b="0" i="0" u="none" strike="noStrike" kern="1200" cap="none" normalizeH="0" baseline="0" dirty="0">
                          <a:ln>
                            <a:noFill/>
                          </a:ln>
                          <a:solidFill>
                            <a:schemeClr val="tx1"/>
                          </a:solidFill>
                          <a:effectLst/>
                          <a:latin typeface="Arial" charset="0"/>
                          <a:ea typeface="+mn-ea"/>
                          <a:cs typeface="+mn-cs"/>
                        </a:rPr>
                        <a:t>https</a:t>
                      </a:r>
                      <a:endParaRPr kumimoji="0" lang="es-ES" sz="1400" b="0" i="0" u="none" strike="noStrike" cap="none" normalizeH="0" baseline="0" dirty="0">
                        <a:ln>
                          <a:noFill/>
                        </a:ln>
                        <a:solidFill>
                          <a:schemeClr val="tx1"/>
                        </a:solidFill>
                        <a:effectLst/>
                        <a:latin typeface="Arial" charset="0"/>
                      </a:endParaRPr>
                    </a:p>
                  </a:txBody>
                  <a:tcPr marR="60960" marT="292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defTabSz="914390" rtl="0" eaLnBrk="1" fontAlgn="auto" latinLnBrk="0" hangingPunct="1">
                        <a:lnSpc>
                          <a:spcPct val="100000"/>
                        </a:lnSpc>
                        <a:spcBef>
                          <a:spcPts val="0"/>
                        </a:spcBef>
                        <a:spcAft>
                          <a:spcPts val="0"/>
                        </a:spcAft>
                        <a:buClrTx/>
                        <a:buSzTx/>
                        <a:buFontTx/>
                        <a:buNone/>
                        <a:tabLst/>
                        <a:defRPr/>
                      </a:pPr>
                      <a:r>
                        <a:rPr kumimoji="0" lang="es-ES" sz="1400" b="0" i="0" u="none" strike="noStrike" kern="1200" cap="none" normalizeH="0" baseline="0" dirty="0">
                          <a:ln>
                            <a:noFill/>
                          </a:ln>
                          <a:solidFill>
                            <a:schemeClr val="tx1"/>
                          </a:solidFill>
                          <a:effectLst/>
                          <a:latin typeface="Arial" charset="0"/>
                          <a:ea typeface="+mn-ea"/>
                          <a:cs typeface="+mn-cs"/>
                        </a:rPr>
                        <a:t>Acceso a Blob S3 de OHE para almacenamiento de ficheros de forma temporal. Esta subida de ficheros se realiza en el punto 11 flujo funcional de </a:t>
                      </a:r>
                      <a:r>
                        <a:rPr kumimoji="0" lang="es-ES" sz="1400" b="0" i="0" u="none" strike="noStrike" kern="1200" cap="none" normalizeH="0" baseline="0" dirty="0" err="1">
                          <a:ln>
                            <a:noFill/>
                          </a:ln>
                          <a:solidFill>
                            <a:schemeClr val="tx1"/>
                          </a:solidFill>
                          <a:effectLst/>
                          <a:latin typeface="Arial" charset="0"/>
                          <a:ea typeface="+mn-ea"/>
                          <a:cs typeface="+mn-cs"/>
                        </a:rPr>
                        <a:t>slide</a:t>
                      </a:r>
                      <a:r>
                        <a:rPr kumimoji="0" lang="es-ES" sz="1400" b="0" i="0" u="none" strike="noStrike" kern="1200" cap="none" normalizeH="0" baseline="0" dirty="0">
                          <a:ln>
                            <a:noFill/>
                          </a:ln>
                          <a:solidFill>
                            <a:schemeClr val="tx1"/>
                          </a:solidFill>
                          <a:effectLst/>
                          <a:latin typeface="Arial" charset="0"/>
                          <a:ea typeface="+mn-ea"/>
                          <a:cs typeface="+mn-cs"/>
                        </a:rPr>
                        <a:t> 13 justo después de la creación del expediente Heredo.</a:t>
                      </a:r>
                    </a:p>
                    <a:p>
                      <a:pPr marL="0" marR="0" indent="0" algn="just" defTabSz="914390" rtl="0" eaLnBrk="1" fontAlgn="auto" latinLnBrk="0" hangingPunct="1">
                        <a:lnSpc>
                          <a:spcPct val="100000"/>
                        </a:lnSpc>
                        <a:spcBef>
                          <a:spcPts val="0"/>
                        </a:spcBef>
                        <a:spcAft>
                          <a:spcPts val="0"/>
                        </a:spcAft>
                        <a:buClrTx/>
                        <a:buSzTx/>
                        <a:buFontTx/>
                        <a:buNone/>
                        <a:tabLst/>
                        <a:defRPr/>
                      </a:pPr>
                      <a:r>
                        <a:rPr kumimoji="0" lang="es-ES" sz="1400" b="0" i="0" u="none" strike="noStrike" kern="1200" cap="none" normalizeH="0" baseline="0" dirty="0">
                          <a:ln>
                            <a:noFill/>
                          </a:ln>
                          <a:solidFill>
                            <a:schemeClr val="tx1"/>
                          </a:solidFill>
                          <a:effectLst/>
                          <a:latin typeface="Arial" charset="0"/>
                          <a:ea typeface="+mn-ea"/>
                          <a:cs typeface="+mn-cs"/>
                        </a:rPr>
                        <a:t>Una vez que se suba la documentación al repositorio temporal en Azure , la documentación es revisada por el personal de </a:t>
                      </a:r>
                      <a:r>
                        <a:rPr kumimoji="0" lang="es-ES" sz="1400" b="0" i="0" u="none" strike="noStrike" kern="1200" cap="none" normalizeH="0" baseline="0" dirty="0" err="1">
                          <a:ln>
                            <a:noFill/>
                          </a:ln>
                          <a:solidFill>
                            <a:schemeClr val="tx1"/>
                          </a:solidFill>
                          <a:effectLst/>
                          <a:latin typeface="Arial" charset="0"/>
                          <a:ea typeface="+mn-ea"/>
                          <a:cs typeface="+mn-cs"/>
                        </a:rPr>
                        <a:t>Backoffice</a:t>
                      </a:r>
                      <a:r>
                        <a:rPr kumimoji="0" lang="es-ES" sz="1400" b="0" i="0" u="none" strike="noStrike" kern="1200" cap="none" normalizeH="0" baseline="0" dirty="0">
                          <a:ln>
                            <a:noFill/>
                          </a:ln>
                          <a:solidFill>
                            <a:schemeClr val="tx1"/>
                          </a:solidFill>
                          <a:effectLst/>
                          <a:latin typeface="Arial" charset="0"/>
                          <a:ea typeface="+mn-ea"/>
                          <a:cs typeface="+mn-cs"/>
                        </a:rPr>
                        <a:t> y se comprueba que esta toda la documentación que vienen reflejada en el expediente de Heredo. En ese momento desde </a:t>
                      </a:r>
                      <a:r>
                        <a:rPr kumimoji="0" lang="es-ES" sz="1400" b="0" i="0" u="none" strike="noStrike" kern="1200" cap="none" normalizeH="0" baseline="0" dirty="0" err="1">
                          <a:ln>
                            <a:noFill/>
                          </a:ln>
                          <a:solidFill>
                            <a:schemeClr val="tx1"/>
                          </a:solidFill>
                          <a:effectLst/>
                          <a:latin typeface="Arial" charset="0"/>
                          <a:ea typeface="+mn-ea"/>
                          <a:cs typeface="+mn-cs"/>
                        </a:rPr>
                        <a:t>Backoffice</a:t>
                      </a:r>
                      <a:r>
                        <a:rPr kumimoji="0" lang="es-ES" sz="1400" b="0" i="0" u="none" strike="noStrike" kern="1200" cap="none" normalizeH="0" baseline="0" dirty="0">
                          <a:ln>
                            <a:noFill/>
                          </a:ln>
                          <a:solidFill>
                            <a:schemeClr val="tx1"/>
                          </a:solidFill>
                          <a:effectLst/>
                          <a:latin typeface="Arial" charset="0"/>
                          <a:ea typeface="+mn-ea"/>
                          <a:cs typeface="+mn-cs"/>
                        </a:rPr>
                        <a:t> se sube la documentación a FileNet y se cierra el expediente automáticamente. </a:t>
                      </a:r>
                    </a:p>
                    <a:p>
                      <a:pPr marL="0" marR="0" indent="0" algn="just" defTabSz="914390" rtl="0" eaLnBrk="1" fontAlgn="auto" latinLnBrk="0" hangingPunct="1">
                        <a:lnSpc>
                          <a:spcPct val="100000"/>
                        </a:lnSpc>
                        <a:spcBef>
                          <a:spcPts val="0"/>
                        </a:spcBef>
                        <a:spcAft>
                          <a:spcPts val="0"/>
                        </a:spcAft>
                        <a:buClrTx/>
                        <a:buSzTx/>
                        <a:buFontTx/>
                        <a:buNone/>
                        <a:tabLst/>
                        <a:defRPr/>
                      </a:pPr>
                      <a:r>
                        <a:rPr kumimoji="0" lang="es-ES" sz="1400" b="0" i="0" u="none" strike="noStrike" kern="1200" cap="none" normalizeH="0" baseline="0" dirty="0">
                          <a:ln>
                            <a:noFill/>
                          </a:ln>
                          <a:solidFill>
                            <a:schemeClr val="tx1"/>
                          </a:solidFill>
                          <a:effectLst/>
                          <a:latin typeface="Arial" charset="0"/>
                          <a:ea typeface="+mn-ea"/>
                          <a:cs typeface="+mn-cs"/>
                        </a:rPr>
                        <a:t>(punto 13 del flujo funcional del </a:t>
                      </a:r>
                      <a:r>
                        <a:rPr kumimoji="0" lang="es-ES" sz="1400" b="0" i="0" u="none" strike="noStrike" kern="1200" cap="none" normalizeH="0" baseline="0" dirty="0" err="1">
                          <a:ln>
                            <a:noFill/>
                          </a:ln>
                          <a:solidFill>
                            <a:schemeClr val="tx1"/>
                          </a:solidFill>
                          <a:effectLst/>
                          <a:latin typeface="Arial" charset="0"/>
                          <a:ea typeface="+mn-ea"/>
                          <a:cs typeface="+mn-cs"/>
                        </a:rPr>
                        <a:t>slide</a:t>
                      </a:r>
                      <a:r>
                        <a:rPr kumimoji="0" lang="es-ES" sz="1400" b="0" i="0" u="none" strike="noStrike" kern="1200" cap="none" normalizeH="0" baseline="0" dirty="0">
                          <a:ln>
                            <a:noFill/>
                          </a:ln>
                          <a:solidFill>
                            <a:schemeClr val="tx1"/>
                          </a:solidFill>
                          <a:effectLst/>
                          <a:latin typeface="Arial" charset="0"/>
                          <a:ea typeface="+mn-ea"/>
                          <a:cs typeface="+mn-cs"/>
                        </a:rPr>
                        <a:t> 13).</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2895803"/>
                  </a:ext>
                </a:extLst>
              </a:tr>
              <a:tr h="583891">
                <a:tc>
                  <a:txBody>
                    <a:bodyPr/>
                    <a:lstStyle/>
                    <a:p>
                      <a:pPr marL="0" algn="ctr" defTabSz="914400" rtl="0" eaLnBrk="1" fontAlgn="ctr" latinLnBrk="0" hangingPunct="1"/>
                      <a:r>
                        <a:rPr lang="es-ES" sz="1400" b="1" i="0" u="none" strike="noStrike" kern="1200" dirty="0">
                          <a:solidFill>
                            <a:schemeClr val="bg1"/>
                          </a:solidFill>
                          <a:effectLst/>
                          <a:latin typeface="Calibri" panose="020F0502020204030204" pitchFamily="34" charset="0"/>
                          <a:ea typeface="+mn-ea"/>
                          <a:cs typeface="+mn-cs"/>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l" defTabSz="914400" rtl="0" eaLnBrk="1" fontAlgn="auto" latinLnBrk="0" hangingPunct="1">
                        <a:lnSpc>
                          <a:spcPct val="100000"/>
                        </a:lnSpc>
                        <a:spcBef>
                          <a:spcPts val="200"/>
                        </a:spcBef>
                        <a:spcAft>
                          <a:spcPts val="0"/>
                        </a:spcAft>
                        <a:buClrTx/>
                        <a:buSzTx/>
                        <a:buFontTx/>
                        <a:buNone/>
                        <a:tabLst/>
                        <a:defRPr/>
                      </a:pPr>
                      <a:r>
                        <a:rPr kumimoji="0" lang="es-ES" sz="1400" b="0" i="0" u="none" strike="noStrike" cap="none" normalizeH="0" baseline="0" dirty="0">
                          <a:ln>
                            <a:noFill/>
                          </a:ln>
                          <a:solidFill>
                            <a:schemeClr val="tx1"/>
                          </a:solidFill>
                          <a:effectLst/>
                          <a:latin typeface="Arial" charset="0"/>
                        </a:rPr>
                        <a:t>PaaS HC2.0</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90" rtl="0" eaLnBrk="1" fontAlgn="auto" latinLnBrk="0" hangingPunct="1">
                        <a:lnSpc>
                          <a:spcPct val="100000"/>
                        </a:lnSpc>
                        <a:spcBef>
                          <a:spcPts val="0"/>
                        </a:spcBef>
                        <a:spcAft>
                          <a:spcPts val="0"/>
                        </a:spcAft>
                        <a:buClrTx/>
                        <a:buSzTx/>
                        <a:buFontTx/>
                        <a:buNone/>
                        <a:tabLst/>
                        <a:defRPr/>
                      </a:pPr>
                      <a:r>
                        <a:rPr kumimoji="0" lang="es-ES" sz="1400" b="0" i="0" u="none" strike="noStrike" cap="none" normalizeH="0" baseline="0" dirty="0">
                          <a:ln>
                            <a:noFill/>
                          </a:ln>
                          <a:solidFill>
                            <a:schemeClr val="tx1"/>
                          </a:solidFill>
                          <a:effectLst/>
                          <a:latin typeface="Arial" charset="0"/>
                        </a:rPr>
                        <a:t>API Firma</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t" latinLnBrk="0" hangingPunct="1">
                        <a:lnSpc>
                          <a:spcPct val="100000"/>
                        </a:lnSpc>
                        <a:spcBef>
                          <a:spcPct val="20000"/>
                        </a:spcBef>
                        <a:spcAft>
                          <a:spcPct val="0"/>
                        </a:spcAft>
                        <a:buClrTx/>
                        <a:buSzTx/>
                        <a:buFontTx/>
                        <a:buNone/>
                        <a:tabLst/>
                        <a:defRPr/>
                      </a:pPr>
                      <a:r>
                        <a:rPr kumimoji="0" lang="es-ES" sz="1400" b="0" i="0" u="none" strike="noStrike" cap="none" normalizeH="0" baseline="0" dirty="0">
                          <a:ln>
                            <a:noFill/>
                          </a:ln>
                          <a:solidFill>
                            <a:schemeClr val="tx1"/>
                          </a:solidFill>
                          <a:effectLst/>
                          <a:latin typeface="Arial" charset="0"/>
                        </a:rPr>
                        <a:t>Protocolo: </a:t>
                      </a:r>
                      <a:r>
                        <a:rPr kumimoji="0" lang="es-ES" sz="1400" b="0" i="0" u="none" strike="noStrike" kern="1200" cap="none" normalizeH="0" baseline="0" dirty="0">
                          <a:ln>
                            <a:noFill/>
                          </a:ln>
                          <a:solidFill>
                            <a:schemeClr val="tx1"/>
                          </a:solidFill>
                          <a:effectLst/>
                          <a:latin typeface="Arial" charset="0"/>
                          <a:ea typeface="+mn-ea"/>
                          <a:cs typeface="+mn-cs"/>
                        </a:rPr>
                        <a:t>https</a:t>
                      </a:r>
                      <a:endParaRPr kumimoji="0" lang="es-ES" sz="1400" b="0" i="0" u="none" strike="noStrike" cap="none" normalizeH="0" baseline="0" dirty="0">
                        <a:ln>
                          <a:noFill/>
                        </a:ln>
                        <a:solidFill>
                          <a:schemeClr val="tx1"/>
                        </a:solidFill>
                        <a:effectLst/>
                        <a:latin typeface="Arial" charset="0"/>
                      </a:endParaRPr>
                    </a:p>
                  </a:txBody>
                  <a:tcPr marR="60960" marT="292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defTabSz="914390" rtl="0" eaLnBrk="1" fontAlgn="auto" latinLnBrk="0" hangingPunct="1">
                        <a:lnSpc>
                          <a:spcPct val="100000"/>
                        </a:lnSpc>
                        <a:spcBef>
                          <a:spcPts val="0"/>
                        </a:spcBef>
                        <a:spcAft>
                          <a:spcPts val="0"/>
                        </a:spcAft>
                        <a:buClrTx/>
                        <a:buSzTx/>
                        <a:buFontTx/>
                        <a:buNone/>
                        <a:tabLst/>
                        <a:defRPr/>
                      </a:pPr>
                      <a:r>
                        <a:rPr kumimoji="0" lang="es-ES" sz="1400" b="0" i="0" u="none" strike="noStrike" kern="1200" cap="none" normalizeH="0" baseline="0" dirty="0">
                          <a:ln>
                            <a:noFill/>
                          </a:ln>
                          <a:solidFill>
                            <a:schemeClr val="tx1"/>
                          </a:solidFill>
                          <a:effectLst/>
                          <a:latin typeface="Arial" charset="0"/>
                          <a:ea typeface="+mn-ea"/>
                          <a:cs typeface="+mn-cs"/>
                        </a:rPr>
                        <a:t>Este punto corresponde al punto 14 del flujo funcional del </a:t>
                      </a:r>
                      <a:r>
                        <a:rPr kumimoji="0" lang="es-ES" sz="1400" b="0" i="0" u="none" strike="noStrike" kern="1200" cap="none" normalizeH="0" baseline="0" dirty="0" err="1">
                          <a:ln>
                            <a:noFill/>
                          </a:ln>
                          <a:solidFill>
                            <a:schemeClr val="tx1"/>
                          </a:solidFill>
                          <a:effectLst/>
                          <a:latin typeface="Arial" charset="0"/>
                          <a:ea typeface="+mn-ea"/>
                          <a:cs typeface="+mn-cs"/>
                        </a:rPr>
                        <a:t>slide</a:t>
                      </a:r>
                      <a:r>
                        <a:rPr kumimoji="0" lang="es-ES" sz="1400" b="0" i="0" u="none" strike="noStrike" kern="1200" cap="none" normalizeH="0" baseline="0" dirty="0">
                          <a:ln>
                            <a:noFill/>
                          </a:ln>
                          <a:solidFill>
                            <a:schemeClr val="tx1"/>
                          </a:solidFill>
                          <a:effectLst/>
                          <a:latin typeface="Arial" charset="0"/>
                          <a:ea typeface="+mn-ea"/>
                          <a:cs typeface="+mn-cs"/>
                        </a:rPr>
                        <a:t> 13.</a:t>
                      </a:r>
                    </a:p>
                    <a:p>
                      <a:pPr marL="0" marR="0" indent="0" algn="just" defTabSz="914390" rtl="0" eaLnBrk="1" fontAlgn="auto" latinLnBrk="0" hangingPunct="1">
                        <a:lnSpc>
                          <a:spcPct val="100000"/>
                        </a:lnSpc>
                        <a:spcBef>
                          <a:spcPts val="0"/>
                        </a:spcBef>
                        <a:spcAft>
                          <a:spcPts val="0"/>
                        </a:spcAft>
                        <a:buClrTx/>
                        <a:buSzTx/>
                        <a:buFontTx/>
                        <a:buNone/>
                        <a:tabLst/>
                        <a:defRPr/>
                      </a:pPr>
                      <a:r>
                        <a:rPr kumimoji="0" lang="es-ES" sz="1400" b="0" i="0" u="none" strike="noStrike" kern="1200" cap="none" normalizeH="0" baseline="0" dirty="0">
                          <a:ln>
                            <a:noFill/>
                          </a:ln>
                          <a:solidFill>
                            <a:schemeClr val="tx1"/>
                          </a:solidFill>
                          <a:effectLst/>
                          <a:latin typeface="Arial" charset="0"/>
                          <a:ea typeface="+mn-ea"/>
                          <a:cs typeface="+mn-cs"/>
                        </a:rPr>
                        <a:t>En este caso :</a:t>
                      </a:r>
                    </a:p>
                    <a:p>
                      <a:pPr marL="0" marR="0" indent="0" algn="just" defTabSz="914390" rtl="0" eaLnBrk="1" fontAlgn="auto" latinLnBrk="0" hangingPunct="1">
                        <a:lnSpc>
                          <a:spcPct val="100000"/>
                        </a:lnSpc>
                        <a:spcBef>
                          <a:spcPts val="0"/>
                        </a:spcBef>
                        <a:spcAft>
                          <a:spcPts val="0"/>
                        </a:spcAft>
                        <a:buClrTx/>
                        <a:buSzTx/>
                        <a:buFontTx/>
                        <a:buNone/>
                        <a:tabLst/>
                        <a:defRPr/>
                      </a:pPr>
                      <a:r>
                        <a:rPr kumimoji="0" lang="es-ES" sz="1400" b="0" i="0" u="none" strike="noStrike" kern="1200" cap="none" normalizeH="0" baseline="0" dirty="0">
                          <a:ln>
                            <a:noFill/>
                          </a:ln>
                          <a:solidFill>
                            <a:schemeClr val="tx1"/>
                          </a:solidFill>
                          <a:effectLst/>
                          <a:latin typeface="Arial" charset="0"/>
                          <a:ea typeface="+mn-ea"/>
                          <a:cs typeface="+mn-cs"/>
                        </a:rPr>
                        <a:t>1 – Se crea el expediente de firma llamando al API correspondiente.</a:t>
                      </a:r>
                    </a:p>
                    <a:p>
                      <a:pPr marL="0" marR="0" indent="0" algn="just" defTabSz="914390" rtl="0" eaLnBrk="1" fontAlgn="auto" latinLnBrk="0" hangingPunct="1">
                        <a:lnSpc>
                          <a:spcPct val="100000"/>
                        </a:lnSpc>
                        <a:spcBef>
                          <a:spcPts val="0"/>
                        </a:spcBef>
                        <a:spcAft>
                          <a:spcPts val="0"/>
                        </a:spcAft>
                        <a:buClrTx/>
                        <a:buSzTx/>
                        <a:buFontTx/>
                        <a:buNone/>
                        <a:tabLst/>
                        <a:defRPr/>
                      </a:pPr>
                      <a:r>
                        <a:rPr kumimoji="0" lang="es-ES" sz="1400" b="0" i="0" u="none" strike="noStrike" kern="1200" cap="none" normalizeH="0" baseline="0" dirty="0">
                          <a:ln>
                            <a:noFill/>
                          </a:ln>
                          <a:solidFill>
                            <a:schemeClr val="tx1"/>
                          </a:solidFill>
                          <a:effectLst/>
                          <a:latin typeface="Arial" charset="0"/>
                          <a:ea typeface="+mn-ea"/>
                          <a:cs typeface="+mn-cs"/>
                        </a:rPr>
                        <a:t>2 – Se creará un documento a través de PI Online para ello se necesita una plantilla.</a:t>
                      </a:r>
                    </a:p>
                    <a:p>
                      <a:pPr marL="0" marR="0" indent="0" algn="just" defTabSz="914390" rtl="0" eaLnBrk="1" fontAlgn="auto" latinLnBrk="0" hangingPunct="1">
                        <a:lnSpc>
                          <a:spcPct val="100000"/>
                        </a:lnSpc>
                        <a:spcBef>
                          <a:spcPts val="0"/>
                        </a:spcBef>
                        <a:spcAft>
                          <a:spcPts val="0"/>
                        </a:spcAft>
                        <a:buClrTx/>
                        <a:buSzTx/>
                        <a:buFontTx/>
                        <a:buNone/>
                        <a:tabLst/>
                        <a:defRPr/>
                      </a:pPr>
                      <a:r>
                        <a:rPr kumimoji="0" lang="es-ES" sz="1400" b="0" i="0" u="none" strike="noStrike" kern="1200" cap="none" normalizeH="0" baseline="0" dirty="0">
                          <a:ln>
                            <a:noFill/>
                          </a:ln>
                          <a:solidFill>
                            <a:schemeClr val="tx1"/>
                          </a:solidFill>
                          <a:effectLst/>
                          <a:latin typeface="Arial" charset="0"/>
                          <a:ea typeface="+mn-ea"/>
                          <a:cs typeface="+mn-cs"/>
                        </a:rPr>
                        <a:t>3 – Se debe guarda el documento la versión 0 en FileNet.</a:t>
                      </a:r>
                    </a:p>
                    <a:p>
                      <a:pPr marL="0" marR="0" indent="0" algn="just" defTabSz="914390" rtl="0" eaLnBrk="1" fontAlgn="auto" latinLnBrk="0" hangingPunct="1">
                        <a:lnSpc>
                          <a:spcPct val="100000"/>
                        </a:lnSpc>
                        <a:spcBef>
                          <a:spcPts val="0"/>
                        </a:spcBef>
                        <a:spcAft>
                          <a:spcPts val="0"/>
                        </a:spcAft>
                        <a:buClrTx/>
                        <a:buSzTx/>
                        <a:buFontTx/>
                        <a:buNone/>
                        <a:tabLst/>
                        <a:defRPr/>
                      </a:pPr>
                      <a:r>
                        <a:rPr kumimoji="0" lang="es-ES" sz="1400" b="0" i="0" u="none" strike="noStrike" kern="1200" cap="none" normalizeH="0" baseline="0" dirty="0">
                          <a:ln>
                            <a:noFill/>
                          </a:ln>
                          <a:solidFill>
                            <a:schemeClr val="tx1"/>
                          </a:solidFill>
                          <a:effectLst/>
                          <a:latin typeface="Arial" charset="0"/>
                          <a:ea typeface="+mn-ea"/>
                          <a:cs typeface="+mn-cs"/>
                        </a:rPr>
                        <a:t>4 – Se recupera el documento y se firma y se guarda (esto lo hace el servicio de Firma).</a:t>
                      </a:r>
                    </a:p>
                    <a:p>
                      <a:pPr marL="0" marR="0" indent="0" algn="just" defTabSz="914390" rtl="0" eaLnBrk="1" fontAlgn="auto" latinLnBrk="0" hangingPunct="1">
                        <a:lnSpc>
                          <a:spcPct val="100000"/>
                        </a:lnSpc>
                        <a:spcBef>
                          <a:spcPts val="0"/>
                        </a:spcBef>
                        <a:spcAft>
                          <a:spcPts val="0"/>
                        </a:spcAft>
                        <a:buClrTx/>
                        <a:buSzTx/>
                        <a:buFontTx/>
                        <a:buNone/>
                        <a:tabLst/>
                        <a:defRPr/>
                      </a:pPr>
                      <a:endParaRPr kumimoji="0" lang="es-ES" sz="1400" b="0" i="0" u="none" strike="noStrike" kern="1200" cap="none" normalizeH="0" baseline="0" dirty="0">
                        <a:ln>
                          <a:noFill/>
                        </a:ln>
                        <a:solidFill>
                          <a:schemeClr val="tx1"/>
                        </a:solidFill>
                        <a:effectLst/>
                        <a:latin typeface="Arial" charset="0"/>
                        <a:ea typeface="+mn-ea"/>
                        <a:cs typeface="+mn-cs"/>
                      </a:endParaRPr>
                    </a:p>
                    <a:p>
                      <a:pPr marL="0" marR="0" indent="0" algn="just" defTabSz="914390" rtl="0" eaLnBrk="1" fontAlgn="auto" latinLnBrk="0" hangingPunct="1">
                        <a:lnSpc>
                          <a:spcPct val="100000"/>
                        </a:lnSpc>
                        <a:spcBef>
                          <a:spcPts val="0"/>
                        </a:spcBef>
                        <a:spcAft>
                          <a:spcPts val="0"/>
                        </a:spcAft>
                        <a:buClrTx/>
                        <a:buSzTx/>
                        <a:buFontTx/>
                        <a:buNone/>
                        <a:tabLst/>
                        <a:defRPr/>
                      </a:pPr>
                      <a:r>
                        <a:rPr kumimoji="0" lang="es-ES" sz="1400" b="0" i="0" u="none" strike="noStrike" kern="1200" cap="none" normalizeH="0" baseline="0" dirty="0">
                          <a:ln>
                            <a:noFill/>
                          </a:ln>
                          <a:solidFill>
                            <a:schemeClr val="tx1"/>
                          </a:solidFill>
                          <a:effectLst/>
                          <a:latin typeface="Arial" charset="0"/>
                          <a:ea typeface="+mn-ea"/>
                          <a:cs typeface="+mn-cs"/>
                        </a:rPr>
                        <a:t>Con esta operativa de firma implementada se podría aprovechar el flujo para firmar por la Wacom si se necesitará en un futuro.</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3115856"/>
                  </a:ext>
                </a:extLst>
              </a:tr>
            </a:tbl>
          </a:graphicData>
        </a:graphic>
      </p:graphicFrame>
      <p:sp>
        <p:nvSpPr>
          <p:cNvPr id="7" name="CuadroTexto 6">
            <a:extLst>
              <a:ext uri="{FF2B5EF4-FFF2-40B4-BE49-F238E27FC236}">
                <a16:creationId xmlns:a16="http://schemas.microsoft.com/office/drawing/2014/main" id="{3F777B6E-41EC-4D8F-B6C9-1AE2F31AB5FF}"/>
              </a:ext>
            </a:extLst>
          </p:cNvPr>
          <p:cNvSpPr txBox="1"/>
          <p:nvPr/>
        </p:nvSpPr>
        <p:spPr>
          <a:xfrm>
            <a:off x="3001612" y="5962934"/>
            <a:ext cx="6096000" cy="400110"/>
          </a:xfrm>
          <a:prstGeom prst="rect">
            <a:avLst/>
          </a:prstGeom>
          <a:noFill/>
        </p:spPr>
        <p:txBody>
          <a:bodyPr wrap="square">
            <a:spAutoFit/>
          </a:bodyPr>
          <a:lstStyle/>
          <a:p>
            <a:pPr marL="0" marR="0" lvl="0" indent="0" algn="just" defTabSz="914390" rtl="0" eaLnBrk="1" fontAlgn="auto" latinLnBrk="0" hangingPunct="1">
              <a:lnSpc>
                <a:spcPct val="100000"/>
              </a:lnSpc>
              <a:spcBef>
                <a:spcPts val="0"/>
              </a:spcBef>
              <a:spcAft>
                <a:spcPts val="0"/>
              </a:spcAft>
              <a:buClrTx/>
              <a:buSzTx/>
              <a:buFontTx/>
              <a:buNone/>
              <a:tabLst/>
              <a:defRPr/>
            </a:pPr>
            <a:r>
              <a:rPr kumimoji="0" lang="es-ES" sz="1000" b="0" i="0" u="none" strike="noStrike" kern="1200" cap="none" normalizeH="0" baseline="0" dirty="0">
                <a:ln>
                  <a:noFill/>
                </a:ln>
                <a:solidFill>
                  <a:schemeClr val="tx1"/>
                </a:solidFill>
                <a:effectLst/>
                <a:latin typeface="Arial" charset="0"/>
                <a:ea typeface="+mn-ea"/>
                <a:cs typeface="+mn-cs"/>
              </a:rPr>
              <a:t>En Ref 8 y Ref 9 se define los micros de Filenet y PiOnline</a:t>
            </a:r>
          </a:p>
          <a:p>
            <a:pPr marL="0" marR="0" indent="0" algn="just" defTabSz="914390" rtl="0" eaLnBrk="1" fontAlgn="auto" latinLnBrk="0" hangingPunct="1">
              <a:lnSpc>
                <a:spcPct val="100000"/>
              </a:lnSpc>
              <a:spcBef>
                <a:spcPts val="0"/>
              </a:spcBef>
              <a:spcAft>
                <a:spcPts val="0"/>
              </a:spcAft>
              <a:buClrTx/>
              <a:buSzTx/>
              <a:buFontTx/>
              <a:buNone/>
              <a:tabLst/>
              <a:defRPr/>
            </a:pPr>
            <a:r>
              <a:rPr kumimoji="0" lang="es-ES" sz="1000" b="0" i="0" u="none" strike="noStrike" kern="1200" cap="none" normalizeH="0" baseline="0" dirty="0">
                <a:ln>
                  <a:noFill/>
                </a:ln>
                <a:solidFill>
                  <a:schemeClr val="tx1"/>
                </a:solidFill>
                <a:effectLst/>
                <a:latin typeface="Arial" charset="0"/>
                <a:ea typeface="+mn-ea"/>
                <a:cs typeface="+mn-cs"/>
              </a:rPr>
              <a:t>En Ref 6 y Ref 7 se indica todo lo relativo al expediente de firma.</a:t>
            </a:r>
          </a:p>
        </p:txBody>
      </p:sp>
    </p:spTree>
    <p:extLst>
      <p:ext uri="{BB962C8B-B14F-4D97-AF65-F5344CB8AC3E}">
        <p14:creationId xmlns:p14="http://schemas.microsoft.com/office/powerpoint/2010/main" val="18851436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Marcador de texto 1">
            <a:extLst>
              <a:ext uri="{FF2B5EF4-FFF2-40B4-BE49-F238E27FC236}">
                <a16:creationId xmlns:a16="http://schemas.microsoft.com/office/drawing/2014/main" id="{E6EC0FA8-14B6-42CA-8357-9E45D12256CF}"/>
              </a:ext>
            </a:extLst>
          </p:cNvPr>
          <p:cNvSpPr txBox="1">
            <a:spLocks/>
          </p:cNvSpPr>
          <p:nvPr/>
        </p:nvSpPr>
        <p:spPr>
          <a:xfrm>
            <a:off x="632930" y="294942"/>
            <a:ext cx="10833365" cy="1279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Font typeface="Arial" panose="020B0604020202020204" pitchFamily="34" charset="0"/>
              <a:buNone/>
            </a:pPr>
            <a:r>
              <a:rPr lang="es-ES" sz="1400" b="1" dirty="0">
                <a:solidFill>
                  <a:srgbClr val="EB0000"/>
                </a:solidFill>
                <a:ea typeface="Segoe UI" panose="020B0502040204020203" pitchFamily="34" charset="0"/>
                <a:cs typeface="Segoe UI" panose="020B0502040204020203" pitchFamily="34" charset="0"/>
              </a:rPr>
              <a:t>Solución </a:t>
            </a:r>
            <a:r>
              <a:rPr lang="es-ES" sz="1400" b="1" dirty="0">
                <a:solidFill>
                  <a:srgbClr val="EB0000"/>
                </a:solidFill>
                <a:cs typeface="Segoe UI" panose="020B0502040204020203" pitchFamily="34" charset="0"/>
              </a:rPr>
              <a:t>técnica</a:t>
            </a:r>
          </a:p>
          <a:p>
            <a:pPr marL="0" indent="0">
              <a:spcBef>
                <a:spcPts val="300"/>
              </a:spcBef>
              <a:buNone/>
            </a:pPr>
            <a:r>
              <a:rPr lang="es-ES" altLang="es-ES" sz="1800" b="1" dirty="0">
                <a:solidFill>
                  <a:srgbClr val="EB0000"/>
                </a:solidFill>
                <a:cs typeface="Segoe UI" panose="020B0502040204020203" pitchFamily="34" charset="0"/>
              </a:rPr>
              <a:t>Interfaces entre Sistemas</a:t>
            </a:r>
            <a:endParaRPr lang="es-ES" sz="1800" b="1" dirty="0">
              <a:solidFill>
                <a:srgbClr val="EB0000"/>
              </a:solidFill>
              <a:cs typeface="Segoe UI" panose="020B0502040204020203" pitchFamily="34" charset="0"/>
            </a:endParaRPr>
          </a:p>
          <a:p>
            <a:pPr marL="0" indent="0">
              <a:spcBef>
                <a:spcPts val="300"/>
              </a:spcBef>
              <a:buFont typeface="Arial" panose="020B0604020202020204" pitchFamily="34" charset="0"/>
              <a:buNone/>
            </a:pPr>
            <a:r>
              <a:rPr lang="es-ES" sz="1800" b="1" dirty="0">
                <a:solidFill>
                  <a:srgbClr val="EB0000"/>
                </a:solidFill>
                <a:ea typeface="Segoe UI" panose="020B0502040204020203" pitchFamily="34" charset="0"/>
                <a:cs typeface="Segoe UI" panose="020B0502040204020203" pitchFamily="34" charset="0"/>
              </a:rPr>
              <a:t> </a:t>
            </a:r>
          </a:p>
        </p:txBody>
      </p:sp>
      <p:sp>
        <p:nvSpPr>
          <p:cNvPr id="19" name="Rectangle 55" descr="Ángulos">
            <a:extLst>
              <a:ext uri="{FF2B5EF4-FFF2-40B4-BE49-F238E27FC236}">
                <a16:creationId xmlns:a16="http://schemas.microsoft.com/office/drawing/2014/main" id="{B95F56D6-D4D4-4ACB-8C24-FD94FF480038}"/>
              </a:ext>
            </a:extLst>
          </p:cNvPr>
          <p:cNvSpPr>
            <a:spLocks noChangeArrowheads="1"/>
          </p:cNvSpPr>
          <p:nvPr/>
        </p:nvSpPr>
        <p:spPr bwMode="auto">
          <a:xfrm flipV="1">
            <a:off x="9313899" y="6476243"/>
            <a:ext cx="317927" cy="171450"/>
          </a:xfrm>
          <a:prstGeom prst="rect">
            <a:avLst/>
          </a:prstGeom>
          <a:noFill/>
          <a:ln>
            <a:noFill/>
          </a:ln>
          <a:effectLst>
            <a:prstShdw prst="shdw17" dist="17961" dir="2700000">
              <a:srgbClr val="990000"/>
            </a:prstShdw>
          </a:effectLst>
        </p:spPr>
        <p:txBody>
          <a:bodyPr rot="10800000" wrap="none" anchor="ct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spcBef>
                <a:spcPct val="0"/>
              </a:spcBef>
              <a:buClr>
                <a:schemeClr val="accent2"/>
              </a:buClr>
              <a:buFont typeface="Wingdings" panose="05000000000000000000" pitchFamily="2" charset="2"/>
              <a:buNone/>
            </a:pPr>
            <a:endParaRPr lang="es-ES" altLang="es-ES" sz="1108">
              <a:solidFill>
                <a:schemeClr val="tx1"/>
              </a:solidFill>
            </a:endParaRPr>
          </a:p>
        </p:txBody>
      </p:sp>
      <p:graphicFrame>
        <p:nvGraphicFramePr>
          <p:cNvPr id="6" name="Tabla 5">
            <a:extLst>
              <a:ext uri="{FF2B5EF4-FFF2-40B4-BE49-F238E27FC236}">
                <a16:creationId xmlns:a16="http://schemas.microsoft.com/office/drawing/2014/main" id="{4EA38692-9CEF-4E1D-A87C-C4E1793568D1}"/>
              </a:ext>
            </a:extLst>
          </p:cNvPr>
          <p:cNvGraphicFramePr>
            <a:graphicFrameLocks noGrp="1"/>
          </p:cNvGraphicFramePr>
          <p:nvPr>
            <p:extLst>
              <p:ext uri="{D42A27DB-BD31-4B8C-83A1-F6EECF244321}">
                <p14:modId xmlns:p14="http://schemas.microsoft.com/office/powerpoint/2010/main" val="3335274988"/>
              </p:ext>
            </p:extLst>
          </p:nvPr>
        </p:nvGraphicFramePr>
        <p:xfrm>
          <a:off x="271706" y="973088"/>
          <a:ext cx="11555812" cy="1158164"/>
        </p:xfrm>
        <a:graphic>
          <a:graphicData uri="http://schemas.openxmlformats.org/drawingml/2006/table">
            <a:tbl>
              <a:tblPr/>
              <a:tblGrid>
                <a:gridCol w="476440">
                  <a:extLst>
                    <a:ext uri="{9D8B030D-6E8A-4147-A177-3AD203B41FA5}">
                      <a16:colId xmlns:a16="http://schemas.microsoft.com/office/drawing/2014/main" val="1679333959"/>
                    </a:ext>
                  </a:extLst>
                </a:gridCol>
                <a:gridCol w="1419277">
                  <a:extLst>
                    <a:ext uri="{9D8B030D-6E8A-4147-A177-3AD203B41FA5}">
                      <a16:colId xmlns:a16="http://schemas.microsoft.com/office/drawing/2014/main" val="132562875"/>
                    </a:ext>
                  </a:extLst>
                </a:gridCol>
                <a:gridCol w="1718777">
                  <a:extLst>
                    <a:ext uri="{9D8B030D-6E8A-4147-A177-3AD203B41FA5}">
                      <a16:colId xmlns:a16="http://schemas.microsoft.com/office/drawing/2014/main" val="3962172061"/>
                    </a:ext>
                  </a:extLst>
                </a:gridCol>
                <a:gridCol w="1409700">
                  <a:extLst>
                    <a:ext uri="{9D8B030D-6E8A-4147-A177-3AD203B41FA5}">
                      <a16:colId xmlns:a16="http://schemas.microsoft.com/office/drawing/2014/main" val="1121885685"/>
                    </a:ext>
                  </a:extLst>
                </a:gridCol>
                <a:gridCol w="6531618">
                  <a:extLst>
                    <a:ext uri="{9D8B030D-6E8A-4147-A177-3AD203B41FA5}">
                      <a16:colId xmlns:a16="http://schemas.microsoft.com/office/drawing/2014/main" val="2098101776"/>
                    </a:ext>
                  </a:extLst>
                </a:gridCol>
              </a:tblGrid>
              <a:tr h="389307">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Num.</a:t>
                      </a:r>
                    </a:p>
                    <a:p>
                      <a:pPr algn="ctr" fontAlgn="ctr"/>
                      <a:r>
                        <a:rPr lang="es-ES" sz="1400" b="1" i="0" u="none" strike="noStrike" dirty="0">
                          <a:solidFill>
                            <a:srgbClr val="FFFFFF"/>
                          </a:solidFill>
                          <a:effectLst/>
                          <a:latin typeface="+mj-lt"/>
                        </a:rPr>
                        <a:t> Id.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Sistema Origen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Sistema Destino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Protocolo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s-ES" sz="1400" b="1" i="0" u="none" strike="noStrike" dirty="0">
                          <a:solidFill>
                            <a:srgbClr val="FFFFFF"/>
                          </a:solidFill>
                          <a:effectLst/>
                          <a:latin typeface="+mj-lt"/>
                        </a:rPr>
                        <a:t>Observaciones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32590006"/>
                  </a:ext>
                </a:extLst>
              </a:tr>
              <a:tr h="583891">
                <a:tc>
                  <a:txBody>
                    <a:bodyPr/>
                    <a:lstStyle/>
                    <a:p>
                      <a:pPr marL="0" algn="ctr" defTabSz="914400" rtl="0" eaLnBrk="1" fontAlgn="ctr" latinLnBrk="0" hangingPunct="1"/>
                      <a:r>
                        <a:rPr lang="es-ES" sz="1400" b="1" i="0" u="none" strike="noStrike" kern="1200" dirty="0">
                          <a:solidFill>
                            <a:schemeClr val="bg1"/>
                          </a:solidFill>
                          <a:effectLst/>
                          <a:latin typeface="Calibri" panose="020F0502020204030204" pitchFamily="34" charset="0"/>
                          <a:ea typeface="+mn-ea"/>
                          <a:cs typeface="+mn-cs"/>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marL="0" marR="0" lvl="0" indent="0" algn="l" defTabSz="914400" rtl="0" eaLnBrk="1" fontAlgn="auto" latinLnBrk="0" hangingPunct="1">
                        <a:lnSpc>
                          <a:spcPct val="100000"/>
                        </a:lnSpc>
                        <a:spcBef>
                          <a:spcPts val="200"/>
                        </a:spcBef>
                        <a:spcAft>
                          <a:spcPts val="0"/>
                        </a:spcAft>
                        <a:buClrTx/>
                        <a:buSzTx/>
                        <a:buFontTx/>
                        <a:buNone/>
                        <a:tabLst/>
                        <a:defRPr/>
                      </a:pPr>
                      <a:r>
                        <a:rPr kumimoji="0" lang="es-ES" sz="1400" b="0" i="0" u="none" strike="noStrike" cap="none" normalizeH="0" baseline="0" dirty="0">
                          <a:ln>
                            <a:noFill/>
                          </a:ln>
                          <a:solidFill>
                            <a:schemeClr val="tx1"/>
                          </a:solidFill>
                          <a:effectLst/>
                          <a:latin typeface="Arial" charset="0"/>
                        </a:rPr>
                        <a:t>PaaS HC 2.0</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90" rtl="0" eaLnBrk="1" fontAlgn="auto" latinLnBrk="0" hangingPunct="1">
                        <a:lnSpc>
                          <a:spcPct val="100000"/>
                        </a:lnSpc>
                        <a:spcBef>
                          <a:spcPts val="0"/>
                        </a:spcBef>
                        <a:spcAft>
                          <a:spcPts val="0"/>
                        </a:spcAft>
                        <a:buClrTx/>
                        <a:buSzTx/>
                        <a:buFontTx/>
                        <a:buNone/>
                        <a:tabLst/>
                        <a:defRPr/>
                      </a:pPr>
                      <a:r>
                        <a:rPr kumimoji="0" lang="es-ES" sz="1400" b="0" i="0" u="none" strike="noStrike" cap="none" normalizeH="0" baseline="0" dirty="0">
                          <a:ln>
                            <a:noFill/>
                          </a:ln>
                          <a:solidFill>
                            <a:schemeClr val="tx1"/>
                          </a:solidFill>
                          <a:effectLst/>
                          <a:latin typeface="Arial" charset="0"/>
                        </a:rPr>
                        <a:t>APPIAN</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t" latinLnBrk="0" hangingPunct="1">
                        <a:lnSpc>
                          <a:spcPct val="100000"/>
                        </a:lnSpc>
                        <a:spcBef>
                          <a:spcPct val="20000"/>
                        </a:spcBef>
                        <a:spcAft>
                          <a:spcPct val="0"/>
                        </a:spcAft>
                        <a:buClrTx/>
                        <a:buSzTx/>
                        <a:buFontTx/>
                        <a:buNone/>
                        <a:tabLst/>
                        <a:defRPr/>
                      </a:pPr>
                      <a:r>
                        <a:rPr kumimoji="0" lang="es-ES" sz="1400" b="0" i="0" u="none" strike="noStrike" cap="none" normalizeH="0" baseline="0" dirty="0">
                          <a:ln>
                            <a:noFill/>
                          </a:ln>
                          <a:solidFill>
                            <a:schemeClr val="tx1"/>
                          </a:solidFill>
                          <a:effectLst/>
                          <a:latin typeface="Arial" charset="0"/>
                        </a:rPr>
                        <a:t>Protocolo: </a:t>
                      </a:r>
                      <a:r>
                        <a:rPr kumimoji="0" lang="es-ES" sz="1400" b="0" i="0" u="none" strike="noStrike" cap="none" normalizeH="0" baseline="0" dirty="0" err="1">
                          <a:ln>
                            <a:noFill/>
                          </a:ln>
                          <a:solidFill>
                            <a:schemeClr val="tx1"/>
                          </a:solidFill>
                          <a:effectLst/>
                          <a:latin typeface="Arial" charset="0"/>
                        </a:rPr>
                        <a:t>Rest</a:t>
                      </a:r>
                      <a:endParaRPr kumimoji="0" lang="es-ES" sz="1400" b="0" i="0" u="none" strike="noStrike" cap="none" normalizeH="0" baseline="0" dirty="0">
                        <a:ln>
                          <a:noFill/>
                        </a:ln>
                        <a:solidFill>
                          <a:schemeClr val="tx1"/>
                        </a:solidFill>
                        <a:effectLst/>
                        <a:latin typeface="Arial" charset="0"/>
                      </a:endParaRPr>
                    </a:p>
                  </a:txBody>
                  <a:tcPr marR="60960" marT="292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just" defTabSz="914390" rtl="0" eaLnBrk="1" fontAlgn="auto" latinLnBrk="0" hangingPunct="1">
                        <a:lnSpc>
                          <a:spcPct val="100000"/>
                        </a:lnSpc>
                        <a:spcBef>
                          <a:spcPts val="0"/>
                        </a:spcBef>
                        <a:spcAft>
                          <a:spcPts val="0"/>
                        </a:spcAft>
                        <a:buClrTx/>
                        <a:buSzTx/>
                        <a:buFontTx/>
                        <a:buNone/>
                        <a:tabLst/>
                        <a:defRPr/>
                      </a:pPr>
                      <a:r>
                        <a:rPr kumimoji="0" lang="es-ES" sz="1400" b="0" i="0" u="none" strike="noStrike" kern="1200" cap="none" normalizeH="0" baseline="0" dirty="0">
                          <a:ln>
                            <a:noFill/>
                          </a:ln>
                          <a:solidFill>
                            <a:schemeClr val="tx1"/>
                          </a:solidFill>
                          <a:effectLst/>
                          <a:latin typeface="Arial" charset="0"/>
                          <a:ea typeface="+mn-ea"/>
                          <a:cs typeface="+mn-cs"/>
                        </a:rPr>
                        <a:t>Acceso a los procesos de BPMN definidos en el APPIAN y que es responsable de la navegabilidad, comportamiento y los procesos de negocio del producto </a:t>
                      </a:r>
                      <a:r>
                        <a:rPr kumimoji="0" lang="es-ES" sz="1400" b="0" i="0" u="none" strike="noStrike" kern="1200" cap="none" normalizeH="0" baseline="0" dirty="0" err="1">
                          <a:ln>
                            <a:noFill/>
                          </a:ln>
                          <a:solidFill>
                            <a:schemeClr val="tx1"/>
                          </a:solidFill>
                          <a:effectLst/>
                          <a:latin typeface="Arial" charset="0"/>
                          <a:ea typeface="+mn-ea"/>
                          <a:cs typeface="+mn-cs"/>
                        </a:rPr>
                        <a:t>Onboarding</a:t>
                      </a:r>
                      <a:r>
                        <a:rPr kumimoji="0" lang="es-ES" sz="1400" b="0" i="0" u="none" strike="noStrike" kern="1200" cap="none" normalizeH="0" baseline="0" dirty="0">
                          <a:ln>
                            <a:noFill/>
                          </a:ln>
                          <a:solidFill>
                            <a:schemeClr val="tx1"/>
                          </a:solidFill>
                          <a:effectLst/>
                          <a:latin typeface="Arial" charset="0"/>
                          <a:ea typeface="+mn-ea"/>
                          <a:cs typeface="+mn-cs"/>
                        </a:rPr>
                        <a:t> de clientes.</a:t>
                      </a:r>
                    </a:p>
                  </a:txBody>
                  <a:tcPr marT="45682" marB="4568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724415"/>
                  </a:ext>
                </a:extLst>
              </a:tr>
            </a:tbl>
          </a:graphicData>
        </a:graphic>
      </p:graphicFrame>
      <p:pic>
        <p:nvPicPr>
          <p:cNvPr id="5" name="Picture 662" descr="MC900434391[1]">
            <a:extLst>
              <a:ext uri="{FF2B5EF4-FFF2-40B4-BE49-F238E27FC236}">
                <a16:creationId xmlns:a16="http://schemas.microsoft.com/office/drawing/2014/main" id="{BE557E23-D5C9-4994-92B8-B019422AFC0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686898" y="120511"/>
            <a:ext cx="353316"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uadroTexto 6">
            <a:extLst>
              <a:ext uri="{FF2B5EF4-FFF2-40B4-BE49-F238E27FC236}">
                <a16:creationId xmlns:a16="http://schemas.microsoft.com/office/drawing/2014/main" id="{3F777B6E-41EC-4D8F-B6C9-1AE2F31AB5FF}"/>
              </a:ext>
            </a:extLst>
          </p:cNvPr>
          <p:cNvSpPr txBox="1"/>
          <p:nvPr/>
        </p:nvSpPr>
        <p:spPr>
          <a:xfrm>
            <a:off x="7519543" y="530362"/>
            <a:ext cx="6096000" cy="400110"/>
          </a:xfrm>
          <a:prstGeom prst="rect">
            <a:avLst/>
          </a:prstGeom>
          <a:noFill/>
        </p:spPr>
        <p:txBody>
          <a:bodyPr wrap="square">
            <a:spAutoFit/>
          </a:bodyPr>
          <a:lstStyle/>
          <a:p>
            <a:pPr marL="0" marR="0" lvl="0" indent="0" algn="just" defTabSz="914390" rtl="0" eaLnBrk="1" fontAlgn="auto" latinLnBrk="0" hangingPunct="1">
              <a:lnSpc>
                <a:spcPct val="100000"/>
              </a:lnSpc>
              <a:spcBef>
                <a:spcPts val="0"/>
              </a:spcBef>
              <a:spcAft>
                <a:spcPts val="0"/>
              </a:spcAft>
              <a:buClrTx/>
              <a:buSzTx/>
              <a:buFontTx/>
              <a:buNone/>
              <a:tabLst/>
              <a:defRPr/>
            </a:pPr>
            <a:r>
              <a:rPr kumimoji="0" lang="es-ES" sz="1000" b="0" i="0" u="none" strike="noStrike" kern="1200" cap="none" normalizeH="0" baseline="0" dirty="0">
                <a:ln>
                  <a:noFill/>
                </a:ln>
                <a:solidFill>
                  <a:schemeClr val="tx1"/>
                </a:solidFill>
                <a:effectLst/>
                <a:latin typeface="Arial" charset="0"/>
                <a:ea typeface="+mn-ea"/>
                <a:cs typeface="+mn-cs"/>
              </a:rPr>
              <a:t>En Ref 8 y Ref 9 se define los micros de Filenet y PiOnline</a:t>
            </a:r>
          </a:p>
          <a:p>
            <a:pPr marL="0" marR="0" indent="0" algn="just" defTabSz="914390" rtl="0" eaLnBrk="1" fontAlgn="auto" latinLnBrk="0" hangingPunct="1">
              <a:lnSpc>
                <a:spcPct val="100000"/>
              </a:lnSpc>
              <a:spcBef>
                <a:spcPts val="0"/>
              </a:spcBef>
              <a:spcAft>
                <a:spcPts val="0"/>
              </a:spcAft>
              <a:buClrTx/>
              <a:buSzTx/>
              <a:buFontTx/>
              <a:buNone/>
              <a:tabLst/>
              <a:defRPr/>
            </a:pPr>
            <a:r>
              <a:rPr kumimoji="0" lang="es-ES" sz="1000" b="0" i="0" u="none" strike="noStrike" kern="1200" cap="none" normalizeH="0" baseline="0" dirty="0">
                <a:ln>
                  <a:noFill/>
                </a:ln>
                <a:solidFill>
                  <a:schemeClr val="tx1"/>
                </a:solidFill>
                <a:effectLst/>
                <a:latin typeface="Arial" charset="0"/>
                <a:ea typeface="+mn-ea"/>
                <a:cs typeface="+mn-cs"/>
              </a:rPr>
              <a:t>En Ref 6 y Ref 7 se indica todo lo relativo al expediente de firma.</a:t>
            </a:r>
          </a:p>
        </p:txBody>
      </p:sp>
      <p:pic>
        <p:nvPicPr>
          <p:cNvPr id="8" name="Picture 662" descr="MC900434391[1]">
            <a:extLst>
              <a:ext uri="{FF2B5EF4-FFF2-40B4-BE49-F238E27FC236}">
                <a16:creationId xmlns:a16="http://schemas.microsoft.com/office/drawing/2014/main" id="{025F3486-0CDD-4651-948A-4BE1F9BD894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85042" y="1387951"/>
            <a:ext cx="353316"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480873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2 Marcador de pie de página"/>
          <p:cNvSpPr txBox="1">
            <a:spLocks/>
          </p:cNvSpPr>
          <p:nvPr/>
        </p:nvSpPr>
        <p:spPr>
          <a:xfrm>
            <a:off x="1" y="42181"/>
            <a:ext cx="5549669" cy="442035"/>
          </a:xfrm>
          <a:prstGeom prst="rect">
            <a:avLst/>
          </a:prstGeom>
        </p:spPr>
        <p:txBody>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2400" dirty="0">
                <a:solidFill>
                  <a:srgbClr val="FF0000"/>
                </a:solidFill>
                <a:latin typeface="Gadugi" panose="020B0502040204020203" pitchFamily="34" charset="0"/>
              </a:rPr>
              <a:t>Solución Técnica - Intranet</a:t>
            </a:r>
          </a:p>
        </p:txBody>
      </p:sp>
      <p:sp>
        <p:nvSpPr>
          <p:cNvPr id="155" name="2 Marcador de contenido"/>
          <p:cNvSpPr txBox="1">
            <a:spLocks/>
          </p:cNvSpPr>
          <p:nvPr/>
        </p:nvSpPr>
        <p:spPr bwMode="auto">
          <a:xfrm>
            <a:off x="274563" y="549600"/>
            <a:ext cx="9353666" cy="387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749" tIns="48875" rIns="97749" bIns="48875"/>
          <a:lstStyle>
            <a:lvl1pPr marL="457200" indent="-457200" defTabSz="977900" eaLnBrk="0" hangingPunct="0">
              <a:defRPr sz="2400">
                <a:solidFill>
                  <a:schemeClr val="tx1"/>
                </a:solidFill>
                <a:latin typeface="Arial" charset="0"/>
                <a:cs typeface="Arial" charset="0"/>
              </a:defRPr>
            </a:lvl1pPr>
            <a:lvl2pPr marL="742950" indent="-285750" defTabSz="977900" eaLnBrk="0" hangingPunct="0">
              <a:defRPr sz="2400">
                <a:solidFill>
                  <a:schemeClr val="tx1"/>
                </a:solidFill>
                <a:latin typeface="Arial" charset="0"/>
                <a:cs typeface="Arial" charset="0"/>
              </a:defRPr>
            </a:lvl2pPr>
            <a:lvl3pPr marL="1143000" indent="-228600" defTabSz="977900" eaLnBrk="0" hangingPunct="0">
              <a:defRPr sz="2400">
                <a:solidFill>
                  <a:schemeClr val="tx1"/>
                </a:solidFill>
                <a:latin typeface="Arial" charset="0"/>
                <a:cs typeface="Arial" charset="0"/>
              </a:defRPr>
            </a:lvl3pPr>
            <a:lvl4pPr marL="1600200" indent="-228600" defTabSz="977900" eaLnBrk="0" hangingPunct="0">
              <a:defRPr sz="2400">
                <a:solidFill>
                  <a:schemeClr val="tx1"/>
                </a:solidFill>
                <a:latin typeface="Arial" charset="0"/>
                <a:cs typeface="Arial" charset="0"/>
              </a:defRPr>
            </a:lvl4pPr>
            <a:lvl5pPr marL="2057400" indent="-228600" defTabSz="977900" eaLnBrk="0" hangingPunct="0">
              <a:defRPr sz="2400">
                <a:solidFill>
                  <a:schemeClr val="tx1"/>
                </a:solidFill>
                <a:latin typeface="Arial" charset="0"/>
                <a:cs typeface="Arial" charset="0"/>
              </a:defRPr>
            </a:lvl5pPr>
            <a:lvl6pPr marL="2514600" indent="-228600" defTabSz="977900" eaLnBrk="0" fontAlgn="base" hangingPunct="0">
              <a:spcBef>
                <a:spcPct val="0"/>
              </a:spcBef>
              <a:spcAft>
                <a:spcPct val="0"/>
              </a:spcAft>
              <a:defRPr sz="2400">
                <a:solidFill>
                  <a:schemeClr val="tx1"/>
                </a:solidFill>
                <a:latin typeface="Arial" charset="0"/>
                <a:cs typeface="Arial" charset="0"/>
              </a:defRPr>
            </a:lvl6pPr>
            <a:lvl7pPr marL="2971800" indent="-228600" defTabSz="977900" eaLnBrk="0" fontAlgn="base" hangingPunct="0">
              <a:spcBef>
                <a:spcPct val="0"/>
              </a:spcBef>
              <a:spcAft>
                <a:spcPct val="0"/>
              </a:spcAft>
              <a:defRPr sz="2400">
                <a:solidFill>
                  <a:schemeClr val="tx1"/>
                </a:solidFill>
                <a:latin typeface="Arial" charset="0"/>
                <a:cs typeface="Arial" charset="0"/>
              </a:defRPr>
            </a:lvl7pPr>
            <a:lvl8pPr marL="3429000" indent="-228600" defTabSz="977900" eaLnBrk="0" fontAlgn="base" hangingPunct="0">
              <a:spcBef>
                <a:spcPct val="0"/>
              </a:spcBef>
              <a:spcAft>
                <a:spcPct val="0"/>
              </a:spcAft>
              <a:defRPr sz="2400">
                <a:solidFill>
                  <a:schemeClr val="tx1"/>
                </a:solidFill>
                <a:latin typeface="Arial" charset="0"/>
                <a:cs typeface="Arial" charset="0"/>
              </a:defRPr>
            </a:lvl8pPr>
            <a:lvl9pPr marL="3886200" indent="-228600" defTabSz="977900" eaLnBrk="0" fontAlgn="base" hangingPunct="0">
              <a:spcBef>
                <a:spcPct val="0"/>
              </a:spcBef>
              <a:spcAft>
                <a:spcPct val="0"/>
              </a:spcAft>
              <a:defRPr sz="2400">
                <a:solidFill>
                  <a:schemeClr val="tx1"/>
                </a:solidFill>
                <a:latin typeface="Arial" charset="0"/>
                <a:cs typeface="Arial" charset="0"/>
              </a:defRPr>
            </a:lvl9pPr>
          </a:lstStyle>
          <a:p>
            <a:pPr marL="0" indent="0">
              <a:spcBef>
                <a:spcPts val="300"/>
              </a:spcBef>
              <a:buNone/>
            </a:pPr>
            <a:r>
              <a:rPr lang="es-ES" sz="2000" b="1" dirty="0">
                <a:solidFill>
                  <a:srgbClr val="EB0000"/>
                </a:solidFill>
                <a:ea typeface="Segoe UI" panose="020B0502040204020203" pitchFamily="34" charset="0"/>
                <a:cs typeface="Segoe UI" panose="020B0502040204020203" pitchFamily="34" charset="0"/>
              </a:rPr>
              <a:t>Mapa técnico de arquitectura: </a:t>
            </a:r>
            <a:r>
              <a:rPr lang="en-GB" sz="2000" b="1" dirty="0">
                <a:solidFill>
                  <a:srgbClr val="EB0000"/>
                </a:solidFill>
                <a:cs typeface="Segoe UI" panose="020B0502040204020203" pitchFamily="34" charset="0"/>
              </a:rPr>
              <a:t>procesos </a:t>
            </a:r>
            <a:r>
              <a:rPr lang="en-GB" sz="2000" b="1" dirty="0" err="1">
                <a:solidFill>
                  <a:srgbClr val="EB0000"/>
                </a:solidFill>
                <a:cs typeface="Segoe UI" panose="020B0502040204020203" pitchFamily="34" charset="0"/>
              </a:rPr>
              <a:t>planificados</a:t>
            </a:r>
            <a:r>
              <a:rPr lang="en-GB" sz="2000" b="1" dirty="0">
                <a:solidFill>
                  <a:srgbClr val="EB0000"/>
                </a:solidFill>
                <a:cs typeface="Segoe UI" panose="020B0502040204020203" pitchFamily="34" charset="0"/>
              </a:rPr>
              <a:t>.</a:t>
            </a:r>
          </a:p>
          <a:p>
            <a:pPr marL="0" indent="0">
              <a:spcBef>
                <a:spcPts val="300"/>
              </a:spcBef>
            </a:pPr>
            <a:r>
              <a:rPr lang="es-ES" altLang="es-ES" sz="2000" dirty="0">
                <a:solidFill>
                  <a:srgbClr val="FF0000"/>
                </a:solidFill>
              </a:rPr>
              <a:t>Proceso de cancelación de solicitud por caducidad</a:t>
            </a:r>
            <a:endParaRPr lang="es-ES_tradnl" altLang="es-ES" sz="2000" dirty="0">
              <a:solidFill>
                <a:srgbClr val="FF0000"/>
              </a:solidFill>
            </a:endParaRPr>
          </a:p>
          <a:p>
            <a:pPr marL="0" indent="0">
              <a:spcBef>
                <a:spcPts val="300"/>
              </a:spcBef>
              <a:buNone/>
            </a:pPr>
            <a:endParaRPr lang="es-ES" sz="2000" b="1" dirty="0">
              <a:solidFill>
                <a:srgbClr val="EB0000"/>
              </a:solidFill>
              <a:cs typeface="Segoe UI" panose="020B0502040204020203" pitchFamily="34" charset="0"/>
            </a:endParaRPr>
          </a:p>
          <a:p>
            <a:pPr algn="ctr">
              <a:buClr>
                <a:srgbClr val="FF0000"/>
              </a:buClr>
              <a:buFont typeface="Wingdings" pitchFamily="2" charset="2"/>
              <a:buChar char="w"/>
              <a:defRPr/>
            </a:pPr>
            <a:endParaRPr lang="es-ES" sz="2200" dirty="0">
              <a:solidFill>
                <a:srgbClr val="FF0000"/>
              </a:solidFill>
            </a:endParaRPr>
          </a:p>
        </p:txBody>
      </p:sp>
      <p:sp>
        <p:nvSpPr>
          <p:cNvPr id="54" name="Rectangle 331">
            <a:extLst>
              <a:ext uri="{FF2B5EF4-FFF2-40B4-BE49-F238E27FC236}">
                <a16:creationId xmlns:a16="http://schemas.microsoft.com/office/drawing/2014/main" id="{08D803E7-4D55-4E27-8BF9-54DEDEC69874}"/>
              </a:ext>
            </a:extLst>
          </p:cNvPr>
          <p:cNvSpPr>
            <a:spLocks noChangeArrowheads="1"/>
          </p:cNvSpPr>
          <p:nvPr/>
        </p:nvSpPr>
        <p:spPr bwMode="auto">
          <a:xfrm>
            <a:off x="9316398" y="549600"/>
            <a:ext cx="2754263" cy="723395"/>
          </a:xfrm>
          <a:prstGeom prst="rect">
            <a:avLst/>
          </a:prstGeom>
          <a:solidFill>
            <a:schemeClr val="bg1"/>
          </a:solidFill>
          <a:ln>
            <a:solidFill>
              <a:srgbClr val="FF0000"/>
            </a:solidFill>
            <a:headEnd/>
            <a:tailEnd/>
          </a:ln>
        </p:spPr>
        <p:style>
          <a:lnRef idx="1">
            <a:schemeClr val="accent2"/>
          </a:lnRef>
          <a:fillRef idx="2">
            <a:schemeClr val="accent2"/>
          </a:fillRef>
          <a:effectRef idx="1">
            <a:schemeClr val="accent2"/>
          </a:effectRef>
          <a:fontRef idx="minor">
            <a:schemeClr val="dk1"/>
          </a:fontRef>
        </p:style>
        <p:txBody>
          <a:bodyPr wrap="none">
            <a:flatTx/>
          </a:bodyPr>
          <a:lstStyle/>
          <a:p>
            <a:pPr defTabSz="914395">
              <a:defRPr/>
            </a:pPr>
            <a:endParaRPr lang="en-US" sz="1100" b="1" dirty="0">
              <a:solidFill>
                <a:sysClr val="windowText" lastClr="000000"/>
              </a:solidFill>
              <a:latin typeface="Calibri" panose="020F0502020204030204"/>
            </a:endParaRPr>
          </a:p>
        </p:txBody>
      </p:sp>
      <p:sp>
        <p:nvSpPr>
          <p:cNvPr id="55" name="TextBox 181">
            <a:extLst>
              <a:ext uri="{FF2B5EF4-FFF2-40B4-BE49-F238E27FC236}">
                <a16:creationId xmlns:a16="http://schemas.microsoft.com/office/drawing/2014/main" id="{B0993E16-2E6E-48B2-B8D0-B92CF9975265}"/>
              </a:ext>
            </a:extLst>
          </p:cNvPr>
          <p:cNvSpPr txBox="1">
            <a:spLocks noChangeArrowheads="1"/>
          </p:cNvSpPr>
          <p:nvPr/>
        </p:nvSpPr>
        <p:spPr bwMode="auto">
          <a:xfrm>
            <a:off x="11307949" y="839810"/>
            <a:ext cx="34977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pPr defTabSz="914395">
              <a:defRPr/>
            </a:pPr>
            <a:r>
              <a:rPr lang="es-ES" altLang="es-ES" sz="800" b="0" dirty="0">
                <a:solidFill>
                  <a:srgbClr val="000000"/>
                </a:solidFill>
                <a:latin typeface="Calibri" pitchFamily="34" charset="0"/>
                <a:cs typeface="Arial" charset="0"/>
              </a:rPr>
              <a:t>FILE</a:t>
            </a:r>
          </a:p>
        </p:txBody>
      </p:sp>
      <p:cxnSp>
        <p:nvCxnSpPr>
          <p:cNvPr id="56" name="25 Conector recto de flecha">
            <a:extLst>
              <a:ext uri="{FF2B5EF4-FFF2-40B4-BE49-F238E27FC236}">
                <a16:creationId xmlns:a16="http://schemas.microsoft.com/office/drawing/2014/main" id="{129F735C-883A-485B-90AF-307FBA15EABA}"/>
              </a:ext>
            </a:extLst>
          </p:cNvPr>
          <p:cNvCxnSpPr/>
          <p:nvPr/>
        </p:nvCxnSpPr>
        <p:spPr bwMode="auto">
          <a:xfrm>
            <a:off x="11072320" y="726657"/>
            <a:ext cx="255395" cy="4015"/>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181">
            <a:extLst>
              <a:ext uri="{FF2B5EF4-FFF2-40B4-BE49-F238E27FC236}">
                <a16:creationId xmlns:a16="http://schemas.microsoft.com/office/drawing/2014/main" id="{862E7350-5B4B-4C2A-9C65-ACBA613A7C36}"/>
              </a:ext>
            </a:extLst>
          </p:cNvPr>
          <p:cNvSpPr txBox="1">
            <a:spLocks noChangeArrowheads="1"/>
          </p:cNvSpPr>
          <p:nvPr/>
        </p:nvSpPr>
        <p:spPr bwMode="auto">
          <a:xfrm>
            <a:off x="11330854" y="622950"/>
            <a:ext cx="39466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pPr defTabSz="914395">
              <a:defRPr/>
            </a:pPr>
            <a:r>
              <a:rPr lang="es-ES" altLang="es-ES" sz="800" b="0" dirty="0" err="1">
                <a:solidFill>
                  <a:srgbClr val="000000"/>
                </a:solidFill>
                <a:latin typeface="Calibri" pitchFamily="34" charset="0"/>
                <a:cs typeface="Arial" charset="0"/>
              </a:rPr>
              <a:t>smtp</a:t>
            </a:r>
            <a:endParaRPr lang="es-ES" altLang="es-ES" sz="800" b="0" dirty="0">
              <a:solidFill>
                <a:srgbClr val="000000"/>
              </a:solidFill>
              <a:latin typeface="Calibri" pitchFamily="34" charset="0"/>
              <a:cs typeface="Arial" charset="0"/>
            </a:endParaRPr>
          </a:p>
        </p:txBody>
      </p:sp>
      <p:sp>
        <p:nvSpPr>
          <p:cNvPr id="58" name="CuadroTexto 57">
            <a:extLst>
              <a:ext uri="{FF2B5EF4-FFF2-40B4-BE49-F238E27FC236}">
                <a16:creationId xmlns:a16="http://schemas.microsoft.com/office/drawing/2014/main" id="{0F25A5E7-CD35-4DB0-9C2C-9E9E6D17C515}"/>
              </a:ext>
            </a:extLst>
          </p:cNvPr>
          <p:cNvSpPr txBox="1"/>
          <p:nvPr/>
        </p:nvSpPr>
        <p:spPr>
          <a:xfrm>
            <a:off x="10492204" y="610292"/>
            <a:ext cx="666959" cy="200055"/>
          </a:xfrm>
          <a:prstGeom prst="rect">
            <a:avLst/>
          </a:prstGeom>
          <a:noFill/>
        </p:spPr>
        <p:txBody>
          <a:bodyPr wrap="square" rtlCol="0">
            <a:spAutoFit/>
          </a:bodyPr>
          <a:lstStyle/>
          <a:p>
            <a:pPr defTabSz="914395">
              <a:defRPr/>
            </a:pPr>
            <a:r>
              <a:rPr lang="es-ES" sz="700" dirty="0">
                <a:solidFill>
                  <a:prstClr val="black"/>
                </a:solidFill>
                <a:latin typeface="Calibri" panose="020F0502020204030204"/>
              </a:rPr>
              <a:t>Nuevo</a:t>
            </a:r>
          </a:p>
        </p:txBody>
      </p:sp>
      <p:cxnSp>
        <p:nvCxnSpPr>
          <p:cNvPr id="90" name="25 Conector recto de flecha">
            <a:extLst>
              <a:ext uri="{FF2B5EF4-FFF2-40B4-BE49-F238E27FC236}">
                <a16:creationId xmlns:a16="http://schemas.microsoft.com/office/drawing/2014/main" id="{BF5E2641-20C5-4F1C-9BD8-8B3EEF040753}"/>
              </a:ext>
            </a:extLst>
          </p:cNvPr>
          <p:cNvCxnSpPr>
            <a:cxnSpLocks/>
          </p:cNvCxnSpPr>
          <p:nvPr/>
        </p:nvCxnSpPr>
        <p:spPr bwMode="auto">
          <a:xfrm>
            <a:off x="11072320" y="1101128"/>
            <a:ext cx="235629" cy="7529"/>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6" name="Oval 18">
            <a:extLst>
              <a:ext uri="{FF2B5EF4-FFF2-40B4-BE49-F238E27FC236}">
                <a16:creationId xmlns:a16="http://schemas.microsoft.com/office/drawing/2014/main" id="{365B39D2-0F6C-4078-A60F-9207B71586A2}"/>
              </a:ext>
            </a:extLst>
          </p:cNvPr>
          <p:cNvSpPr>
            <a:spLocks noChangeArrowheads="1"/>
          </p:cNvSpPr>
          <p:nvPr/>
        </p:nvSpPr>
        <p:spPr bwMode="auto">
          <a:xfrm>
            <a:off x="10237971" y="578862"/>
            <a:ext cx="226800" cy="227917"/>
          </a:xfrm>
          <a:prstGeom prst="ellipse">
            <a:avLst/>
          </a:prstGeom>
          <a:solidFill>
            <a:srgbClr val="FF0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N</a:t>
            </a:r>
          </a:p>
        </p:txBody>
      </p:sp>
      <p:cxnSp>
        <p:nvCxnSpPr>
          <p:cNvPr id="107" name="25 Conector recto de flecha">
            <a:extLst>
              <a:ext uri="{FF2B5EF4-FFF2-40B4-BE49-F238E27FC236}">
                <a16:creationId xmlns:a16="http://schemas.microsoft.com/office/drawing/2014/main" id="{62E7BDDC-5F97-42D8-AA36-484B8970DFC1}"/>
              </a:ext>
            </a:extLst>
          </p:cNvPr>
          <p:cNvCxnSpPr/>
          <p:nvPr/>
        </p:nvCxnSpPr>
        <p:spPr bwMode="auto">
          <a:xfrm>
            <a:off x="11072320" y="954936"/>
            <a:ext cx="255395" cy="401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08" name="TextBox 181">
            <a:extLst>
              <a:ext uri="{FF2B5EF4-FFF2-40B4-BE49-F238E27FC236}">
                <a16:creationId xmlns:a16="http://schemas.microsoft.com/office/drawing/2014/main" id="{B37783E5-57BC-43F8-B89C-415B9E4FBF70}"/>
              </a:ext>
            </a:extLst>
          </p:cNvPr>
          <p:cNvSpPr txBox="1">
            <a:spLocks noChangeArrowheads="1"/>
          </p:cNvSpPr>
          <p:nvPr/>
        </p:nvSpPr>
        <p:spPr bwMode="auto">
          <a:xfrm>
            <a:off x="11330855" y="1004457"/>
            <a:ext cx="61427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pPr defTabSz="914395">
              <a:defRPr/>
            </a:pPr>
            <a:r>
              <a:rPr lang="es-ES" altLang="es-ES" sz="800" b="0" dirty="0">
                <a:solidFill>
                  <a:srgbClr val="000000"/>
                </a:solidFill>
                <a:latin typeface="Calibri" pitchFamily="34" charset="0"/>
                <a:cs typeface="Arial" charset="0"/>
              </a:rPr>
              <a:t>FTP / SFTP</a:t>
            </a:r>
          </a:p>
        </p:txBody>
      </p:sp>
      <p:sp>
        <p:nvSpPr>
          <p:cNvPr id="99" name="5 Marcador de número de diapositiva">
            <a:extLst>
              <a:ext uri="{FF2B5EF4-FFF2-40B4-BE49-F238E27FC236}">
                <a16:creationId xmlns:a16="http://schemas.microsoft.com/office/drawing/2014/main" id="{4E3BA852-17D8-4F6E-8C0E-8FA6502E525D}"/>
              </a:ext>
            </a:extLst>
          </p:cNvPr>
          <p:cNvSpPr txBox="1">
            <a:spLocks/>
          </p:cNvSpPr>
          <p:nvPr/>
        </p:nvSpPr>
        <p:spPr>
          <a:xfrm>
            <a:off x="6113782" y="6387833"/>
            <a:ext cx="267971" cy="2911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2202" rIns="42202"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300"/>
              </a:spcBef>
              <a:spcAft>
                <a:spcPts val="0"/>
              </a:spcAft>
              <a:buClrTx/>
              <a:buSzTx/>
              <a:buFontTx/>
              <a:buNone/>
              <a:tabLst/>
              <a:defRPr kumimoji="0" sz="1400" b="1" i="0" u="none" strike="noStrike" cap="none" spc="0" normalizeH="0" baseline="0">
                <a:ln>
                  <a:noFill/>
                </a:ln>
                <a:solidFill>
                  <a:srgbClr val="5F5F5F"/>
                </a:solidFill>
                <a:effectLst/>
                <a:uFillTx/>
                <a:latin typeface="Arial"/>
                <a:ea typeface="Arial"/>
                <a:cs typeface="Arial"/>
                <a:sym typeface="Arial"/>
              </a:defRPr>
            </a:lvl1pPr>
            <a:lvl2pPr marL="0" marR="0" indent="4572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s-ES" sz="1292"/>
              <a:pPr/>
              <a:t>23</a:t>
            </a:fld>
            <a:endParaRPr lang="es-ES" sz="1292" dirty="0"/>
          </a:p>
        </p:txBody>
      </p:sp>
      <p:sp>
        <p:nvSpPr>
          <p:cNvPr id="122" name="Oval 18">
            <a:extLst>
              <a:ext uri="{FF2B5EF4-FFF2-40B4-BE49-F238E27FC236}">
                <a16:creationId xmlns:a16="http://schemas.microsoft.com/office/drawing/2014/main" id="{72065270-A747-4C06-BAD5-0AF90182670E}"/>
              </a:ext>
            </a:extLst>
          </p:cNvPr>
          <p:cNvSpPr>
            <a:spLocks noChangeArrowheads="1"/>
          </p:cNvSpPr>
          <p:nvPr/>
        </p:nvSpPr>
        <p:spPr bwMode="auto">
          <a:xfrm>
            <a:off x="10255782" y="819635"/>
            <a:ext cx="226800" cy="227917"/>
          </a:xfrm>
          <a:prstGeom prst="ellipse">
            <a:avLst/>
          </a:prstGeom>
          <a:solidFill>
            <a:srgbClr val="FFC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M</a:t>
            </a:r>
          </a:p>
        </p:txBody>
      </p:sp>
      <p:sp>
        <p:nvSpPr>
          <p:cNvPr id="123" name="CuadroTexto 122">
            <a:extLst>
              <a:ext uri="{FF2B5EF4-FFF2-40B4-BE49-F238E27FC236}">
                <a16:creationId xmlns:a16="http://schemas.microsoft.com/office/drawing/2014/main" id="{EA79CB3B-5B2B-45C0-AE11-038DA3E27C7A}"/>
              </a:ext>
            </a:extLst>
          </p:cNvPr>
          <p:cNvSpPr txBox="1"/>
          <p:nvPr/>
        </p:nvSpPr>
        <p:spPr>
          <a:xfrm>
            <a:off x="10482583" y="837147"/>
            <a:ext cx="666959" cy="200055"/>
          </a:xfrm>
          <a:prstGeom prst="rect">
            <a:avLst/>
          </a:prstGeom>
          <a:noFill/>
        </p:spPr>
        <p:txBody>
          <a:bodyPr wrap="square" rtlCol="0">
            <a:spAutoFit/>
          </a:bodyPr>
          <a:lstStyle/>
          <a:p>
            <a:pPr defTabSz="914395">
              <a:defRPr/>
            </a:pPr>
            <a:r>
              <a:rPr lang="es-ES" sz="700" dirty="0">
                <a:solidFill>
                  <a:prstClr val="black"/>
                </a:solidFill>
                <a:latin typeface="Calibri" panose="020F0502020204030204"/>
              </a:rPr>
              <a:t>Modificado</a:t>
            </a:r>
          </a:p>
        </p:txBody>
      </p:sp>
      <p:sp>
        <p:nvSpPr>
          <p:cNvPr id="124" name="Oval 18">
            <a:extLst>
              <a:ext uri="{FF2B5EF4-FFF2-40B4-BE49-F238E27FC236}">
                <a16:creationId xmlns:a16="http://schemas.microsoft.com/office/drawing/2014/main" id="{18ABAF1B-F41F-4894-BF67-0E1CC94E4F41}"/>
              </a:ext>
            </a:extLst>
          </p:cNvPr>
          <p:cNvSpPr>
            <a:spLocks noChangeArrowheads="1"/>
          </p:cNvSpPr>
          <p:nvPr/>
        </p:nvSpPr>
        <p:spPr bwMode="auto">
          <a:xfrm>
            <a:off x="10267356" y="1045998"/>
            <a:ext cx="226800" cy="227917"/>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
        <p:nvSpPr>
          <p:cNvPr id="125" name="CuadroTexto 124">
            <a:extLst>
              <a:ext uri="{FF2B5EF4-FFF2-40B4-BE49-F238E27FC236}">
                <a16:creationId xmlns:a16="http://schemas.microsoft.com/office/drawing/2014/main" id="{71391F6D-C5BB-4299-8552-3DCD23C661D9}"/>
              </a:ext>
            </a:extLst>
          </p:cNvPr>
          <p:cNvSpPr txBox="1"/>
          <p:nvPr/>
        </p:nvSpPr>
        <p:spPr>
          <a:xfrm>
            <a:off x="10505488" y="1061412"/>
            <a:ext cx="666959" cy="200055"/>
          </a:xfrm>
          <a:prstGeom prst="rect">
            <a:avLst/>
          </a:prstGeom>
          <a:noFill/>
        </p:spPr>
        <p:txBody>
          <a:bodyPr wrap="square" rtlCol="0">
            <a:spAutoFit/>
          </a:bodyPr>
          <a:lstStyle/>
          <a:p>
            <a:pPr defTabSz="914395">
              <a:defRPr/>
            </a:pPr>
            <a:r>
              <a:rPr lang="es-ES" sz="700" dirty="0">
                <a:solidFill>
                  <a:prstClr val="black"/>
                </a:solidFill>
                <a:latin typeface="Calibri" panose="020F0502020204030204"/>
              </a:rPr>
              <a:t>Existente</a:t>
            </a:r>
          </a:p>
        </p:txBody>
      </p:sp>
      <p:pic>
        <p:nvPicPr>
          <p:cNvPr id="7" name="Imagen 6">
            <a:extLst>
              <a:ext uri="{FF2B5EF4-FFF2-40B4-BE49-F238E27FC236}">
                <a16:creationId xmlns:a16="http://schemas.microsoft.com/office/drawing/2014/main" id="{D65E0D2A-D80B-4A96-B04A-BA4BEEEAAAA2}"/>
              </a:ext>
            </a:extLst>
          </p:cNvPr>
          <p:cNvPicPr>
            <a:picLocks noChangeAspect="1"/>
          </p:cNvPicPr>
          <p:nvPr/>
        </p:nvPicPr>
        <p:blipFill>
          <a:blip r:embed="rId3"/>
          <a:stretch>
            <a:fillRect/>
          </a:stretch>
        </p:blipFill>
        <p:spPr>
          <a:xfrm>
            <a:off x="8268599" y="3996776"/>
            <a:ext cx="694592" cy="1134208"/>
          </a:xfrm>
          <a:prstGeom prst="rect">
            <a:avLst/>
          </a:prstGeom>
        </p:spPr>
      </p:pic>
      <p:grpSp>
        <p:nvGrpSpPr>
          <p:cNvPr id="105" name="Grupo 104">
            <a:extLst>
              <a:ext uri="{FF2B5EF4-FFF2-40B4-BE49-F238E27FC236}">
                <a16:creationId xmlns:a16="http://schemas.microsoft.com/office/drawing/2014/main" id="{6B3F35BD-AA75-449C-83D3-826C0703AB6E}"/>
              </a:ext>
            </a:extLst>
          </p:cNvPr>
          <p:cNvGrpSpPr/>
          <p:nvPr/>
        </p:nvGrpSpPr>
        <p:grpSpPr>
          <a:xfrm>
            <a:off x="9379329" y="618385"/>
            <a:ext cx="288789" cy="128483"/>
            <a:chOff x="10457075" y="2470064"/>
            <a:chExt cx="431319" cy="225978"/>
          </a:xfrm>
        </p:grpSpPr>
        <p:sp>
          <p:nvSpPr>
            <p:cNvPr id="109" name="Rectángulo 108">
              <a:extLst>
                <a:ext uri="{FF2B5EF4-FFF2-40B4-BE49-F238E27FC236}">
                  <a16:creationId xmlns:a16="http://schemas.microsoft.com/office/drawing/2014/main" id="{6AA7EC62-B94F-4ACA-B951-CF9C0CAE6AD4}"/>
                </a:ext>
              </a:extLst>
            </p:cNvPr>
            <p:cNvSpPr/>
            <p:nvPr/>
          </p:nvSpPr>
          <p:spPr>
            <a:xfrm>
              <a:off x="10457075" y="2470064"/>
              <a:ext cx="431319" cy="22597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dirty="0"/>
            </a:p>
          </p:txBody>
        </p:sp>
        <p:sp>
          <p:nvSpPr>
            <p:cNvPr id="116" name="Rectángulo 115">
              <a:extLst>
                <a:ext uri="{FF2B5EF4-FFF2-40B4-BE49-F238E27FC236}">
                  <a16:creationId xmlns:a16="http://schemas.microsoft.com/office/drawing/2014/main" id="{83589C93-02FD-4524-8067-F9259B54C3DD}"/>
                </a:ext>
              </a:extLst>
            </p:cNvPr>
            <p:cNvSpPr/>
            <p:nvPr/>
          </p:nvSpPr>
          <p:spPr>
            <a:xfrm>
              <a:off x="10526091" y="2539957"/>
              <a:ext cx="290153" cy="953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dirty="0"/>
            </a:p>
          </p:txBody>
        </p:sp>
      </p:grpSp>
      <p:sp>
        <p:nvSpPr>
          <p:cNvPr id="119" name="CuadroTexto 118">
            <a:extLst>
              <a:ext uri="{FF2B5EF4-FFF2-40B4-BE49-F238E27FC236}">
                <a16:creationId xmlns:a16="http://schemas.microsoft.com/office/drawing/2014/main" id="{FB877C06-5586-43A2-89A2-7C60EF752D54}"/>
              </a:ext>
            </a:extLst>
          </p:cNvPr>
          <p:cNvSpPr txBox="1"/>
          <p:nvPr/>
        </p:nvSpPr>
        <p:spPr>
          <a:xfrm>
            <a:off x="9676536" y="596009"/>
            <a:ext cx="617932" cy="191719"/>
          </a:xfrm>
          <a:prstGeom prst="rect">
            <a:avLst/>
          </a:prstGeom>
          <a:noFill/>
        </p:spPr>
        <p:txBody>
          <a:bodyPr wrap="square" rtlCol="0">
            <a:spAutoFit/>
          </a:bodyPr>
          <a:lstStyle/>
          <a:p>
            <a:r>
              <a:rPr lang="es-ES" sz="646" dirty="0"/>
              <a:t>Token JWT </a:t>
            </a:r>
          </a:p>
        </p:txBody>
      </p:sp>
      <p:cxnSp>
        <p:nvCxnSpPr>
          <p:cNvPr id="128" name="25 Conector recto de flecha">
            <a:extLst>
              <a:ext uri="{FF2B5EF4-FFF2-40B4-BE49-F238E27FC236}">
                <a16:creationId xmlns:a16="http://schemas.microsoft.com/office/drawing/2014/main" id="{E3FB340E-2A12-4BEB-A7E8-42C13F420025}"/>
              </a:ext>
            </a:extLst>
          </p:cNvPr>
          <p:cNvCxnSpPr/>
          <p:nvPr/>
        </p:nvCxnSpPr>
        <p:spPr bwMode="auto">
          <a:xfrm>
            <a:off x="9408489" y="976226"/>
            <a:ext cx="255395" cy="4015"/>
          </a:xfrm>
          <a:prstGeom prst="straightConnector1">
            <a:avLst/>
          </a:prstGeom>
          <a:ln>
            <a:solidFill>
              <a:srgbClr val="FFFF00"/>
            </a:solidFill>
            <a:tailEnd type="triangle"/>
          </a:ln>
        </p:spPr>
        <p:style>
          <a:lnRef idx="3">
            <a:schemeClr val="dk1"/>
          </a:lnRef>
          <a:fillRef idx="0">
            <a:schemeClr val="dk1"/>
          </a:fillRef>
          <a:effectRef idx="2">
            <a:schemeClr val="dk1"/>
          </a:effectRef>
          <a:fontRef idx="minor">
            <a:schemeClr val="tx1"/>
          </a:fontRef>
        </p:style>
      </p:cxnSp>
      <p:sp>
        <p:nvSpPr>
          <p:cNvPr id="140" name="TextBox 181">
            <a:extLst>
              <a:ext uri="{FF2B5EF4-FFF2-40B4-BE49-F238E27FC236}">
                <a16:creationId xmlns:a16="http://schemas.microsoft.com/office/drawing/2014/main" id="{9FD8555C-3ED4-4B6A-8793-1E0E45735F43}"/>
              </a:ext>
            </a:extLst>
          </p:cNvPr>
          <p:cNvSpPr txBox="1">
            <a:spLocks noChangeArrowheads="1"/>
          </p:cNvSpPr>
          <p:nvPr/>
        </p:nvSpPr>
        <p:spPr bwMode="auto">
          <a:xfrm>
            <a:off x="9672521" y="861350"/>
            <a:ext cx="397866" cy="343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pPr defTabSz="914395">
              <a:defRPr/>
            </a:pPr>
            <a:r>
              <a:rPr lang="es-ES" altLang="es-ES" sz="831" b="0" dirty="0">
                <a:solidFill>
                  <a:srgbClr val="000000"/>
                </a:solidFill>
                <a:latin typeface="Calibri" pitchFamily="34" charset="0"/>
                <a:cs typeface="Arial" charset="0"/>
              </a:rPr>
              <a:t>JDBC</a:t>
            </a:r>
          </a:p>
          <a:p>
            <a:pPr defTabSz="914395">
              <a:defRPr/>
            </a:pPr>
            <a:endParaRPr lang="es-ES" altLang="es-ES" sz="800" b="0" dirty="0">
              <a:solidFill>
                <a:srgbClr val="000000"/>
              </a:solidFill>
              <a:latin typeface="Calibri" pitchFamily="34" charset="0"/>
              <a:cs typeface="Arial" charset="0"/>
            </a:endParaRPr>
          </a:p>
        </p:txBody>
      </p:sp>
      <p:sp>
        <p:nvSpPr>
          <p:cNvPr id="103" name="Rectángulo: esquinas redondeadas 102">
            <a:extLst>
              <a:ext uri="{FF2B5EF4-FFF2-40B4-BE49-F238E27FC236}">
                <a16:creationId xmlns:a16="http://schemas.microsoft.com/office/drawing/2014/main" id="{B6B2F949-3DCA-40F0-B4B1-04F288B30D26}"/>
              </a:ext>
            </a:extLst>
          </p:cNvPr>
          <p:cNvSpPr/>
          <p:nvPr/>
        </p:nvSpPr>
        <p:spPr>
          <a:xfrm>
            <a:off x="4346279" y="1782162"/>
            <a:ext cx="6118491" cy="3648942"/>
          </a:xfrm>
          <a:prstGeom prst="round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a:p>
        </p:txBody>
      </p:sp>
      <p:grpSp>
        <p:nvGrpSpPr>
          <p:cNvPr id="150" name="Grupo 149">
            <a:extLst>
              <a:ext uri="{FF2B5EF4-FFF2-40B4-BE49-F238E27FC236}">
                <a16:creationId xmlns:a16="http://schemas.microsoft.com/office/drawing/2014/main" id="{7BC4577D-E3E6-468C-9E95-66F30DA9214B}"/>
              </a:ext>
            </a:extLst>
          </p:cNvPr>
          <p:cNvGrpSpPr/>
          <p:nvPr/>
        </p:nvGrpSpPr>
        <p:grpSpPr>
          <a:xfrm>
            <a:off x="6186360" y="1861374"/>
            <a:ext cx="1425131" cy="1365033"/>
            <a:chOff x="4214162" y="2214374"/>
            <a:chExt cx="3501284" cy="3857088"/>
          </a:xfrm>
        </p:grpSpPr>
        <p:sp>
          <p:nvSpPr>
            <p:cNvPr id="151" name="Oval 465">
              <a:extLst>
                <a:ext uri="{FF2B5EF4-FFF2-40B4-BE49-F238E27FC236}">
                  <a16:creationId xmlns:a16="http://schemas.microsoft.com/office/drawing/2014/main" id="{4FCC1F58-BEF2-4355-A29D-C9DF443C487E}"/>
                </a:ext>
              </a:extLst>
            </p:cNvPr>
            <p:cNvSpPr>
              <a:spLocks noChangeArrowheads="1"/>
            </p:cNvSpPr>
            <p:nvPr/>
          </p:nvSpPr>
          <p:spPr bwMode="auto">
            <a:xfrm>
              <a:off x="6152189" y="3941550"/>
              <a:ext cx="148851" cy="150886"/>
            </a:xfrm>
            <a:prstGeom prst="ellipse">
              <a:avLst/>
            </a:prstGeom>
            <a:solidFill>
              <a:schemeClr val="tx1"/>
            </a:solidFill>
            <a:ln w="9525">
              <a:solidFill>
                <a:schemeClr val="tx1"/>
              </a:solidFill>
              <a:round/>
              <a:headEnd/>
              <a:tailEnd/>
            </a:ln>
          </p:spPr>
          <p:txBody>
            <a:bodyPr wrap="none" anchor="ct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710" b="0" dirty="0">
                  <a:solidFill>
                    <a:schemeClr val="bg1"/>
                  </a:solidFill>
                </a:rPr>
                <a:t>9</a:t>
              </a:r>
            </a:p>
          </p:txBody>
        </p:sp>
        <p:grpSp>
          <p:nvGrpSpPr>
            <p:cNvPr id="152" name="Grupo 151">
              <a:extLst>
                <a:ext uri="{FF2B5EF4-FFF2-40B4-BE49-F238E27FC236}">
                  <a16:creationId xmlns:a16="http://schemas.microsoft.com/office/drawing/2014/main" id="{A6E20238-53ED-4FDD-A3D3-93A512F043A1}"/>
                </a:ext>
              </a:extLst>
            </p:cNvPr>
            <p:cNvGrpSpPr/>
            <p:nvPr/>
          </p:nvGrpSpPr>
          <p:grpSpPr>
            <a:xfrm>
              <a:off x="4214162" y="2214374"/>
              <a:ext cx="3501284" cy="3857088"/>
              <a:chOff x="4484038" y="3393298"/>
              <a:chExt cx="2193246" cy="2458882"/>
            </a:xfrm>
          </p:grpSpPr>
          <p:sp>
            <p:nvSpPr>
              <p:cNvPr id="153" name="Rectángulo: esquinas redondeadas 152">
                <a:extLst>
                  <a:ext uri="{FF2B5EF4-FFF2-40B4-BE49-F238E27FC236}">
                    <a16:creationId xmlns:a16="http://schemas.microsoft.com/office/drawing/2014/main" id="{E918FAAA-EE70-4506-9174-97C86755B4FB}"/>
                  </a:ext>
                </a:extLst>
              </p:cNvPr>
              <p:cNvSpPr/>
              <p:nvPr/>
            </p:nvSpPr>
            <p:spPr>
              <a:xfrm>
                <a:off x="4484038" y="3393298"/>
                <a:ext cx="2193246" cy="2458882"/>
              </a:xfrm>
              <a:prstGeom prst="roundRect">
                <a:avLst/>
              </a:prstGeom>
              <a:solidFill>
                <a:schemeClr val="bg1"/>
              </a:solidFill>
              <a:ln>
                <a:solidFill>
                  <a:srgbClr val="0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dirty="0"/>
              </a:p>
            </p:txBody>
          </p:sp>
          <p:sp>
            <p:nvSpPr>
              <p:cNvPr id="154" name="CuadroTexto 153">
                <a:extLst>
                  <a:ext uri="{FF2B5EF4-FFF2-40B4-BE49-F238E27FC236}">
                    <a16:creationId xmlns:a16="http://schemas.microsoft.com/office/drawing/2014/main" id="{E3A8925E-622B-4671-97E0-41AFF66F9BB5}"/>
                  </a:ext>
                </a:extLst>
              </p:cNvPr>
              <p:cNvSpPr txBox="1"/>
              <p:nvPr/>
            </p:nvSpPr>
            <p:spPr>
              <a:xfrm>
                <a:off x="4866700" y="3608586"/>
                <a:ext cx="1471642" cy="1185842"/>
              </a:xfrm>
              <a:prstGeom prst="rect">
                <a:avLst/>
              </a:prstGeom>
              <a:noFill/>
            </p:spPr>
            <p:txBody>
              <a:bodyPr wrap="square" rtlCol="0">
                <a:spAutoFit/>
              </a:bodyPr>
              <a:lstStyle/>
              <a:p>
                <a:pPr algn="ctr"/>
                <a:r>
                  <a:rPr lang="es-ES" sz="923" b="1" dirty="0">
                    <a:solidFill>
                      <a:srgbClr val="1BB3BC"/>
                    </a:solidFill>
                  </a:rPr>
                  <a:t>Servidor Procesos BATCH</a:t>
                </a:r>
              </a:p>
              <a:p>
                <a:pPr algn="ctr"/>
                <a:r>
                  <a:rPr lang="es-ES" sz="923" b="1" dirty="0">
                    <a:solidFill>
                      <a:srgbClr val="1BB3BC"/>
                    </a:solidFill>
                  </a:rPr>
                  <a:t>Linux</a:t>
                </a:r>
              </a:p>
              <a:p>
                <a:endParaRPr lang="es-ES" sz="923" b="1" dirty="0">
                  <a:solidFill>
                    <a:srgbClr val="1BB3BC"/>
                  </a:solidFill>
                </a:endParaRPr>
              </a:p>
            </p:txBody>
          </p:sp>
        </p:grpSp>
      </p:grpSp>
      <p:pic>
        <p:nvPicPr>
          <p:cNvPr id="156" name="Imagen 155">
            <a:extLst>
              <a:ext uri="{FF2B5EF4-FFF2-40B4-BE49-F238E27FC236}">
                <a16:creationId xmlns:a16="http://schemas.microsoft.com/office/drawing/2014/main" id="{482C29D0-042D-4119-B604-FBA2E093EB6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15715" y="2767258"/>
            <a:ext cx="385446" cy="386633"/>
          </a:xfrm>
          <a:prstGeom prst="rect">
            <a:avLst/>
          </a:prstGeom>
        </p:spPr>
      </p:pic>
      <p:cxnSp>
        <p:nvCxnSpPr>
          <p:cNvPr id="157" name="Conector recto de flecha 156">
            <a:extLst>
              <a:ext uri="{FF2B5EF4-FFF2-40B4-BE49-F238E27FC236}">
                <a16:creationId xmlns:a16="http://schemas.microsoft.com/office/drawing/2014/main" id="{80713E8B-0320-4F00-B249-317D1C3D4512}"/>
              </a:ext>
            </a:extLst>
          </p:cNvPr>
          <p:cNvCxnSpPr>
            <a:cxnSpLocks/>
            <a:stCxn id="153" idx="1"/>
          </p:cNvCxnSpPr>
          <p:nvPr/>
        </p:nvCxnSpPr>
        <p:spPr>
          <a:xfrm flipH="1">
            <a:off x="4008086" y="2543891"/>
            <a:ext cx="2178274" cy="192252"/>
          </a:xfrm>
          <a:prstGeom prst="straightConnector1">
            <a:avLst/>
          </a:prstGeom>
          <a:ln>
            <a:solidFill>
              <a:srgbClr val="00B050"/>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159" name="Group 605">
            <a:extLst>
              <a:ext uri="{FF2B5EF4-FFF2-40B4-BE49-F238E27FC236}">
                <a16:creationId xmlns:a16="http://schemas.microsoft.com/office/drawing/2014/main" id="{797620A9-3414-4DC0-817D-08288421F68F}"/>
              </a:ext>
            </a:extLst>
          </p:cNvPr>
          <p:cNvGrpSpPr>
            <a:grpSpLocks/>
          </p:cNvGrpSpPr>
          <p:nvPr/>
        </p:nvGrpSpPr>
        <p:grpSpPr bwMode="auto">
          <a:xfrm>
            <a:off x="6520223" y="4183136"/>
            <a:ext cx="708276" cy="636587"/>
            <a:chOff x="2769" y="1896"/>
            <a:chExt cx="530" cy="493"/>
          </a:xfrm>
        </p:grpSpPr>
        <p:pic>
          <p:nvPicPr>
            <p:cNvPr id="160" name="Picture 577" descr="j0431637">
              <a:extLst>
                <a:ext uri="{FF2B5EF4-FFF2-40B4-BE49-F238E27FC236}">
                  <a16:creationId xmlns:a16="http://schemas.microsoft.com/office/drawing/2014/main" id="{0AFBC39F-AC7B-45B0-A551-96F6FFC421C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24" y="1934"/>
              <a:ext cx="359"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1" name="Picture 578" descr="j0432635">
              <a:extLst>
                <a:ext uri="{FF2B5EF4-FFF2-40B4-BE49-F238E27FC236}">
                  <a16:creationId xmlns:a16="http://schemas.microsoft.com/office/drawing/2014/main" id="{AD52BF99-86E2-42C6-B178-114A668DB52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55" y="1896"/>
              <a:ext cx="209"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2" name="Text Box 579">
              <a:extLst>
                <a:ext uri="{FF2B5EF4-FFF2-40B4-BE49-F238E27FC236}">
                  <a16:creationId xmlns:a16="http://schemas.microsoft.com/office/drawing/2014/main" id="{28689D5A-1CA1-4C13-BE22-883DBDFD8C8A}"/>
                </a:ext>
              </a:extLst>
            </p:cNvPr>
            <p:cNvSpPr txBox="1">
              <a:spLocks noChangeArrowheads="1"/>
            </p:cNvSpPr>
            <p:nvPr/>
          </p:nvSpPr>
          <p:spPr bwMode="auto">
            <a:xfrm>
              <a:off x="2769" y="2270"/>
              <a:ext cx="530"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0" tIns="0" rIns="0" bIns="0">
              <a:spAutoFit/>
            </a:bodyP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eaLnBrk="1" hangingPunct="1">
                <a:buClr>
                  <a:schemeClr val="accent2"/>
                </a:buClr>
                <a:buFont typeface="Wingdings" panose="05000000000000000000" pitchFamily="2" charset="2"/>
                <a:buNone/>
              </a:pPr>
              <a:r>
                <a:rPr lang="es-ES" altLang="es-ES" sz="1000" dirty="0">
                  <a:solidFill>
                    <a:schemeClr val="tx1"/>
                  </a:solidFill>
                  <a:latin typeface="Verdana" panose="020B0604030504040204" pitchFamily="34" charset="0"/>
                </a:rPr>
                <a:t>Control-M</a:t>
              </a:r>
            </a:p>
          </p:txBody>
        </p:sp>
      </p:grpSp>
      <p:cxnSp>
        <p:nvCxnSpPr>
          <p:cNvPr id="163" name="Conector recto 162">
            <a:extLst>
              <a:ext uri="{FF2B5EF4-FFF2-40B4-BE49-F238E27FC236}">
                <a16:creationId xmlns:a16="http://schemas.microsoft.com/office/drawing/2014/main" id="{9D6ECA07-8448-478A-B529-377FBE5BF8D9}"/>
              </a:ext>
            </a:extLst>
          </p:cNvPr>
          <p:cNvCxnSpPr>
            <a:cxnSpLocks/>
            <a:endCxn id="153" idx="2"/>
          </p:cNvCxnSpPr>
          <p:nvPr/>
        </p:nvCxnSpPr>
        <p:spPr>
          <a:xfrm flipV="1">
            <a:off x="6898925" y="3226407"/>
            <a:ext cx="1" cy="849966"/>
          </a:xfrm>
          <a:prstGeom prst="line">
            <a:avLst/>
          </a:prstGeom>
          <a:ln w="9525" cap="flat" cmpd="sng" algn="ctr">
            <a:solidFill>
              <a:schemeClr val="dk1"/>
            </a:solidFill>
            <a:prstDash val="dash"/>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164" name="Conector recto de flecha 163">
            <a:extLst>
              <a:ext uri="{FF2B5EF4-FFF2-40B4-BE49-F238E27FC236}">
                <a16:creationId xmlns:a16="http://schemas.microsoft.com/office/drawing/2014/main" id="{788932D7-DEEA-4DD8-AE5C-2DBC74022164}"/>
              </a:ext>
            </a:extLst>
          </p:cNvPr>
          <p:cNvCxnSpPr>
            <a:cxnSpLocks/>
            <a:stCxn id="51" idx="2"/>
          </p:cNvCxnSpPr>
          <p:nvPr/>
        </p:nvCxnSpPr>
        <p:spPr>
          <a:xfrm flipH="1">
            <a:off x="5543394" y="2933650"/>
            <a:ext cx="3703190" cy="1071929"/>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66" name="AutoShape 206">
            <a:extLst>
              <a:ext uri="{FF2B5EF4-FFF2-40B4-BE49-F238E27FC236}">
                <a16:creationId xmlns:a16="http://schemas.microsoft.com/office/drawing/2014/main" id="{615C7E4E-5579-4BA9-9BCC-982D2912D82D}"/>
              </a:ext>
            </a:extLst>
          </p:cNvPr>
          <p:cNvSpPr>
            <a:spLocks noChangeArrowheads="1"/>
          </p:cNvSpPr>
          <p:nvPr/>
        </p:nvSpPr>
        <p:spPr bwMode="auto">
          <a:xfrm>
            <a:off x="4597335" y="4005579"/>
            <a:ext cx="1240008" cy="997338"/>
          </a:xfrm>
          <a:prstGeom prst="can">
            <a:avLst>
              <a:gd name="adj" fmla="val 24963"/>
            </a:avLst>
          </a:prstGeom>
          <a:solidFill>
            <a:srgbClr val="C00000">
              <a:alpha val="49019"/>
            </a:srgbClr>
          </a:solidFill>
          <a:ln w="9525">
            <a:solidFill>
              <a:schemeClr val="tx1"/>
            </a:solidFill>
            <a:round/>
            <a:headEnd/>
            <a:tailEnd/>
          </a:ln>
        </p:spPr>
        <p:txBody>
          <a:bodyPr wrap="none" anchor="ctr"/>
          <a:lstStyle/>
          <a:p>
            <a:pPr algn="ctr" defTabSz="914395">
              <a:defRPr/>
            </a:pPr>
            <a:endParaRPr lang="es-ES" sz="800" dirty="0">
              <a:solidFill>
                <a:prstClr val="black"/>
              </a:solidFill>
              <a:latin typeface="Verdana" pitchFamily="34" charset="0"/>
            </a:endParaRPr>
          </a:p>
          <a:p>
            <a:pPr algn="ctr" defTabSz="914395">
              <a:defRPr/>
            </a:pPr>
            <a:endParaRPr lang="es-ES" sz="800" dirty="0">
              <a:solidFill>
                <a:prstClr val="black"/>
              </a:solidFill>
              <a:latin typeface="Verdana" pitchFamily="34" charset="0"/>
            </a:endParaRPr>
          </a:p>
        </p:txBody>
      </p:sp>
      <p:pic>
        <p:nvPicPr>
          <p:cNvPr id="168" name="Imagen 167">
            <a:extLst>
              <a:ext uri="{FF2B5EF4-FFF2-40B4-BE49-F238E27FC236}">
                <a16:creationId xmlns:a16="http://schemas.microsoft.com/office/drawing/2014/main" id="{DB14F2C3-E494-4216-AED9-454CEFFA113F}"/>
              </a:ext>
            </a:extLst>
          </p:cNvPr>
          <p:cNvPicPr>
            <a:picLocks noChangeAspect="1"/>
          </p:cNvPicPr>
          <p:nvPr/>
        </p:nvPicPr>
        <p:blipFill>
          <a:blip r:embed="rId7"/>
          <a:stretch>
            <a:fillRect/>
          </a:stretch>
        </p:blipFill>
        <p:spPr>
          <a:xfrm>
            <a:off x="5140519" y="5098453"/>
            <a:ext cx="192401" cy="286971"/>
          </a:xfrm>
          <a:prstGeom prst="rect">
            <a:avLst/>
          </a:prstGeom>
        </p:spPr>
      </p:pic>
      <p:sp>
        <p:nvSpPr>
          <p:cNvPr id="170" name="Oval 18">
            <a:extLst>
              <a:ext uri="{FF2B5EF4-FFF2-40B4-BE49-F238E27FC236}">
                <a16:creationId xmlns:a16="http://schemas.microsoft.com/office/drawing/2014/main" id="{9DBA7D7C-DF32-4D3D-A945-4124E3303068}"/>
              </a:ext>
            </a:extLst>
          </p:cNvPr>
          <p:cNvSpPr>
            <a:spLocks noChangeArrowheads="1"/>
          </p:cNvSpPr>
          <p:nvPr/>
        </p:nvSpPr>
        <p:spPr bwMode="auto">
          <a:xfrm>
            <a:off x="5135491" y="3822072"/>
            <a:ext cx="226800" cy="227917"/>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
        <p:nvSpPr>
          <p:cNvPr id="174" name="Oval 18">
            <a:extLst>
              <a:ext uri="{FF2B5EF4-FFF2-40B4-BE49-F238E27FC236}">
                <a16:creationId xmlns:a16="http://schemas.microsoft.com/office/drawing/2014/main" id="{ADAD2F46-0649-4098-BAC7-AA92086CB20A}"/>
              </a:ext>
            </a:extLst>
          </p:cNvPr>
          <p:cNvSpPr>
            <a:spLocks noChangeArrowheads="1"/>
          </p:cNvSpPr>
          <p:nvPr/>
        </p:nvSpPr>
        <p:spPr bwMode="auto">
          <a:xfrm>
            <a:off x="3635061" y="1893101"/>
            <a:ext cx="226800" cy="227917"/>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
        <p:nvSpPr>
          <p:cNvPr id="176" name="Elipse 175">
            <a:extLst>
              <a:ext uri="{FF2B5EF4-FFF2-40B4-BE49-F238E27FC236}">
                <a16:creationId xmlns:a16="http://schemas.microsoft.com/office/drawing/2014/main" id="{9A34815B-FA6E-4AAB-9966-B0F96E2E8B49}"/>
              </a:ext>
            </a:extLst>
          </p:cNvPr>
          <p:cNvSpPr/>
          <p:nvPr/>
        </p:nvSpPr>
        <p:spPr>
          <a:xfrm>
            <a:off x="5904786" y="2335597"/>
            <a:ext cx="247702" cy="25814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t>1</a:t>
            </a:r>
          </a:p>
        </p:txBody>
      </p:sp>
      <p:grpSp>
        <p:nvGrpSpPr>
          <p:cNvPr id="63" name="Grupo 50212">
            <a:extLst>
              <a:ext uri="{FF2B5EF4-FFF2-40B4-BE49-F238E27FC236}">
                <a16:creationId xmlns:a16="http://schemas.microsoft.com/office/drawing/2014/main" id="{885B33CB-49CF-4989-8226-D881404A3FD1}"/>
              </a:ext>
            </a:extLst>
          </p:cNvPr>
          <p:cNvGrpSpPr>
            <a:grpSpLocks/>
          </p:cNvGrpSpPr>
          <p:nvPr/>
        </p:nvGrpSpPr>
        <p:grpSpPr bwMode="auto">
          <a:xfrm>
            <a:off x="4813339" y="4414194"/>
            <a:ext cx="812800" cy="423863"/>
            <a:chOff x="374824" y="2549525"/>
            <a:chExt cx="812800" cy="424128"/>
          </a:xfrm>
        </p:grpSpPr>
        <p:sp>
          <p:nvSpPr>
            <p:cNvPr id="64" name="7 Cilindro">
              <a:extLst>
                <a:ext uri="{FF2B5EF4-FFF2-40B4-BE49-F238E27FC236}">
                  <a16:creationId xmlns:a16="http://schemas.microsoft.com/office/drawing/2014/main" id="{96A39BA0-B072-43E0-B6DE-FEB5C0B24E05}"/>
                </a:ext>
              </a:extLst>
            </p:cNvPr>
            <p:cNvSpPr/>
            <p:nvPr/>
          </p:nvSpPr>
          <p:spPr>
            <a:xfrm>
              <a:off x="374824" y="2549525"/>
              <a:ext cx="812800" cy="424128"/>
            </a:xfrm>
            <a:prstGeom prst="can">
              <a:avLst/>
            </a:prstGeom>
            <a:solidFill>
              <a:schemeClr val="accent2">
                <a:lumMod val="40000"/>
                <a:lumOff val="60000"/>
              </a:schemeClr>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ES" sz="1100" dirty="0">
                <a:solidFill>
                  <a:srgbClr val="FFFF99"/>
                </a:solidFill>
              </a:endParaRPr>
            </a:p>
          </p:txBody>
        </p:sp>
        <p:pic>
          <p:nvPicPr>
            <p:cNvPr id="65" name="Imagen 27">
              <a:extLst>
                <a:ext uri="{FF2B5EF4-FFF2-40B4-BE49-F238E27FC236}">
                  <a16:creationId xmlns:a16="http://schemas.microsoft.com/office/drawing/2014/main" id="{B916105C-52FD-4296-838D-F045185F2B01}"/>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97049" y="2691012"/>
              <a:ext cx="790575"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0" name="6 Grupo">
            <a:extLst>
              <a:ext uri="{FF2B5EF4-FFF2-40B4-BE49-F238E27FC236}">
                <a16:creationId xmlns:a16="http://schemas.microsoft.com/office/drawing/2014/main" id="{298FE6F3-8B74-461E-AF38-FD0E7F2FAE63}"/>
              </a:ext>
            </a:extLst>
          </p:cNvPr>
          <p:cNvGrpSpPr>
            <a:grpSpLocks/>
          </p:cNvGrpSpPr>
          <p:nvPr/>
        </p:nvGrpSpPr>
        <p:grpSpPr bwMode="auto">
          <a:xfrm>
            <a:off x="3197447" y="2265000"/>
            <a:ext cx="1081088" cy="1341633"/>
            <a:chOff x="4860032" y="2332633"/>
            <a:chExt cx="1080120" cy="1342204"/>
          </a:xfrm>
        </p:grpSpPr>
        <p:pic>
          <p:nvPicPr>
            <p:cNvPr id="71" name="Picture 2" descr="https://encrypted-tbn1.gstatic.com/images?q=tbn:ANd9GcQ_EmDAgy0MlIJq7OL9ITYa4e-G-E4ouXKCrS2optmIh03rsKX21eWDHO0">
              <a:hlinkClick r:id="rId9"/>
              <a:extLst>
                <a:ext uri="{FF2B5EF4-FFF2-40B4-BE49-F238E27FC236}">
                  <a16:creationId xmlns:a16="http://schemas.microsoft.com/office/drawing/2014/main" id="{5D776C46-99A9-4FEE-984C-7E4CA48BDB9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99038" y="2332633"/>
              <a:ext cx="648072" cy="872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 name="5 CuadroTexto">
              <a:extLst>
                <a:ext uri="{FF2B5EF4-FFF2-40B4-BE49-F238E27FC236}">
                  <a16:creationId xmlns:a16="http://schemas.microsoft.com/office/drawing/2014/main" id="{79B7C92E-8BD0-47DC-9B7B-0C80CFE29BF3}"/>
                </a:ext>
              </a:extLst>
            </p:cNvPr>
            <p:cNvSpPr txBox="1">
              <a:spLocks noChangeArrowheads="1"/>
            </p:cNvSpPr>
            <p:nvPr/>
          </p:nvSpPr>
          <p:spPr bwMode="auto">
            <a:xfrm>
              <a:off x="4860032" y="3212976"/>
              <a:ext cx="1080120" cy="461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1"/>
                </a:buClr>
                <a:buSzPct val="25000"/>
                <a:buFont typeface="Times" panose="02020603050405020304" pitchFamily="18" charset="0"/>
                <a:buChar char="•"/>
                <a:defRPr sz="2400" b="1">
                  <a:solidFill>
                    <a:srgbClr val="FF0000"/>
                  </a:solidFill>
                  <a:latin typeface="Arial" panose="020B0604020202020204" pitchFamily="34" charset="0"/>
                </a:defRPr>
              </a:lvl1pPr>
              <a:lvl2pPr marL="742950" indent="-285750">
                <a:spcBef>
                  <a:spcPct val="20000"/>
                </a:spcBef>
                <a:buSzPct val="65000"/>
                <a:buFont typeface="Wingdings" panose="05000000000000000000" pitchFamily="2" charset="2"/>
                <a:buChar char="n"/>
                <a:defRPr sz="2200">
                  <a:solidFill>
                    <a:srgbClr val="7A6C7A"/>
                  </a:solidFill>
                  <a:latin typeface="Arial" panose="020B0604020202020204" pitchFamily="34" charset="0"/>
                </a:defRPr>
              </a:lvl2pPr>
              <a:lvl3pPr marL="1143000" indent="-228600">
                <a:spcBef>
                  <a:spcPct val="20000"/>
                </a:spcBef>
                <a:buChar char="–"/>
                <a:defRPr sz="2000">
                  <a:solidFill>
                    <a:srgbClr val="7A6C7A"/>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s-ES" altLang="es-ES" sz="1200" b="0" dirty="0">
                  <a:solidFill>
                    <a:schemeClr val="tx1"/>
                  </a:solidFill>
                </a:rPr>
                <a:t>Relay  de correo</a:t>
              </a:r>
            </a:p>
          </p:txBody>
        </p:sp>
      </p:grpSp>
      <p:sp>
        <p:nvSpPr>
          <p:cNvPr id="51" name="Rectángulo 50">
            <a:extLst>
              <a:ext uri="{FF2B5EF4-FFF2-40B4-BE49-F238E27FC236}">
                <a16:creationId xmlns:a16="http://schemas.microsoft.com/office/drawing/2014/main" id="{80BE3394-354B-4070-8815-545E729264BB}"/>
              </a:ext>
            </a:extLst>
          </p:cNvPr>
          <p:cNvSpPr/>
          <p:nvPr/>
        </p:nvSpPr>
        <p:spPr bwMode="auto">
          <a:xfrm>
            <a:off x="8522255" y="2274788"/>
            <a:ext cx="1448657" cy="658862"/>
          </a:xfrm>
          <a:prstGeom prst="rect">
            <a:avLst/>
          </a:prstGeom>
          <a:noFill/>
          <a:ln w="0">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vert="horz" wrap="square" lIns="97749" tIns="48875" rIns="97749" bIns="48875" numCol="1" rtlCol="0" anchor="t" anchorCtr="0" compatLnSpc="1">
            <a:prstTxWarp prst="textNoShape">
              <a:avLst/>
            </a:prstTxWarp>
            <a:spAutoFit/>
          </a:bodyPr>
          <a:lstStyle>
            <a:defPPr>
              <a:defRPr lang="es-ES"/>
            </a:defPPr>
            <a:lvl1pPr algn="l" rtl="0" fontAlgn="base">
              <a:spcBef>
                <a:spcPct val="20000"/>
              </a:spcBef>
              <a:spcAft>
                <a:spcPct val="0"/>
              </a:spcAft>
              <a:buClr>
                <a:schemeClr val="accent2"/>
              </a:buClr>
              <a:buFont typeface="Wingdings" pitchFamily="2" charset="2"/>
              <a:defRPr sz="2400" kern="1200">
                <a:solidFill>
                  <a:schemeClr val="dk1"/>
                </a:solidFill>
                <a:latin typeface="+mn-lt"/>
                <a:ea typeface="+mn-ea"/>
                <a:cs typeface="+mn-cs"/>
              </a:defRPr>
            </a:lvl1pPr>
            <a:lvl2pPr marL="457200" algn="l" rtl="0" fontAlgn="base">
              <a:spcBef>
                <a:spcPct val="20000"/>
              </a:spcBef>
              <a:spcAft>
                <a:spcPct val="0"/>
              </a:spcAft>
              <a:buClr>
                <a:schemeClr val="accent2"/>
              </a:buClr>
              <a:buFont typeface="Wingdings" pitchFamily="2" charset="2"/>
              <a:defRPr sz="2400" kern="1200">
                <a:solidFill>
                  <a:schemeClr val="dk1"/>
                </a:solidFill>
                <a:latin typeface="+mn-lt"/>
                <a:ea typeface="+mn-ea"/>
                <a:cs typeface="+mn-cs"/>
              </a:defRPr>
            </a:lvl2pPr>
            <a:lvl3pPr marL="914400" algn="l" rtl="0" fontAlgn="base">
              <a:spcBef>
                <a:spcPct val="20000"/>
              </a:spcBef>
              <a:spcAft>
                <a:spcPct val="0"/>
              </a:spcAft>
              <a:buClr>
                <a:schemeClr val="accent2"/>
              </a:buClr>
              <a:buFont typeface="Wingdings" pitchFamily="2" charset="2"/>
              <a:defRPr sz="2400" kern="1200">
                <a:solidFill>
                  <a:schemeClr val="dk1"/>
                </a:solidFill>
                <a:latin typeface="+mn-lt"/>
                <a:ea typeface="+mn-ea"/>
                <a:cs typeface="+mn-cs"/>
              </a:defRPr>
            </a:lvl3pPr>
            <a:lvl4pPr marL="1371600" algn="l" rtl="0" fontAlgn="base">
              <a:spcBef>
                <a:spcPct val="20000"/>
              </a:spcBef>
              <a:spcAft>
                <a:spcPct val="0"/>
              </a:spcAft>
              <a:buClr>
                <a:schemeClr val="accent2"/>
              </a:buClr>
              <a:buFont typeface="Wingdings" pitchFamily="2" charset="2"/>
              <a:defRPr sz="2400" kern="1200">
                <a:solidFill>
                  <a:schemeClr val="dk1"/>
                </a:solidFill>
                <a:latin typeface="+mn-lt"/>
                <a:ea typeface="+mn-ea"/>
                <a:cs typeface="+mn-cs"/>
              </a:defRPr>
            </a:lvl4pPr>
            <a:lvl5pPr marL="1828800" algn="l" rtl="0" fontAlgn="base">
              <a:spcBef>
                <a:spcPct val="20000"/>
              </a:spcBef>
              <a:spcAft>
                <a:spcPct val="0"/>
              </a:spcAft>
              <a:buClr>
                <a:schemeClr val="accent2"/>
              </a:buClr>
              <a:buFont typeface="Wingdings" pitchFamily="2" charset="2"/>
              <a:defRPr sz="2400" kern="1200">
                <a:solidFill>
                  <a:schemeClr val="dk1"/>
                </a:solidFill>
                <a:latin typeface="+mn-lt"/>
                <a:ea typeface="+mn-ea"/>
                <a:cs typeface="+mn-cs"/>
              </a:defRPr>
            </a:lvl5pPr>
            <a:lvl6pPr marL="2286000" algn="l" defTabSz="914400" rtl="0" eaLnBrk="1" latinLnBrk="0" hangingPunct="1">
              <a:defRPr sz="2400" kern="1200">
                <a:solidFill>
                  <a:schemeClr val="dk1"/>
                </a:solidFill>
                <a:latin typeface="+mn-lt"/>
                <a:ea typeface="+mn-ea"/>
                <a:cs typeface="+mn-cs"/>
              </a:defRPr>
            </a:lvl6pPr>
            <a:lvl7pPr marL="2743200" algn="l" defTabSz="914400" rtl="0" eaLnBrk="1" latinLnBrk="0" hangingPunct="1">
              <a:defRPr sz="2400" kern="1200">
                <a:solidFill>
                  <a:schemeClr val="dk1"/>
                </a:solidFill>
                <a:latin typeface="+mn-lt"/>
                <a:ea typeface="+mn-ea"/>
                <a:cs typeface="+mn-cs"/>
              </a:defRPr>
            </a:lvl7pPr>
            <a:lvl8pPr marL="3200400" algn="l" defTabSz="914400" rtl="0" eaLnBrk="1" latinLnBrk="0" hangingPunct="1">
              <a:defRPr sz="2400" kern="1200">
                <a:solidFill>
                  <a:schemeClr val="dk1"/>
                </a:solidFill>
                <a:latin typeface="+mn-lt"/>
                <a:ea typeface="+mn-ea"/>
                <a:cs typeface="+mn-cs"/>
              </a:defRPr>
            </a:lvl8pPr>
            <a:lvl9pPr marL="3657600" algn="l" defTabSz="914400" rtl="0" eaLnBrk="1" latinLnBrk="0" hangingPunct="1">
              <a:defRPr sz="2400" kern="1200">
                <a:solidFill>
                  <a:schemeClr val="dk1"/>
                </a:solidFill>
                <a:latin typeface="+mn-lt"/>
                <a:ea typeface="+mn-ea"/>
                <a:cs typeface="+mn-cs"/>
              </a:defRPr>
            </a:lvl9pPr>
          </a:lstStyle>
          <a:p>
            <a:pPr defTabSz="977900"/>
            <a:endParaRPr lang="es-ES">
              <a:solidFill>
                <a:schemeClr val="tx1"/>
              </a:solidFill>
              <a:latin typeface="Arial" charset="0"/>
            </a:endParaRPr>
          </a:p>
        </p:txBody>
      </p:sp>
      <p:pic>
        <p:nvPicPr>
          <p:cNvPr id="52" name="Picture 10" descr="Resultado de imagen de Openshift icon">
            <a:extLst>
              <a:ext uri="{FF2B5EF4-FFF2-40B4-BE49-F238E27FC236}">
                <a16:creationId xmlns:a16="http://schemas.microsoft.com/office/drawing/2014/main" id="{720E6A99-6CD2-404F-95A0-BB8996D72290}"/>
              </a:ext>
            </a:extLst>
          </p:cNvPr>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9030006" y="2543306"/>
            <a:ext cx="239828" cy="282164"/>
          </a:xfrm>
          <a:prstGeom prst="rect">
            <a:avLst/>
          </a:prstGeom>
          <a:noFill/>
          <a:extLst>
            <a:ext uri="{909E8E84-426E-40DD-AFC4-6F175D3DCCD1}">
              <a14:hiddenFill xmlns:a14="http://schemas.microsoft.com/office/drawing/2010/main">
                <a:solidFill>
                  <a:srgbClr val="FFFFFF"/>
                </a:solidFill>
              </a14:hiddenFill>
            </a:ext>
          </a:extLst>
        </p:spPr>
      </p:pic>
      <p:sp>
        <p:nvSpPr>
          <p:cNvPr id="53" name="CuadroTexto 52">
            <a:extLst>
              <a:ext uri="{FF2B5EF4-FFF2-40B4-BE49-F238E27FC236}">
                <a16:creationId xmlns:a16="http://schemas.microsoft.com/office/drawing/2014/main" id="{3140F700-7729-498D-8375-810E72A17C2F}"/>
              </a:ext>
            </a:extLst>
          </p:cNvPr>
          <p:cNvSpPr txBox="1"/>
          <p:nvPr/>
        </p:nvSpPr>
        <p:spPr>
          <a:xfrm>
            <a:off x="8642320" y="2288170"/>
            <a:ext cx="1685929" cy="248530"/>
          </a:xfrm>
          <a:prstGeom prst="rect">
            <a:avLst/>
          </a:prstGeom>
          <a:noFill/>
        </p:spPr>
        <p:txBody>
          <a:bodyPr wrap="square" rtlCol="0">
            <a:spAutoFit/>
          </a:bodyPr>
          <a:lstStyle/>
          <a:p>
            <a:r>
              <a:rPr lang="es-ES" sz="1015" b="1" dirty="0">
                <a:solidFill>
                  <a:srgbClr val="1BB3BC"/>
                </a:solidFill>
              </a:rPr>
              <a:t>PaaS Intranet HC 2.0</a:t>
            </a:r>
          </a:p>
        </p:txBody>
      </p:sp>
      <p:cxnSp>
        <p:nvCxnSpPr>
          <p:cNvPr id="59" name="451 Conector recto de flecha">
            <a:extLst>
              <a:ext uri="{FF2B5EF4-FFF2-40B4-BE49-F238E27FC236}">
                <a16:creationId xmlns:a16="http://schemas.microsoft.com/office/drawing/2014/main" id="{4DBE1889-3CB7-4D09-A600-CE7AFC4E1395}"/>
              </a:ext>
            </a:extLst>
          </p:cNvPr>
          <p:cNvCxnSpPr>
            <a:cxnSpLocks/>
            <a:endCxn id="51" idx="1"/>
          </p:cNvCxnSpPr>
          <p:nvPr/>
        </p:nvCxnSpPr>
        <p:spPr bwMode="auto">
          <a:xfrm flipV="1">
            <a:off x="7600172" y="2604219"/>
            <a:ext cx="922083" cy="60462"/>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60" name="Rectángulo: esquinas redondeadas 59">
            <a:extLst>
              <a:ext uri="{FF2B5EF4-FFF2-40B4-BE49-F238E27FC236}">
                <a16:creationId xmlns:a16="http://schemas.microsoft.com/office/drawing/2014/main" id="{995A0E92-993C-44EE-960D-31504134D76E}"/>
              </a:ext>
            </a:extLst>
          </p:cNvPr>
          <p:cNvSpPr/>
          <p:nvPr/>
        </p:nvSpPr>
        <p:spPr>
          <a:xfrm>
            <a:off x="8597052" y="3639356"/>
            <a:ext cx="1375989" cy="399068"/>
          </a:xfrm>
          <a:prstGeom prst="roundRect">
            <a:avLst/>
          </a:prstGeom>
          <a:solidFill>
            <a:schemeClr val="bg1">
              <a:lumMod val="95000"/>
            </a:schemeClr>
          </a:solidFill>
          <a:ln>
            <a:solidFill>
              <a:srgbClr val="0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s-ES" dirty="0"/>
          </a:p>
        </p:txBody>
      </p:sp>
      <p:cxnSp>
        <p:nvCxnSpPr>
          <p:cNvPr id="62" name="25 Conector recto de flecha">
            <a:extLst>
              <a:ext uri="{FF2B5EF4-FFF2-40B4-BE49-F238E27FC236}">
                <a16:creationId xmlns:a16="http://schemas.microsoft.com/office/drawing/2014/main" id="{5CD12FD3-3EC0-4948-9487-780C82E40319}"/>
              </a:ext>
            </a:extLst>
          </p:cNvPr>
          <p:cNvCxnSpPr>
            <a:cxnSpLocks/>
            <a:stCxn id="51" idx="2"/>
            <a:endCxn id="60" idx="0"/>
          </p:cNvCxnSpPr>
          <p:nvPr/>
        </p:nvCxnSpPr>
        <p:spPr bwMode="auto">
          <a:xfrm>
            <a:off x="9246584" y="2933650"/>
            <a:ext cx="38463" cy="705706"/>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pic>
        <p:nvPicPr>
          <p:cNvPr id="66" name="Imagen 65">
            <a:extLst>
              <a:ext uri="{FF2B5EF4-FFF2-40B4-BE49-F238E27FC236}">
                <a16:creationId xmlns:a16="http://schemas.microsoft.com/office/drawing/2014/main" id="{8A4ED42E-4DDB-4593-AE66-A57DE0B47456}"/>
              </a:ext>
            </a:extLst>
          </p:cNvPr>
          <p:cNvPicPr>
            <a:picLocks noChangeAspect="1"/>
          </p:cNvPicPr>
          <p:nvPr/>
        </p:nvPicPr>
        <p:blipFill>
          <a:blip r:embed="rId12"/>
          <a:stretch>
            <a:fillRect/>
          </a:stretch>
        </p:blipFill>
        <p:spPr>
          <a:xfrm>
            <a:off x="9116763" y="3656282"/>
            <a:ext cx="443292" cy="349297"/>
          </a:xfrm>
          <a:prstGeom prst="rect">
            <a:avLst/>
          </a:prstGeom>
        </p:spPr>
      </p:pic>
      <p:pic>
        <p:nvPicPr>
          <p:cNvPr id="68" name="Picture 662" descr="MC900434391[1]">
            <a:extLst>
              <a:ext uri="{FF2B5EF4-FFF2-40B4-BE49-F238E27FC236}">
                <a16:creationId xmlns:a16="http://schemas.microsoft.com/office/drawing/2014/main" id="{F78B6DF5-0BE9-4586-A101-8C3063CAEEDE}"/>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9981652" y="3659504"/>
            <a:ext cx="353316"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 name="Oval 18">
            <a:extLst>
              <a:ext uri="{FF2B5EF4-FFF2-40B4-BE49-F238E27FC236}">
                <a16:creationId xmlns:a16="http://schemas.microsoft.com/office/drawing/2014/main" id="{968A9D5F-067C-4829-BAA1-E341FDAF926C}"/>
              </a:ext>
            </a:extLst>
          </p:cNvPr>
          <p:cNvSpPr>
            <a:spLocks noChangeArrowheads="1"/>
          </p:cNvSpPr>
          <p:nvPr/>
        </p:nvSpPr>
        <p:spPr bwMode="auto">
          <a:xfrm>
            <a:off x="7451227" y="2294266"/>
            <a:ext cx="377345" cy="286364"/>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Tree>
    <p:extLst>
      <p:ext uri="{BB962C8B-B14F-4D97-AF65-F5344CB8AC3E}">
        <p14:creationId xmlns:p14="http://schemas.microsoft.com/office/powerpoint/2010/main" val="3634660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2 Marcador de pie de página"/>
          <p:cNvSpPr txBox="1">
            <a:spLocks/>
          </p:cNvSpPr>
          <p:nvPr/>
        </p:nvSpPr>
        <p:spPr>
          <a:xfrm>
            <a:off x="1" y="42181"/>
            <a:ext cx="8636000" cy="442035"/>
          </a:xfrm>
          <a:prstGeom prst="rect">
            <a:avLst/>
          </a:prstGeom>
        </p:spPr>
        <p:txBody>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2400" dirty="0">
                <a:solidFill>
                  <a:srgbClr val="FF0000"/>
                </a:solidFill>
                <a:latin typeface="Gadugi" panose="020B0502040204020203" pitchFamily="34" charset="0"/>
              </a:rPr>
              <a:t>Solución Técnica – Intranet</a:t>
            </a:r>
          </a:p>
        </p:txBody>
      </p:sp>
      <p:sp>
        <p:nvSpPr>
          <p:cNvPr id="4" name="2 Marcador de contenido"/>
          <p:cNvSpPr txBox="1">
            <a:spLocks/>
          </p:cNvSpPr>
          <p:nvPr/>
        </p:nvSpPr>
        <p:spPr bwMode="auto">
          <a:xfrm>
            <a:off x="265674" y="619107"/>
            <a:ext cx="9608866" cy="564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749" tIns="48875" rIns="97749" bIns="48875"/>
          <a:lstStyle>
            <a:lvl1pPr marL="457200" indent="-457200" defTabSz="977900" eaLnBrk="0" hangingPunct="0">
              <a:defRPr sz="2400">
                <a:solidFill>
                  <a:schemeClr val="tx1"/>
                </a:solidFill>
                <a:latin typeface="Arial" charset="0"/>
                <a:cs typeface="Arial" charset="0"/>
              </a:defRPr>
            </a:lvl1pPr>
            <a:lvl2pPr marL="742950" indent="-285750" defTabSz="977900" eaLnBrk="0" hangingPunct="0">
              <a:defRPr sz="2400">
                <a:solidFill>
                  <a:schemeClr val="tx1"/>
                </a:solidFill>
                <a:latin typeface="Arial" charset="0"/>
                <a:cs typeface="Arial" charset="0"/>
              </a:defRPr>
            </a:lvl2pPr>
            <a:lvl3pPr marL="1143000" indent="-228600" defTabSz="977900" eaLnBrk="0" hangingPunct="0">
              <a:defRPr sz="2400">
                <a:solidFill>
                  <a:schemeClr val="tx1"/>
                </a:solidFill>
                <a:latin typeface="Arial" charset="0"/>
                <a:cs typeface="Arial" charset="0"/>
              </a:defRPr>
            </a:lvl3pPr>
            <a:lvl4pPr marL="1600200" indent="-228600" defTabSz="977900" eaLnBrk="0" hangingPunct="0">
              <a:defRPr sz="2400">
                <a:solidFill>
                  <a:schemeClr val="tx1"/>
                </a:solidFill>
                <a:latin typeface="Arial" charset="0"/>
                <a:cs typeface="Arial" charset="0"/>
              </a:defRPr>
            </a:lvl4pPr>
            <a:lvl5pPr marL="2057400" indent="-228600" defTabSz="977900" eaLnBrk="0" hangingPunct="0">
              <a:defRPr sz="2400">
                <a:solidFill>
                  <a:schemeClr val="tx1"/>
                </a:solidFill>
                <a:latin typeface="Arial" charset="0"/>
                <a:cs typeface="Arial" charset="0"/>
              </a:defRPr>
            </a:lvl5pPr>
            <a:lvl6pPr marL="2514600" indent="-228600" defTabSz="977900" eaLnBrk="0" fontAlgn="base" hangingPunct="0">
              <a:spcBef>
                <a:spcPct val="0"/>
              </a:spcBef>
              <a:spcAft>
                <a:spcPct val="0"/>
              </a:spcAft>
              <a:defRPr sz="2400">
                <a:solidFill>
                  <a:schemeClr val="tx1"/>
                </a:solidFill>
                <a:latin typeface="Arial" charset="0"/>
                <a:cs typeface="Arial" charset="0"/>
              </a:defRPr>
            </a:lvl6pPr>
            <a:lvl7pPr marL="2971800" indent="-228600" defTabSz="977900" eaLnBrk="0" fontAlgn="base" hangingPunct="0">
              <a:spcBef>
                <a:spcPct val="0"/>
              </a:spcBef>
              <a:spcAft>
                <a:spcPct val="0"/>
              </a:spcAft>
              <a:defRPr sz="2400">
                <a:solidFill>
                  <a:schemeClr val="tx1"/>
                </a:solidFill>
                <a:latin typeface="Arial" charset="0"/>
                <a:cs typeface="Arial" charset="0"/>
              </a:defRPr>
            </a:lvl7pPr>
            <a:lvl8pPr marL="3429000" indent="-228600" defTabSz="977900" eaLnBrk="0" fontAlgn="base" hangingPunct="0">
              <a:spcBef>
                <a:spcPct val="0"/>
              </a:spcBef>
              <a:spcAft>
                <a:spcPct val="0"/>
              </a:spcAft>
              <a:defRPr sz="2400">
                <a:solidFill>
                  <a:schemeClr val="tx1"/>
                </a:solidFill>
                <a:latin typeface="Arial" charset="0"/>
                <a:cs typeface="Arial" charset="0"/>
              </a:defRPr>
            </a:lvl8pPr>
            <a:lvl9pPr marL="3886200" indent="-228600" defTabSz="977900" eaLnBrk="0" fontAlgn="base" hangingPunct="0">
              <a:spcBef>
                <a:spcPct val="0"/>
              </a:spcBef>
              <a:spcAft>
                <a:spcPct val="0"/>
              </a:spcAft>
              <a:defRPr sz="2400">
                <a:solidFill>
                  <a:schemeClr val="tx1"/>
                </a:solidFill>
                <a:latin typeface="Arial" charset="0"/>
                <a:cs typeface="Arial" charset="0"/>
              </a:defRPr>
            </a:lvl9pPr>
          </a:lstStyle>
          <a:p>
            <a:pPr marL="0" indent="0">
              <a:buClr>
                <a:srgbClr val="FF0000"/>
              </a:buClr>
              <a:defRPr/>
            </a:pPr>
            <a:r>
              <a:rPr lang="es-ES_tradnl" altLang="es-ES" sz="2000" dirty="0">
                <a:solidFill>
                  <a:srgbClr val="FF0000"/>
                </a:solidFill>
              </a:rPr>
              <a:t>Descripción </a:t>
            </a:r>
            <a:r>
              <a:rPr lang="es-ES" altLang="es-ES" sz="2000" dirty="0">
                <a:solidFill>
                  <a:srgbClr val="FF0000"/>
                </a:solidFill>
              </a:rPr>
              <a:t>de cancelación de solicitud por caducidad</a:t>
            </a:r>
            <a:endParaRPr lang="es-ES_tradnl" altLang="es-ES" sz="2000" u="sng" dirty="0">
              <a:solidFill>
                <a:srgbClr val="FF0000"/>
              </a:solidFill>
            </a:endParaRPr>
          </a:p>
          <a:p>
            <a:pPr marL="0" indent="0">
              <a:buClr>
                <a:srgbClr val="FF0000"/>
              </a:buClr>
              <a:defRPr/>
            </a:pPr>
            <a:r>
              <a:rPr lang="es-ES_tradnl" altLang="es-ES" sz="2000" dirty="0">
                <a:solidFill>
                  <a:srgbClr val="FF0000"/>
                </a:solidFill>
              </a:rPr>
              <a:t> </a:t>
            </a:r>
            <a:endParaRPr lang="es-ES" sz="1600" dirty="0">
              <a:solidFill>
                <a:srgbClr val="808080"/>
              </a:solidFill>
            </a:endParaRPr>
          </a:p>
        </p:txBody>
      </p:sp>
      <p:graphicFrame>
        <p:nvGraphicFramePr>
          <p:cNvPr id="6" name="Group 6"/>
          <p:cNvGraphicFramePr>
            <a:graphicFrameLocks/>
          </p:cNvGraphicFramePr>
          <p:nvPr>
            <p:extLst>
              <p:ext uri="{D42A27DB-BD31-4B8C-83A1-F6EECF244321}">
                <p14:modId xmlns:p14="http://schemas.microsoft.com/office/powerpoint/2010/main" val="4166770739"/>
              </p:ext>
            </p:extLst>
          </p:nvPr>
        </p:nvGraphicFramePr>
        <p:xfrm>
          <a:off x="358094" y="1024831"/>
          <a:ext cx="11255784" cy="5522853"/>
        </p:xfrm>
        <a:graphic>
          <a:graphicData uri="http://schemas.openxmlformats.org/drawingml/2006/table">
            <a:tbl>
              <a:tblPr/>
              <a:tblGrid>
                <a:gridCol w="1069653">
                  <a:extLst>
                    <a:ext uri="{9D8B030D-6E8A-4147-A177-3AD203B41FA5}">
                      <a16:colId xmlns:a16="http://schemas.microsoft.com/office/drawing/2014/main" val="20000"/>
                    </a:ext>
                  </a:extLst>
                </a:gridCol>
                <a:gridCol w="10186131">
                  <a:extLst>
                    <a:ext uri="{9D8B030D-6E8A-4147-A177-3AD203B41FA5}">
                      <a16:colId xmlns:a16="http://schemas.microsoft.com/office/drawing/2014/main" val="20001"/>
                    </a:ext>
                  </a:extLst>
                </a:gridCol>
              </a:tblGrid>
              <a:tr h="392361">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200" b="1" i="0" u="none" strike="noStrike" cap="none" normalizeH="0" baseline="0" dirty="0">
                          <a:ln>
                            <a:noFill/>
                          </a:ln>
                          <a:solidFill>
                            <a:schemeClr val="bg1"/>
                          </a:solidFill>
                          <a:effectLst/>
                          <a:latin typeface="Arial" charset="0"/>
                        </a:rPr>
                        <a:t>Paso</a:t>
                      </a:r>
                    </a:p>
                  </a:txBody>
                  <a:tcPr marL="90007" marR="90007" marT="46789" marB="4678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200" b="1" i="0" u="none" strike="noStrike" cap="none" normalizeH="0" baseline="0" dirty="0">
                          <a:ln>
                            <a:noFill/>
                          </a:ln>
                          <a:solidFill>
                            <a:schemeClr val="bg1"/>
                          </a:solidFill>
                          <a:effectLst/>
                          <a:latin typeface="Arial" charset="0"/>
                        </a:rPr>
                        <a:t>Descripción </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0"/>
                  </a:ext>
                </a:extLst>
              </a:tr>
              <a:tr h="661447">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endParaRPr lang="es-ES" sz="1300" kern="1200" dirty="0">
                        <a:solidFill>
                          <a:schemeClr val="bg1">
                            <a:lumMod val="50000"/>
                          </a:schemeClr>
                        </a:solidFill>
                        <a:latin typeface="Arial" charset="0"/>
                        <a:ea typeface="+mn-ea"/>
                        <a:cs typeface="Arial" charset="0"/>
                      </a:endParaRPr>
                    </a:p>
                  </a:txBody>
                  <a:tcPr marL="95255" marR="95255" marT="50646" marB="506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88900" indent="-88900" eaLnBrk="1" hangingPunct="1">
                        <a:defRPr/>
                      </a:pPr>
                      <a:r>
                        <a:rPr lang="es-ES" sz="2400" kern="1200" baseline="0" dirty="0">
                          <a:solidFill>
                            <a:schemeClr val="bg1">
                              <a:lumMod val="50000"/>
                            </a:schemeClr>
                          </a:solidFill>
                          <a:latin typeface="Arial" charset="0"/>
                          <a:ea typeface="+mn-ea"/>
                          <a:cs typeface="Arial" charset="0"/>
                        </a:rPr>
                        <a:t>Procesos Batch realizados en Java(periodicidad: diaria)</a:t>
                      </a:r>
                    </a:p>
                    <a:p>
                      <a:pPr marL="88900" indent="-88900" eaLnBrk="1" hangingPunct="1">
                        <a:defRPr/>
                      </a:pPr>
                      <a:endParaRPr lang="es-ES" sz="2400" kern="1200" baseline="0" dirty="0">
                        <a:solidFill>
                          <a:schemeClr val="bg1">
                            <a:lumMod val="50000"/>
                          </a:schemeClr>
                        </a:solidFill>
                        <a:latin typeface="Arial" charset="0"/>
                        <a:ea typeface="+mn-ea"/>
                        <a:cs typeface="Arial" charset="0"/>
                      </a:endParaRPr>
                    </a:p>
                    <a:p>
                      <a:r>
                        <a:rPr lang="es-ES" sz="2400" kern="1200" baseline="0" dirty="0">
                          <a:solidFill>
                            <a:schemeClr val="bg1">
                              <a:lumMod val="50000"/>
                            </a:schemeClr>
                          </a:solidFill>
                          <a:latin typeface="Arial" charset="0"/>
                          <a:ea typeface="+mn-ea"/>
                          <a:cs typeface="Arial" charset="0"/>
                        </a:rPr>
                        <a:t>El proceso de cancelación cambia el estado de los expedientes a cancelados automáticamente realizando las siguientes tareas por cada uno de ellos:</a:t>
                      </a:r>
                    </a:p>
                    <a:p>
                      <a:r>
                        <a:rPr lang="es-ES" sz="2400" kern="1200" baseline="0" dirty="0">
                          <a:solidFill>
                            <a:schemeClr val="bg1">
                              <a:lumMod val="50000"/>
                            </a:schemeClr>
                          </a:solidFill>
                          <a:latin typeface="Arial" charset="0"/>
                          <a:ea typeface="+mn-ea"/>
                          <a:cs typeface="Arial" charset="0"/>
                        </a:rPr>
                        <a:t>- Una llamada al servicio de </a:t>
                      </a:r>
                      <a:r>
                        <a:rPr lang="es-ES" sz="2400" kern="1200" baseline="0" dirty="0" err="1">
                          <a:solidFill>
                            <a:schemeClr val="bg1">
                              <a:lumMod val="50000"/>
                            </a:schemeClr>
                          </a:solidFill>
                          <a:latin typeface="Arial" charset="0"/>
                          <a:ea typeface="+mn-ea"/>
                          <a:cs typeface="Arial" charset="0"/>
                        </a:rPr>
                        <a:t>bajaCliente</a:t>
                      </a:r>
                      <a:r>
                        <a:rPr lang="es-ES" sz="2400" kern="1200" baseline="0" dirty="0">
                          <a:solidFill>
                            <a:schemeClr val="bg1">
                              <a:lumMod val="50000"/>
                            </a:schemeClr>
                          </a:solidFill>
                          <a:latin typeface="Arial" charset="0"/>
                          <a:ea typeface="+mn-ea"/>
                          <a:cs typeface="Arial" charset="0"/>
                        </a:rPr>
                        <a:t> para cancelar la reserva de cuenta y el alta de clientes.</a:t>
                      </a:r>
                    </a:p>
                    <a:p>
                      <a:br>
                        <a:rPr lang="es-ES" sz="2400" kern="1200" baseline="0" dirty="0">
                          <a:solidFill>
                            <a:schemeClr val="bg1">
                              <a:lumMod val="50000"/>
                            </a:schemeClr>
                          </a:solidFill>
                          <a:latin typeface="Arial" charset="0"/>
                          <a:ea typeface="+mn-ea"/>
                          <a:cs typeface="Arial" charset="0"/>
                        </a:rPr>
                      </a:br>
                      <a:r>
                        <a:rPr lang="es-ES" sz="2400" kern="1200" baseline="0" dirty="0">
                          <a:solidFill>
                            <a:schemeClr val="bg1">
                              <a:lumMod val="50000"/>
                            </a:schemeClr>
                          </a:solidFill>
                          <a:latin typeface="Arial" charset="0"/>
                          <a:ea typeface="+mn-ea"/>
                          <a:cs typeface="Arial" charset="0"/>
                        </a:rPr>
                        <a:t>- Envía un mail al cliente indicando que el expediente se ha cancelado por caducidad a través de servidor de Relay.</a:t>
                      </a:r>
                    </a:p>
                    <a:p>
                      <a:br>
                        <a:rPr lang="es-ES" sz="2400" kern="1200" baseline="0" dirty="0">
                          <a:solidFill>
                            <a:schemeClr val="bg1">
                              <a:lumMod val="50000"/>
                            </a:schemeClr>
                          </a:solidFill>
                          <a:latin typeface="Arial" charset="0"/>
                          <a:ea typeface="+mn-ea"/>
                          <a:cs typeface="Arial" charset="0"/>
                        </a:rPr>
                      </a:br>
                      <a:r>
                        <a:rPr lang="es-ES" sz="2400" kern="1200" baseline="0" dirty="0">
                          <a:solidFill>
                            <a:schemeClr val="bg1">
                              <a:lumMod val="50000"/>
                            </a:schemeClr>
                          </a:solidFill>
                          <a:latin typeface="Arial" charset="0"/>
                          <a:ea typeface="+mn-ea"/>
                          <a:cs typeface="Arial" charset="0"/>
                        </a:rPr>
                        <a:t>- Se borran del sistema todos aquellos archivos que el cliente haya subido a Azure Storage.</a:t>
                      </a:r>
                    </a:p>
                    <a:p>
                      <a:pPr eaLnBrk="1" hangingPunct="1">
                        <a:defRPr/>
                      </a:pPr>
                      <a:endParaRPr lang="es-ES" sz="1800" kern="1200" baseline="0" dirty="0">
                        <a:solidFill>
                          <a:schemeClr val="bg1">
                            <a:lumMod val="50000"/>
                          </a:schemeClr>
                        </a:solidFill>
                        <a:latin typeface="Arial" charset="0"/>
                        <a:ea typeface="+mn-ea"/>
                        <a:cs typeface="Arial" charset="0"/>
                      </a:endParaRPr>
                    </a:p>
                  </a:txBody>
                  <a:tcPr marL="95255" marR="95255" marT="50646" marB="506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2" name="Oval 18">
            <a:extLst>
              <a:ext uri="{FF2B5EF4-FFF2-40B4-BE49-F238E27FC236}">
                <a16:creationId xmlns:a16="http://schemas.microsoft.com/office/drawing/2014/main" id="{9629D2C5-4837-432A-BBB8-82F2A7DB0499}"/>
              </a:ext>
            </a:extLst>
          </p:cNvPr>
          <p:cNvSpPr>
            <a:spLocks noChangeArrowheads="1"/>
          </p:cNvSpPr>
          <p:nvPr/>
        </p:nvSpPr>
        <p:spPr bwMode="auto">
          <a:xfrm>
            <a:off x="770264" y="3459661"/>
            <a:ext cx="252000" cy="252000"/>
          </a:xfrm>
          <a:prstGeom prst="ellipse">
            <a:avLst/>
          </a:prstGeom>
          <a:solidFill>
            <a:srgbClr val="FF0000"/>
          </a:solidFill>
          <a:ln w="9525">
            <a:solidFill>
              <a:srgbClr val="000000"/>
            </a:solidFill>
            <a:round/>
            <a:headEnd/>
            <a:tailEn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a:buNone/>
            </a:pPr>
            <a:r>
              <a:rPr lang="es-ES" altLang="es-ES" sz="1200" dirty="0">
                <a:solidFill>
                  <a:schemeClr val="lt1"/>
                </a:solidFill>
              </a:rPr>
              <a:t>1</a:t>
            </a:r>
          </a:p>
        </p:txBody>
      </p:sp>
      <p:sp>
        <p:nvSpPr>
          <p:cNvPr id="10" name="Rectángulo 9">
            <a:extLst>
              <a:ext uri="{FF2B5EF4-FFF2-40B4-BE49-F238E27FC236}">
                <a16:creationId xmlns:a16="http://schemas.microsoft.com/office/drawing/2014/main" id="{BEDA10CD-5182-4CE8-8369-9B8F7A7F886C}"/>
              </a:ext>
            </a:extLst>
          </p:cNvPr>
          <p:cNvSpPr/>
          <p:nvPr/>
        </p:nvSpPr>
        <p:spPr>
          <a:xfrm>
            <a:off x="1179371" y="5852333"/>
            <a:ext cx="11381231" cy="307777"/>
          </a:xfrm>
          <a:prstGeom prst="rect">
            <a:avLst/>
          </a:prstGeom>
        </p:spPr>
        <p:txBody>
          <a:bodyPr wrap="square">
            <a:spAutoFit/>
          </a:bodyPr>
          <a:lstStyle/>
          <a:p>
            <a:r>
              <a:rPr lang="en-US" sz="1400" dirty="0">
                <a:solidFill>
                  <a:schemeClr val="bg1">
                    <a:lumMod val="50000"/>
                  </a:schemeClr>
                </a:solidFill>
                <a:latin typeface="Arial" charset="0"/>
                <a:cs typeface="Arial" charset="0"/>
              </a:rPr>
              <a:t>. </a:t>
            </a:r>
            <a:endParaRPr lang="es-ES" sz="1400" dirty="0"/>
          </a:p>
        </p:txBody>
      </p:sp>
      <p:sp>
        <p:nvSpPr>
          <p:cNvPr id="11" name="5 Marcador de número de diapositiva">
            <a:extLst>
              <a:ext uri="{FF2B5EF4-FFF2-40B4-BE49-F238E27FC236}">
                <a16:creationId xmlns:a16="http://schemas.microsoft.com/office/drawing/2014/main" id="{28929CFE-186F-40F5-B726-8BD9061345C1}"/>
              </a:ext>
            </a:extLst>
          </p:cNvPr>
          <p:cNvSpPr txBox="1">
            <a:spLocks/>
          </p:cNvSpPr>
          <p:nvPr/>
        </p:nvSpPr>
        <p:spPr>
          <a:xfrm>
            <a:off x="6113782" y="6387833"/>
            <a:ext cx="267971" cy="2911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2202" rIns="42202"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300"/>
              </a:spcBef>
              <a:spcAft>
                <a:spcPts val="0"/>
              </a:spcAft>
              <a:buClrTx/>
              <a:buSzTx/>
              <a:buFontTx/>
              <a:buNone/>
              <a:tabLst/>
              <a:defRPr kumimoji="0" sz="1400" b="1" i="0" u="none" strike="noStrike" cap="none" spc="0" normalizeH="0" baseline="0">
                <a:ln>
                  <a:noFill/>
                </a:ln>
                <a:solidFill>
                  <a:srgbClr val="5F5F5F"/>
                </a:solidFill>
                <a:effectLst/>
                <a:uFillTx/>
                <a:latin typeface="Arial"/>
                <a:ea typeface="Arial"/>
                <a:cs typeface="Arial"/>
                <a:sym typeface="Arial"/>
              </a:defRPr>
            </a:lvl1pPr>
            <a:lvl2pPr marL="0" marR="0" indent="4572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s-ES" sz="1292"/>
              <a:pPr/>
              <a:t>24</a:t>
            </a:fld>
            <a:endParaRPr lang="es-ES" sz="1292" dirty="0"/>
          </a:p>
        </p:txBody>
      </p:sp>
    </p:spTree>
    <p:extLst>
      <p:ext uri="{BB962C8B-B14F-4D97-AF65-F5344CB8AC3E}">
        <p14:creationId xmlns:p14="http://schemas.microsoft.com/office/powerpoint/2010/main" val="39399595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2 Marcador de pie de página"/>
          <p:cNvSpPr txBox="1">
            <a:spLocks/>
          </p:cNvSpPr>
          <p:nvPr/>
        </p:nvSpPr>
        <p:spPr>
          <a:xfrm>
            <a:off x="1" y="42181"/>
            <a:ext cx="5549669" cy="442035"/>
          </a:xfrm>
          <a:prstGeom prst="rect">
            <a:avLst/>
          </a:prstGeom>
        </p:spPr>
        <p:txBody>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2400" dirty="0">
                <a:solidFill>
                  <a:srgbClr val="FF0000"/>
                </a:solidFill>
                <a:latin typeface="Gadugi" panose="020B0502040204020203" pitchFamily="34" charset="0"/>
              </a:rPr>
              <a:t>Solución Técnica - Intranet</a:t>
            </a:r>
          </a:p>
        </p:txBody>
      </p:sp>
      <p:sp>
        <p:nvSpPr>
          <p:cNvPr id="155" name="2 Marcador de contenido"/>
          <p:cNvSpPr txBox="1">
            <a:spLocks/>
          </p:cNvSpPr>
          <p:nvPr/>
        </p:nvSpPr>
        <p:spPr bwMode="auto">
          <a:xfrm>
            <a:off x="274563" y="549600"/>
            <a:ext cx="9353666" cy="387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749" tIns="48875" rIns="97749" bIns="48875"/>
          <a:lstStyle>
            <a:lvl1pPr marL="457200" indent="-457200" defTabSz="977900" eaLnBrk="0" hangingPunct="0">
              <a:defRPr sz="2400">
                <a:solidFill>
                  <a:schemeClr val="tx1"/>
                </a:solidFill>
                <a:latin typeface="Arial" charset="0"/>
                <a:cs typeface="Arial" charset="0"/>
              </a:defRPr>
            </a:lvl1pPr>
            <a:lvl2pPr marL="742950" indent="-285750" defTabSz="977900" eaLnBrk="0" hangingPunct="0">
              <a:defRPr sz="2400">
                <a:solidFill>
                  <a:schemeClr val="tx1"/>
                </a:solidFill>
                <a:latin typeface="Arial" charset="0"/>
                <a:cs typeface="Arial" charset="0"/>
              </a:defRPr>
            </a:lvl2pPr>
            <a:lvl3pPr marL="1143000" indent="-228600" defTabSz="977900" eaLnBrk="0" hangingPunct="0">
              <a:defRPr sz="2400">
                <a:solidFill>
                  <a:schemeClr val="tx1"/>
                </a:solidFill>
                <a:latin typeface="Arial" charset="0"/>
                <a:cs typeface="Arial" charset="0"/>
              </a:defRPr>
            </a:lvl3pPr>
            <a:lvl4pPr marL="1600200" indent="-228600" defTabSz="977900" eaLnBrk="0" hangingPunct="0">
              <a:defRPr sz="2400">
                <a:solidFill>
                  <a:schemeClr val="tx1"/>
                </a:solidFill>
                <a:latin typeface="Arial" charset="0"/>
                <a:cs typeface="Arial" charset="0"/>
              </a:defRPr>
            </a:lvl4pPr>
            <a:lvl5pPr marL="2057400" indent="-228600" defTabSz="977900" eaLnBrk="0" hangingPunct="0">
              <a:defRPr sz="2400">
                <a:solidFill>
                  <a:schemeClr val="tx1"/>
                </a:solidFill>
                <a:latin typeface="Arial" charset="0"/>
                <a:cs typeface="Arial" charset="0"/>
              </a:defRPr>
            </a:lvl5pPr>
            <a:lvl6pPr marL="2514600" indent="-228600" defTabSz="977900" eaLnBrk="0" fontAlgn="base" hangingPunct="0">
              <a:spcBef>
                <a:spcPct val="0"/>
              </a:spcBef>
              <a:spcAft>
                <a:spcPct val="0"/>
              </a:spcAft>
              <a:defRPr sz="2400">
                <a:solidFill>
                  <a:schemeClr val="tx1"/>
                </a:solidFill>
                <a:latin typeface="Arial" charset="0"/>
                <a:cs typeface="Arial" charset="0"/>
              </a:defRPr>
            </a:lvl6pPr>
            <a:lvl7pPr marL="2971800" indent="-228600" defTabSz="977900" eaLnBrk="0" fontAlgn="base" hangingPunct="0">
              <a:spcBef>
                <a:spcPct val="0"/>
              </a:spcBef>
              <a:spcAft>
                <a:spcPct val="0"/>
              </a:spcAft>
              <a:defRPr sz="2400">
                <a:solidFill>
                  <a:schemeClr val="tx1"/>
                </a:solidFill>
                <a:latin typeface="Arial" charset="0"/>
                <a:cs typeface="Arial" charset="0"/>
              </a:defRPr>
            </a:lvl7pPr>
            <a:lvl8pPr marL="3429000" indent="-228600" defTabSz="977900" eaLnBrk="0" fontAlgn="base" hangingPunct="0">
              <a:spcBef>
                <a:spcPct val="0"/>
              </a:spcBef>
              <a:spcAft>
                <a:spcPct val="0"/>
              </a:spcAft>
              <a:defRPr sz="2400">
                <a:solidFill>
                  <a:schemeClr val="tx1"/>
                </a:solidFill>
                <a:latin typeface="Arial" charset="0"/>
                <a:cs typeface="Arial" charset="0"/>
              </a:defRPr>
            </a:lvl8pPr>
            <a:lvl9pPr marL="3886200" indent="-228600" defTabSz="977900" eaLnBrk="0" fontAlgn="base" hangingPunct="0">
              <a:spcBef>
                <a:spcPct val="0"/>
              </a:spcBef>
              <a:spcAft>
                <a:spcPct val="0"/>
              </a:spcAft>
              <a:defRPr sz="2400">
                <a:solidFill>
                  <a:schemeClr val="tx1"/>
                </a:solidFill>
                <a:latin typeface="Arial" charset="0"/>
                <a:cs typeface="Arial" charset="0"/>
              </a:defRPr>
            </a:lvl9pPr>
          </a:lstStyle>
          <a:p>
            <a:pPr marL="0" indent="0">
              <a:spcBef>
                <a:spcPts val="300"/>
              </a:spcBef>
              <a:buNone/>
            </a:pPr>
            <a:r>
              <a:rPr lang="es-ES" sz="2000" b="1" dirty="0">
                <a:solidFill>
                  <a:srgbClr val="EB0000"/>
                </a:solidFill>
                <a:ea typeface="Segoe UI" panose="020B0502040204020203" pitchFamily="34" charset="0"/>
                <a:cs typeface="Segoe UI" panose="020B0502040204020203" pitchFamily="34" charset="0"/>
              </a:rPr>
              <a:t>Mapa técnico de arquitectura: </a:t>
            </a:r>
            <a:r>
              <a:rPr lang="en-GB" sz="2000" b="1" dirty="0">
                <a:solidFill>
                  <a:srgbClr val="EB0000"/>
                </a:solidFill>
                <a:cs typeface="Segoe UI" panose="020B0502040204020203" pitchFamily="34" charset="0"/>
              </a:rPr>
              <a:t>procesos </a:t>
            </a:r>
            <a:r>
              <a:rPr lang="en-GB" sz="2000" b="1" dirty="0" err="1">
                <a:solidFill>
                  <a:srgbClr val="EB0000"/>
                </a:solidFill>
                <a:cs typeface="Segoe UI" panose="020B0502040204020203" pitchFamily="34" charset="0"/>
              </a:rPr>
              <a:t>planificados</a:t>
            </a:r>
            <a:r>
              <a:rPr lang="en-GB" sz="2000" b="1" dirty="0">
                <a:solidFill>
                  <a:srgbClr val="EB0000"/>
                </a:solidFill>
                <a:cs typeface="Segoe UI" panose="020B0502040204020203" pitchFamily="34" charset="0"/>
              </a:rPr>
              <a:t>.</a:t>
            </a:r>
          </a:p>
          <a:p>
            <a:pPr eaLnBrk="1" hangingPunct="1">
              <a:lnSpc>
                <a:spcPts val="2400"/>
              </a:lnSpc>
              <a:buFontTx/>
              <a:buNone/>
            </a:pPr>
            <a:r>
              <a:rPr lang="es-ES" altLang="es-ES" sz="2000" dirty="0">
                <a:solidFill>
                  <a:srgbClr val="FF0000"/>
                </a:solidFill>
              </a:rPr>
              <a:t>Proceso recordatorio de documentación</a:t>
            </a:r>
            <a:endParaRPr lang="es-ES_tradnl" altLang="es-ES" u="sng" dirty="0">
              <a:solidFill>
                <a:srgbClr val="FF0000"/>
              </a:solidFill>
            </a:endParaRPr>
          </a:p>
          <a:p>
            <a:pPr marL="0" indent="0">
              <a:spcBef>
                <a:spcPts val="300"/>
              </a:spcBef>
              <a:buNone/>
            </a:pPr>
            <a:endParaRPr lang="es-ES" sz="2000" b="1" dirty="0">
              <a:solidFill>
                <a:srgbClr val="EB0000"/>
              </a:solidFill>
              <a:cs typeface="Segoe UI" panose="020B0502040204020203" pitchFamily="34" charset="0"/>
            </a:endParaRPr>
          </a:p>
          <a:p>
            <a:pPr algn="ctr">
              <a:buClr>
                <a:srgbClr val="FF0000"/>
              </a:buClr>
              <a:buFont typeface="Wingdings" pitchFamily="2" charset="2"/>
              <a:buChar char="w"/>
              <a:defRPr/>
            </a:pPr>
            <a:endParaRPr lang="es-ES" sz="2200" dirty="0">
              <a:solidFill>
                <a:srgbClr val="FF0000"/>
              </a:solidFill>
            </a:endParaRPr>
          </a:p>
        </p:txBody>
      </p:sp>
      <p:sp>
        <p:nvSpPr>
          <p:cNvPr id="54" name="Rectangle 331">
            <a:extLst>
              <a:ext uri="{FF2B5EF4-FFF2-40B4-BE49-F238E27FC236}">
                <a16:creationId xmlns:a16="http://schemas.microsoft.com/office/drawing/2014/main" id="{08D803E7-4D55-4E27-8BF9-54DEDEC69874}"/>
              </a:ext>
            </a:extLst>
          </p:cNvPr>
          <p:cNvSpPr>
            <a:spLocks noChangeArrowheads="1"/>
          </p:cNvSpPr>
          <p:nvPr/>
        </p:nvSpPr>
        <p:spPr bwMode="auto">
          <a:xfrm>
            <a:off x="9316398" y="549600"/>
            <a:ext cx="2754263" cy="723395"/>
          </a:xfrm>
          <a:prstGeom prst="rect">
            <a:avLst/>
          </a:prstGeom>
          <a:solidFill>
            <a:schemeClr val="bg1"/>
          </a:solidFill>
          <a:ln>
            <a:solidFill>
              <a:srgbClr val="FF0000"/>
            </a:solidFill>
            <a:headEnd/>
            <a:tailEnd/>
          </a:ln>
        </p:spPr>
        <p:style>
          <a:lnRef idx="1">
            <a:schemeClr val="accent2"/>
          </a:lnRef>
          <a:fillRef idx="2">
            <a:schemeClr val="accent2"/>
          </a:fillRef>
          <a:effectRef idx="1">
            <a:schemeClr val="accent2"/>
          </a:effectRef>
          <a:fontRef idx="minor">
            <a:schemeClr val="dk1"/>
          </a:fontRef>
        </p:style>
        <p:txBody>
          <a:bodyPr wrap="none">
            <a:flatTx/>
          </a:bodyPr>
          <a:lstStyle/>
          <a:p>
            <a:pPr defTabSz="914395">
              <a:defRPr/>
            </a:pPr>
            <a:endParaRPr lang="en-US" sz="1100" b="1" dirty="0">
              <a:solidFill>
                <a:sysClr val="windowText" lastClr="000000"/>
              </a:solidFill>
              <a:latin typeface="Calibri" panose="020F0502020204030204"/>
            </a:endParaRPr>
          </a:p>
        </p:txBody>
      </p:sp>
      <p:sp>
        <p:nvSpPr>
          <p:cNvPr id="55" name="TextBox 181">
            <a:extLst>
              <a:ext uri="{FF2B5EF4-FFF2-40B4-BE49-F238E27FC236}">
                <a16:creationId xmlns:a16="http://schemas.microsoft.com/office/drawing/2014/main" id="{B0993E16-2E6E-48B2-B8D0-B92CF9975265}"/>
              </a:ext>
            </a:extLst>
          </p:cNvPr>
          <p:cNvSpPr txBox="1">
            <a:spLocks noChangeArrowheads="1"/>
          </p:cNvSpPr>
          <p:nvPr/>
        </p:nvSpPr>
        <p:spPr bwMode="auto">
          <a:xfrm>
            <a:off x="11307949" y="839810"/>
            <a:ext cx="34977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pPr defTabSz="914395">
              <a:defRPr/>
            </a:pPr>
            <a:r>
              <a:rPr lang="es-ES" altLang="es-ES" sz="800" b="0" dirty="0">
                <a:solidFill>
                  <a:srgbClr val="000000"/>
                </a:solidFill>
                <a:latin typeface="Calibri" pitchFamily="34" charset="0"/>
                <a:cs typeface="Arial" charset="0"/>
              </a:rPr>
              <a:t>FILE</a:t>
            </a:r>
          </a:p>
        </p:txBody>
      </p:sp>
      <p:cxnSp>
        <p:nvCxnSpPr>
          <p:cNvPr id="56" name="25 Conector recto de flecha">
            <a:extLst>
              <a:ext uri="{FF2B5EF4-FFF2-40B4-BE49-F238E27FC236}">
                <a16:creationId xmlns:a16="http://schemas.microsoft.com/office/drawing/2014/main" id="{129F735C-883A-485B-90AF-307FBA15EABA}"/>
              </a:ext>
            </a:extLst>
          </p:cNvPr>
          <p:cNvCxnSpPr/>
          <p:nvPr/>
        </p:nvCxnSpPr>
        <p:spPr bwMode="auto">
          <a:xfrm>
            <a:off x="11072320" y="726657"/>
            <a:ext cx="255395" cy="4015"/>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181">
            <a:extLst>
              <a:ext uri="{FF2B5EF4-FFF2-40B4-BE49-F238E27FC236}">
                <a16:creationId xmlns:a16="http://schemas.microsoft.com/office/drawing/2014/main" id="{862E7350-5B4B-4C2A-9C65-ACBA613A7C36}"/>
              </a:ext>
            </a:extLst>
          </p:cNvPr>
          <p:cNvSpPr txBox="1">
            <a:spLocks noChangeArrowheads="1"/>
          </p:cNvSpPr>
          <p:nvPr/>
        </p:nvSpPr>
        <p:spPr bwMode="auto">
          <a:xfrm>
            <a:off x="11330854" y="622950"/>
            <a:ext cx="39466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pPr defTabSz="914395">
              <a:defRPr/>
            </a:pPr>
            <a:r>
              <a:rPr lang="es-ES" altLang="es-ES" sz="800" b="0" dirty="0" err="1">
                <a:solidFill>
                  <a:srgbClr val="000000"/>
                </a:solidFill>
                <a:latin typeface="Calibri" pitchFamily="34" charset="0"/>
                <a:cs typeface="Arial" charset="0"/>
              </a:rPr>
              <a:t>smtp</a:t>
            </a:r>
            <a:endParaRPr lang="es-ES" altLang="es-ES" sz="800" b="0" dirty="0">
              <a:solidFill>
                <a:srgbClr val="000000"/>
              </a:solidFill>
              <a:latin typeface="Calibri" pitchFamily="34" charset="0"/>
              <a:cs typeface="Arial" charset="0"/>
            </a:endParaRPr>
          </a:p>
        </p:txBody>
      </p:sp>
      <p:sp>
        <p:nvSpPr>
          <p:cNvPr id="58" name="CuadroTexto 57">
            <a:extLst>
              <a:ext uri="{FF2B5EF4-FFF2-40B4-BE49-F238E27FC236}">
                <a16:creationId xmlns:a16="http://schemas.microsoft.com/office/drawing/2014/main" id="{0F25A5E7-CD35-4DB0-9C2C-9E9E6D17C515}"/>
              </a:ext>
            </a:extLst>
          </p:cNvPr>
          <p:cNvSpPr txBox="1"/>
          <p:nvPr/>
        </p:nvSpPr>
        <p:spPr>
          <a:xfrm>
            <a:off x="10492204" y="610292"/>
            <a:ext cx="666959" cy="200055"/>
          </a:xfrm>
          <a:prstGeom prst="rect">
            <a:avLst/>
          </a:prstGeom>
          <a:noFill/>
        </p:spPr>
        <p:txBody>
          <a:bodyPr wrap="square" rtlCol="0">
            <a:spAutoFit/>
          </a:bodyPr>
          <a:lstStyle/>
          <a:p>
            <a:pPr defTabSz="914395">
              <a:defRPr/>
            </a:pPr>
            <a:r>
              <a:rPr lang="es-ES" sz="700" dirty="0">
                <a:solidFill>
                  <a:prstClr val="black"/>
                </a:solidFill>
                <a:latin typeface="Calibri" panose="020F0502020204030204"/>
              </a:rPr>
              <a:t>Nuevo</a:t>
            </a:r>
          </a:p>
        </p:txBody>
      </p:sp>
      <p:cxnSp>
        <p:nvCxnSpPr>
          <p:cNvPr id="90" name="25 Conector recto de flecha">
            <a:extLst>
              <a:ext uri="{FF2B5EF4-FFF2-40B4-BE49-F238E27FC236}">
                <a16:creationId xmlns:a16="http://schemas.microsoft.com/office/drawing/2014/main" id="{BF5E2641-20C5-4F1C-9BD8-8B3EEF040753}"/>
              </a:ext>
            </a:extLst>
          </p:cNvPr>
          <p:cNvCxnSpPr>
            <a:cxnSpLocks/>
          </p:cNvCxnSpPr>
          <p:nvPr/>
        </p:nvCxnSpPr>
        <p:spPr bwMode="auto">
          <a:xfrm>
            <a:off x="11072320" y="1101128"/>
            <a:ext cx="235629" cy="7529"/>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6" name="Oval 18">
            <a:extLst>
              <a:ext uri="{FF2B5EF4-FFF2-40B4-BE49-F238E27FC236}">
                <a16:creationId xmlns:a16="http://schemas.microsoft.com/office/drawing/2014/main" id="{365B39D2-0F6C-4078-A60F-9207B71586A2}"/>
              </a:ext>
            </a:extLst>
          </p:cNvPr>
          <p:cNvSpPr>
            <a:spLocks noChangeArrowheads="1"/>
          </p:cNvSpPr>
          <p:nvPr/>
        </p:nvSpPr>
        <p:spPr bwMode="auto">
          <a:xfrm>
            <a:off x="10237971" y="578862"/>
            <a:ext cx="226800" cy="227917"/>
          </a:xfrm>
          <a:prstGeom prst="ellipse">
            <a:avLst/>
          </a:prstGeom>
          <a:solidFill>
            <a:srgbClr val="FF0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N</a:t>
            </a:r>
          </a:p>
        </p:txBody>
      </p:sp>
      <p:cxnSp>
        <p:nvCxnSpPr>
          <p:cNvPr id="107" name="25 Conector recto de flecha">
            <a:extLst>
              <a:ext uri="{FF2B5EF4-FFF2-40B4-BE49-F238E27FC236}">
                <a16:creationId xmlns:a16="http://schemas.microsoft.com/office/drawing/2014/main" id="{62E7BDDC-5F97-42D8-AA36-484B8970DFC1}"/>
              </a:ext>
            </a:extLst>
          </p:cNvPr>
          <p:cNvCxnSpPr/>
          <p:nvPr/>
        </p:nvCxnSpPr>
        <p:spPr bwMode="auto">
          <a:xfrm>
            <a:off x="11072320" y="954936"/>
            <a:ext cx="255395" cy="401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08" name="TextBox 181">
            <a:extLst>
              <a:ext uri="{FF2B5EF4-FFF2-40B4-BE49-F238E27FC236}">
                <a16:creationId xmlns:a16="http://schemas.microsoft.com/office/drawing/2014/main" id="{B37783E5-57BC-43F8-B89C-415B9E4FBF70}"/>
              </a:ext>
            </a:extLst>
          </p:cNvPr>
          <p:cNvSpPr txBox="1">
            <a:spLocks noChangeArrowheads="1"/>
          </p:cNvSpPr>
          <p:nvPr/>
        </p:nvSpPr>
        <p:spPr bwMode="auto">
          <a:xfrm>
            <a:off x="11330855" y="1004457"/>
            <a:ext cx="61427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pPr defTabSz="914395">
              <a:defRPr/>
            </a:pPr>
            <a:r>
              <a:rPr lang="es-ES" altLang="es-ES" sz="800" b="0" dirty="0">
                <a:solidFill>
                  <a:srgbClr val="000000"/>
                </a:solidFill>
                <a:latin typeface="Calibri" pitchFamily="34" charset="0"/>
                <a:cs typeface="Arial" charset="0"/>
              </a:rPr>
              <a:t>FTP / SFTP</a:t>
            </a:r>
          </a:p>
        </p:txBody>
      </p:sp>
      <p:sp>
        <p:nvSpPr>
          <p:cNvPr id="99" name="5 Marcador de número de diapositiva">
            <a:extLst>
              <a:ext uri="{FF2B5EF4-FFF2-40B4-BE49-F238E27FC236}">
                <a16:creationId xmlns:a16="http://schemas.microsoft.com/office/drawing/2014/main" id="{4E3BA852-17D8-4F6E-8C0E-8FA6502E525D}"/>
              </a:ext>
            </a:extLst>
          </p:cNvPr>
          <p:cNvSpPr txBox="1">
            <a:spLocks/>
          </p:cNvSpPr>
          <p:nvPr/>
        </p:nvSpPr>
        <p:spPr>
          <a:xfrm>
            <a:off x="6113782" y="6387833"/>
            <a:ext cx="267971" cy="2911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2202" rIns="42202"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300"/>
              </a:spcBef>
              <a:spcAft>
                <a:spcPts val="0"/>
              </a:spcAft>
              <a:buClrTx/>
              <a:buSzTx/>
              <a:buFontTx/>
              <a:buNone/>
              <a:tabLst/>
              <a:defRPr kumimoji="0" sz="1400" b="1" i="0" u="none" strike="noStrike" cap="none" spc="0" normalizeH="0" baseline="0">
                <a:ln>
                  <a:noFill/>
                </a:ln>
                <a:solidFill>
                  <a:srgbClr val="5F5F5F"/>
                </a:solidFill>
                <a:effectLst/>
                <a:uFillTx/>
                <a:latin typeface="Arial"/>
                <a:ea typeface="Arial"/>
                <a:cs typeface="Arial"/>
                <a:sym typeface="Arial"/>
              </a:defRPr>
            </a:lvl1pPr>
            <a:lvl2pPr marL="0" marR="0" indent="4572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s-ES" sz="1292"/>
              <a:pPr/>
              <a:t>25</a:t>
            </a:fld>
            <a:endParaRPr lang="es-ES" sz="1292" dirty="0"/>
          </a:p>
        </p:txBody>
      </p:sp>
      <p:sp>
        <p:nvSpPr>
          <p:cNvPr id="122" name="Oval 18">
            <a:extLst>
              <a:ext uri="{FF2B5EF4-FFF2-40B4-BE49-F238E27FC236}">
                <a16:creationId xmlns:a16="http://schemas.microsoft.com/office/drawing/2014/main" id="{72065270-A747-4C06-BAD5-0AF90182670E}"/>
              </a:ext>
            </a:extLst>
          </p:cNvPr>
          <p:cNvSpPr>
            <a:spLocks noChangeArrowheads="1"/>
          </p:cNvSpPr>
          <p:nvPr/>
        </p:nvSpPr>
        <p:spPr bwMode="auto">
          <a:xfrm>
            <a:off x="10255782" y="819635"/>
            <a:ext cx="226800" cy="227917"/>
          </a:xfrm>
          <a:prstGeom prst="ellipse">
            <a:avLst/>
          </a:prstGeom>
          <a:solidFill>
            <a:srgbClr val="FFC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M</a:t>
            </a:r>
          </a:p>
        </p:txBody>
      </p:sp>
      <p:sp>
        <p:nvSpPr>
          <p:cNvPr id="123" name="CuadroTexto 122">
            <a:extLst>
              <a:ext uri="{FF2B5EF4-FFF2-40B4-BE49-F238E27FC236}">
                <a16:creationId xmlns:a16="http://schemas.microsoft.com/office/drawing/2014/main" id="{EA79CB3B-5B2B-45C0-AE11-038DA3E27C7A}"/>
              </a:ext>
            </a:extLst>
          </p:cNvPr>
          <p:cNvSpPr txBox="1"/>
          <p:nvPr/>
        </p:nvSpPr>
        <p:spPr>
          <a:xfrm>
            <a:off x="10482583" y="837147"/>
            <a:ext cx="666959" cy="200055"/>
          </a:xfrm>
          <a:prstGeom prst="rect">
            <a:avLst/>
          </a:prstGeom>
          <a:noFill/>
        </p:spPr>
        <p:txBody>
          <a:bodyPr wrap="square" rtlCol="0">
            <a:spAutoFit/>
          </a:bodyPr>
          <a:lstStyle/>
          <a:p>
            <a:pPr defTabSz="914395">
              <a:defRPr/>
            </a:pPr>
            <a:r>
              <a:rPr lang="es-ES" sz="700" dirty="0">
                <a:solidFill>
                  <a:prstClr val="black"/>
                </a:solidFill>
                <a:latin typeface="Calibri" panose="020F0502020204030204"/>
              </a:rPr>
              <a:t>Modificado</a:t>
            </a:r>
          </a:p>
        </p:txBody>
      </p:sp>
      <p:sp>
        <p:nvSpPr>
          <p:cNvPr id="124" name="Oval 18">
            <a:extLst>
              <a:ext uri="{FF2B5EF4-FFF2-40B4-BE49-F238E27FC236}">
                <a16:creationId xmlns:a16="http://schemas.microsoft.com/office/drawing/2014/main" id="{18ABAF1B-F41F-4894-BF67-0E1CC94E4F41}"/>
              </a:ext>
            </a:extLst>
          </p:cNvPr>
          <p:cNvSpPr>
            <a:spLocks noChangeArrowheads="1"/>
          </p:cNvSpPr>
          <p:nvPr/>
        </p:nvSpPr>
        <p:spPr bwMode="auto">
          <a:xfrm>
            <a:off x="10267356" y="1045998"/>
            <a:ext cx="226800" cy="227917"/>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
        <p:nvSpPr>
          <p:cNvPr id="125" name="CuadroTexto 124">
            <a:extLst>
              <a:ext uri="{FF2B5EF4-FFF2-40B4-BE49-F238E27FC236}">
                <a16:creationId xmlns:a16="http://schemas.microsoft.com/office/drawing/2014/main" id="{71391F6D-C5BB-4299-8552-3DCD23C661D9}"/>
              </a:ext>
            </a:extLst>
          </p:cNvPr>
          <p:cNvSpPr txBox="1"/>
          <p:nvPr/>
        </p:nvSpPr>
        <p:spPr>
          <a:xfrm>
            <a:off x="10505488" y="1061412"/>
            <a:ext cx="666959" cy="200055"/>
          </a:xfrm>
          <a:prstGeom prst="rect">
            <a:avLst/>
          </a:prstGeom>
          <a:noFill/>
        </p:spPr>
        <p:txBody>
          <a:bodyPr wrap="square" rtlCol="0">
            <a:spAutoFit/>
          </a:bodyPr>
          <a:lstStyle/>
          <a:p>
            <a:pPr defTabSz="914395">
              <a:defRPr/>
            </a:pPr>
            <a:r>
              <a:rPr lang="es-ES" sz="700" dirty="0">
                <a:solidFill>
                  <a:prstClr val="black"/>
                </a:solidFill>
                <a:latin typeface="Calibri" panose="020F0502020204030204"/>
              </a:rPr>
              <a:t>Existente</a:t>
            </a:r>
          </a:p>
        </p:txBody>
      </p:sp>
      <p:pic>
        <p:nvPicPr>
          <p:cNvPr id="7" name="Imagen 6">
            <a:extLst>
              <a:ext uri="{FF2B5EF4-FFF2-40B4-BE49-F238E27FC236}">
                <a16:creationId xmlns:a16="http://schemas.microsoft.com/office/drawing/2014/main" id="{D65E0D2A-D80B-4A96-B04A-BA4BEEEAAAA2}"/>
              </a:ext>
            </a:extLst>
          </p:cNvPr>
          <p:cNvPicPr>
            <a:picLocks noChangeAspect="1"/>
          </p:cNvPicPr>
          <p:nvPr/>
        </p:nvPicPr>
        <p:blipFill>
          <a:blip r:embed="rId3"/>
          <a:stretch>
            <a:fillRect/>
          </a:stretch>
        </p:blipFill>
        <p:spPr>
          <a:xfrm>
            <a:off x="8268599" y="3996776"/>
            <a:ext cx="694592" cy="1134208"/>
          </a:xfrm>
          <a:prstGeom prst="rect">
            <a:avLst/>
          </a:prstGeom>
        </p:spPr>
      </p:pic>
      <p:grpSp>
        <p:nvGrpSpPr>
          <p:cNvPr id="105" name="Grupo 104">
            <a:extLst>
              <a:ext uri="{FF2B5EF4-FFF2-40B4-BE49-F238E27FC236}">
                <a16:creationId xmlns:a16="http://schemas.microsoft.com/office/drawing/2014/main" id="{6B3F35BD-AA75-449C-83D3-826C0703AB6E}"/>
              </a:ext>
            </a:extLst>
          </p:cNvPr>
          <p:cNvGrpSpPr/>
          <p:nvPr/>
        </p:nvGrpSpPr>
        <p:grpSpPr>
          <a:xfrm>
            <a:off x="9379329" y="618385"/>
            <a:ext cx="288789" cy="128483"/>
            <a:chOff x="10457075" y="2470064"/>
            <a:chExt cx="431319" cy="225978"/>
          </a:xfrm>
        </p:grpSpPr>
        <p:sp>
          <p:nvSpPr>
            <p:cNvPr id="109" name="Rectángulo 108">
              <a:extLst>
                <a:ext uri="{FF2B5EF4-FFF2-40B4-BE49-F238E27FC236}">
                  <a16:creationId xmlns:a16="http://schemas.microsoft.com/office/drawing/2014/main" id="{6AA7EC62-B94F-4ACA-B951-CF9C0CAE6AD4}"/>
                </a:ext>
              </a:extLst>
            </p:cNvPr>
            <p:cNvSpPr/>
            <p:nvPr/>
          </p:nvSpPr>
          <p:spPr>
            <a:xfrm>
              <a:off x="10457075" y="2470064"/>
              <a:ext cx="431319" cy="22597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dirty="0"/>
            </a:p>
          </p:txBody>
        </p:sp>
        <p:sp>
          <p:nvSpPr>
            <p:cNvPr id="116" name="Rectángulo 115">
              <a:extLst>
                <a:ext uri="{FF2B5EF4-FFF2-40B4-BE49-F238E27FC236}">
                  <a16:creationId xmlns:a16="http://schemas.microsoft.com/office/drawing/2014/main" id="{83589C93-02FD-4524-8067-F9259B54C3DD}"/>
                </a:ext>
              </a:extLst>
            </p:cNvPr>
            <p:cNvSpPr/>
            <p:nvPr/>
          </p:nvSpPr>
          <p:spPr>
            <a:xfrm>
              <a:off x="10526091" y="2539957"/>
              <a:ext cx="290153" cy="953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dirty="0"/>
            </a:p>
          </p:txBody>
        </p:sp>
      </p:grpSp>
      <p:sp>
        <p:nvSpPr>
          <p:cNvPr id="119" name="CuadroTexto 118">
            <a:extLst>
              <a:ext uri="{FF2B5EF4-FFF2-40B4-BE49-F238E27FC236}">
                <a16:creationId xmlns:a16="http://schemas.microsoft.com/office/drawing/2014/main" id="{FB877C06-5586-43A2-89A2-7C60EF752D54}"/>
              </a:ext>
            </a:extLst>
          </p:cNvPr>
          <p:cNvSpPr txBox="1"/>
          <p:nvPr/>
        </p:nvSpPr>
        <p:spPr>
          <a:xfrm>
            <a:off x="9676536" y="596009"/>
            <a:ext cx="617932" cy="191719"/>
          </a:xfrm>
          <a:prstGeom prst="rect">
            <a:avLst/>
          </a:prstGeom>
          <a:noFill/>
        </p:spPr>
        <p:txBody>
          <a:bodyPr wrap="square" rtlCol="0">
            <a:spAutoFit/>
          </a:bodyPr>
          <a:lstStyle/>
          <a:p>
            <a:r>
              <a:rPr lang="es-ES" sz="646" dirty="0"/>
              <a:t>Token JWT </a:t>
            </a:r>
          </a:p>
        </p:txBody>
      </p:sp>
      <p:cxnSp>
        <p:nvCxnSpPr>
          <p:cNvPr id="128" name="25 Conector recto de flecha">
            <a:extLst>
              <a:ext uri="{FF2B5EF4-FFF2-40B4-BE49-F238E27FC236}">
                <a16:creationId xmlns:a16="http://schemas.microsoft.com/office/drawing/2014/main" id="{E3FB340E-2A12-4BEB-A7E8-42C13F420025}"/>
              </a:ext>
            </a:extLst>
          </p:cNvPr>
          <p:cNvCxnSpPr/>
          <p:nvPr/>
        </p:nvCxnSpPr>
        <p:spPr bwMode="auto">
          <a:xfrm>
            <a:off x="9408489" y="976226"/>
            <a:ext cx="255395" cy="4015"/>
          </a:xfrm>
          <a:prstGeom prst="straightConnector1">
            <a:avLst/>
          </a:prstGeom>
          <a:ln>
            <a:solidFill>
              <a:srgbClr val="FFFF00"/>
            </a:solidFill>
            <a:tailEnd type="triangle"/>
          </a:ln>
        </p:spPr>
        <p:style>
          <a:lnRef idx="3">
            <a:schemeClr val="dk1"/>
          </a:lnRef>
          <a:fillRef idx="0">
            <a:schemeClr val="dk1"/>
          </a:fillRef>
          <a:effectRef idx="2">
            <a:schemeClr val="dk1"/>
          </a:effectRef>
          <a:fontRef idx="minor">
            <a:schemeClr val="tx1"/>
          </a:fontRef>
        </p:style>
      </p:cxnSp>
      <p:sp>
        <p:nvSpPr>
          <p:cNvPr id="140" name="TextBox 181">
            <a:extLst>
              <a:ext uri="{FF2B5EF4-FFF2-40B4-BE49-F238E27FC236}">
                <a16:creationId xmlns:a16="http://schemas.microsoft.com/office/drawing/2014/main" id="{9FD8555C-3ED4-4B6A-8793-1E0E45735F43}"/>
              </a:ext>
            </a:extLst>
          </p:cNvPr>
          <p:cNvSpPr txBox="1">
            <a:spLocks noChangeArrowheads="1"/>
          </p:cNvSpPr>
          <p:nvPr/>
        </p:nvSpPr>
        <p:spPr bwMode="auto">
          <a:xfrm>
            <a:off x="9672521" y="861350"/>
            <a:ext cx="397866" cy="343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pPr defTabSz="914395">
              <a:defRPr/>
            </a:pPr>
            <a:r>
              <a:rPr lang="es-ES" altLang="es-ES" sz="831" b="0" dirty="0">
                <a:solidFill>
                  <a:srgbClr val="000000"/>
                </a:solidFill>
                <a:latin typeface="Calibri" pitchFamily="34" charset="0"/>
                <a:cs typeface="Arial" charset="0"/>
              </a:rPr>
              <a:t>JDBC</a:t>
            </a:r>
          </a:p>
          <a:p>
            <a:pPr defTabSz="914395">
              <a:defRPr/>
            </a:pPr>
            <a:endParaRPr lang="es-ES" altLang="es-ES" sz="800" b="0" dirty="0">
              <a:solidFill>
                <a:srgbClr val="000000"/>
              </a:solidFill>
              <a:latin typeface="Calibri" pitchFamily="34" charset="0"/>
              <a:cs typeface="Arial" charset="0"/>
            </a:endParaRPr>
          </a:p>
        </p:txBody>
      </p:sp>
      <p:sp>
        <p:nvSpPr>
          <p:cNvPr id="103" name="Rectángulo: esquinas redondeadas 102">
            <a:extLst>
              <a:ext uri="{FF2B5EF4-FFF2-40B4-BE49-F238E27FC236}">
                <a16:creationId xmlns:a16="http://schemas.microsoft.com/office/drawing/2014/main" id="{B6B2F949-3DCA-40F0-B4B1-04F288B30D26}"/>
              </a:ext>
            </a:extLst>
          </p:cNvPr>
          <p:cNvSpPr/>
          <p:nvPr/>
        </p:nvSpPr>
        <p:spPr>
          <a:xfrm>
            <a:off x="5838196" y="1204649"/>
            <a:ext cx="5970512" cy="3648942"/>
          </a:xfrm>
          <a:prstGeom prst="round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a:p>
        </p:txBody>
      </p:sp>
      <p:grpSp>
        <p:nvGrpSpPr>
          <p:cNvPr id="150" name="Grupo 149">
            <a:extLst>
              <a:ext uri="{FF2B5EF4-FFF2-40B4-BE49-F238E27FC236}">
                <a16:creationId xmlns:a16="http://schemas.microsoft.com/office/drawing/2014/main" id="{7BC4577D-E3E6-468C-9E95-66F30DA9214B}"/>
              </a:ext>
            </a:extLst>
          </p:cNvPr>
          <p:cNvGrpSpPr/>
          <p:nvPr/>
        </p:nvGrpSpPr>
        <p:grpSpPr>
          <a:xfrm>
            <a:off x="7678276" y="1283861"/>
            <a:ext cx="1425131" cy="1663935"/>
            <a:chOff x="4214162" y="2214374"/>
            <a:chExt cx="3501284" cy="3857088"/>
          </a:xfrm>
        </p:grpSpPr>
        <p:sp>
          <p:nvSpPr>
            <p:cNvPr id="151" name="Oval 465">
              <a:extLst>
                <a:ext uri="{FF2B5EF4-FFF2-40B4-BE49-F238E27FC236}">
                  <a16:creationId xmlns:a16="http://schemas.microsoft.com/office/drawing/2014/main" id="{4FCC1F58-BEF2-4355-A29D-C9DF443C487E}"/>
                </a:ext>
              </a:extLst>
            </p:cNvPr>
            <p:cNvSpPr>
              <a:spLocks noChangeArrowheads="1"/>
            </p:cNvSpPr>
            <p:nvPr/>
          </p:nvSpPr>
          <p:spPr bwMode="auto">
            <a:xfrm>
              <a:off x="6152189" y="3941550"/>
              <a:ext cx="148851" cy="150886"/>
            </a:xfrm>
            <a:prstGeom prst="ellipse">
              <a:avLst/>
            </a:prstGeom>
            <a:solidFill>
              <a:schemeClr val="tx1"/>
            </a:solidFill>
            <a:ln w="9525">
              <a:solidFill>
                <a:schemeClr val="tx1"/>
              </a:solidFill>
              <a:round/>
              <a:headEnd/>
              <a:tailEnd/>
            </a:ln>
          </p:spPr>
          <p:txBody>
            <a:bodyPr wrap="none" anchor="ct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710" b="0" dirty="0">
                  <a:solidFill>
                    <a:schemeClr val="bg1"/>
                  </a:solidFill>
                </a:rPr>
                <a:t>9</a:t>
              </a:r>
            </a:p>
          </p:txBody>
        </p:sp>
        <p:grpSp>
          <p:nvGrpSpPr>
            <p:cNvPr id="152" name="Grupo 151">
              <a:extLst>
                <a:ext uri="{FF2B5EF4-FFF2-40B4-BE49-F238E27FC236}">
                  <a16:creationId xmlns:a16="http://schemas.microsoft.com/office/drawing/2014/main" id="{A6E20238-53ED-4FDD-A3D3-93A512F043A1}"/>
                </a:ext>
              </a:extLst>
            </p:cNvPr>
            <p:cNvGrpSpPr/>
            <p:nvPr/>
          </p:nvGrpSpPr>
          <p:grpSpPr>
            <a:xfrm>
              <a:off x="4214162" y="2214374"/>
              <a:ext cx="3501284" cy="3857088"/>
              <a:chOff x="4484038" y="3393298"/>
              <a:chExt cx="2193246" cy="2458882"/>
            </a:xfrm>
          </p:grpSpPr>
          <p:sp>
            <p:nvSpPr>
              <p:cNvPr id="153" name="Rectángulo: esquinas redondeadas 152">
                <a:extLst>
                  <a:ext uri="{FF2B5EF4-FFF2-40B4-BE49-F238E27FC236}">
                    <a16:creationId xmlns:a16="http://schemas.microsoft.com/office/drawing/2014/main" id="{E918FAAA-EE70-4506-9174-97C86755B4FB}"/>
                  </a:ext>
                </a:extLst>
              </p:cNvPr>
              <p:cNvSpPr/>
              <p:nvPr/>
            </p:nvSpPr>
            <p:spPr>
              <a:xfrm>
                <a:off x="4484038" y="3393298"/>
                <a:ext cx="2193246" cy="2458882"/>
              </a:xfrm>
              <a:prstGeom prst="roundRect">
                <a:avLst/>
              </a:prstGeom>
              <a:solidFill>
                <a:schemeClr val="bg1"/>
              </a:solidFill>
              <a:ln>
                <a:solidFill>
                  <a:srgbClr val="0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dirty="0"/>
              </a:p>
            </p:txBody>
          </p:sp>
          <p:sp>
            <p:nvSpPr>
              <p:cNvPr id="154" name="CuadroTexto 153">
                <a:extLst>
                  <a:ext uri="{FF2B5EF4-FFF2-40B4-BE49-F238E27FC236}">
                    <a16:creationId xmlns:a16="http://schemas.microsoft.com/office/drawing/2014/main" id="{E3A8925E-622B-4671-97E0-41AFF66F9BB5}"/>
                  </a:ext>
                </a:extLst>
              </p:cNvPr>
              <p:cNvSpPr txBox="1"/>
              <p:nvPr/>
            </p:nvSpPr>
            <p:spPr>
              <a:xfrm>
                <a:off x="4866700" y="3608586"/>
                <a:ext cx="1471642" cy="1185842"/>
              </a:xfrm>
              <a:prstGeom prst="rect">
                <a:avLst/>
              </a:prstGeom>
              <a:noFill/>
            </p:spPr>
            <p:txBody>
              <a:bodyPr wrap="square" rtlCol="0">
                <a:spAutoFit/>
              </a:bodyPr>
              <a:lstStyle/>
              <a:p>
                <a:pPr algn="ctr"/>
                <a:r>
                  <a:rPr lang="es-ES" sz="923" b="1" dirty="0">
                    <a:solidFill>
                      <a:srgbClr val="1BB3BC"/>
                    </a:solidFill>
                  </a:rPr>
                  <a:t>Servidor Procesos BATCH</a:t>
                </a:r>
              </a:p>
              <a:p>
                <a:pPr algn="ctr"/>
                <a:r>
                  <a:rPr lang="es-ES" sz="923" b="1" dirty="0">
                    <a:solidFill>
                      <a:srgbClr val="1BB3BC"/>
                    </a:solidFill>
                  </a:rPr>
                  <a:t>Linux</a:t>
                </a:r>
              </a:p>
              <a:p>
                <a:endParaRPr lang="es-ES" sz="923" b="1" dirty="0">
                  <a:solidFill>
                    <a:srgbClr val="1BB3BC"/>
                  </a:solidFill>
                </a:endParaRPr>
              </a:p>
            </p:txBody>
          </p:sp>
        </p:grpSp>
      </p:grpSp>
      <p:pic>
        <p:nvPicPr>
          <p:cNvPr id="156" name="Imagen 155">
            <a:extLst>
              <a:ext uri="{FF2B5EF4-FFF2-40B4-BE49-F238E27FC236}">
                <a16:creationId xmlns:a16="http://schemas.microsoft.com/office/drawing/2014/main" id="{482C29D0-042D-4119-B604-FBA2E093EB6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07631" y="2189745"/>
            <a:ext cx="385446" cy="386633"/>
          </a:xfrm>
          <a:prstGeom prst="rect">
            <a:avLst/>
          </a:prstGeom>
        </p:spPr>
      </p:pic>
      <p:cxnSp>
        <p:nvCxnSpPr>
          <p:cNvPr id="157" name="Conector recto de flecha 156">
            <a:extLst>
              <a:ext uri="{FF2B5EF4-FFF2-40B4-BE49-F238E27FC236}">
                <a16:creationId xmlns:a16="http://schemas.microsoft.com/office/drawing/2014/main" id="{80713E8B-0320-4F00-B249-317D1C3D4512}"/>
              </a:ext>
            </a:extLst>
          </p:cNvPr>
          <p:cNvCxnSpPr>
            <a:cxnSpLocks/>
            <a:stCxn id="153" idx="1"/>
          </p:cNvCxnSpPr>
          <p:nvPr/>
        </p:nvCxnSpPr>
        <p:spPr>
          <a:xfrm flipH="1">
            <a:off x="5500002" y="2115829"/>
            <a:ext cx="2178274" cy="42801"/>
          </a:xfrm>
          <a:prstGeom prst="straightConnector1">
            <a:avLst/>
          </a:prstGeom>
          <a:ln>
            <a:solidFill>
              <a:srgbClr val="00B050"/>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159" name="Group 605">
            <a:extLst>
              <a:ext uri="{FF2B5EF4-FFF2-40B4-BE49-F238E27FC236}">
                <a16:creationId xmlns:a16="http://schemas.microsoft.com/office/drawing/2014/main" id="{797620A9-3414-4DC0-817D-08288421F68F}"/>
              </a:ext>
            </a:extLst>
          </p:cNvPr>
          <p:cNvGrpSpPr>
            <a:grpSpLocks/>
          </p:cNvGrpSpPr>
          <p:nvPr/>
        </p:nvGrpSpPr>
        <p:grpSpPr bwMode="auto">
          <a:xfrm>
            <a:off x="8012139" y="3605623"/>
            <a:ext cx="708276" cy="636587"/>
            <a:chOff x="2769" y="1896"/>
            <a:chExt cx="530" cy="493"/>
          </a:xfrm>
        </p:grpSpPr>
        <p:pic>
          <p:nvPicPr>
            <p:cNvPr id="160" name="Picture 577" descr="j0431637">
              <a:extLst>
                <a:ext uri="{FF2B5EF4-FFF2-40B4-BE49-F238E27FC236}">
                  <a16:creationId xmlns:a16="http://schemas.microsoft.com/office/drawing/2014/main" id="{0AFBC39F-AC7B-45B0-A551-96F6FFC421C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24" y="1934"/>
              <a:ext cx="359"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1" name="Picture 578" descr="j0432635">
              <a:extLst>
                <a:ext uri="{FF2B5EF4-FFF2-40B4-BE49-F238E27FC236}">
                  <a16:creationId xmlns:a16="http://schemas.microsoft.com/office/drawing/2014/main" id="{AD52BF99-86E2-42C6-B178-114A668DB52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55" y="1896"/>
              <a:ext cx="209"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2" name="Text Box 579">
              <a:extLst>
                <a:ext uri="{FF2B5EF4-FFF2-40B4-BE49-F238E27FC236}">
                  <a16:creationId xmlns:a16="http://schemas.microsoft.com/office/drawing/2014/main" id="{28689D5A-1CA1-4C13-BE22-883DBDFD8C8A}"/>
                </a:ext>
              </a:extLst>
            </p:cNvPr>
            <p:cNvSpPr txBox="1">
              <a:spLocks noChangeArrowheads="1"/>
            </p:cNvSpPr>
            <p:nvPr/>
          </p:nvSpPr>
          <p:spPr bwMode="auto">
            <a:xfrm>
              <a:off x="2769" y="2270"/>
              <a:ext cx="530"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0" tIns="0" rIns="0" bIns="0">
              <a:spAutoFit/>
            </a:bodyP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eaLnBrk="1" hangingPunct="1">
                <a:buClr>
                  <a:schemeClr val="accent2"/>
                </a:buClr>
                <a:buFont typeface="Wingdings" panose="05000000000000000000" pitchFamily="2" charset="2"/>
                <a:buNone/>
              </a:pPr>
              <a:r>
                <a:rPr lang="es-ES" altLang="es-ES" sz="1000" dirty="0">
                  <a:solidFill>
                    <a:schemeClr val="tx1"/>
                  </a:solidFill>
                  <a:latin typeface="Verdana" panose="020B0604030504040204" pitchFamily="34" charset="0"/>
                </a:rPr>
                <a:t>Control-M</a:t>
              </a:r>
            </a:p>
          </p:txBody>
        </p:sp>
      </p:grpSp>
      <p:cxnSp>
        <p:nvCxnSpPr>
          <p:cNvPr id="163" name="Conector recto 162">
            <a:extLst>
              <a:ext uri="{FF2B5EF4-FFF2-40B4-BE49-F238E27FC236}">
                <a16:creationId xmlns:a16="http://schemas.microsoft.com/office/drawing/2014/main" id="{9D6ECA07-8448-478A-B529-377FBE5BF8D9}"/>
              </a:ext>
            </a:extLst>
          </p:cNvPr>
          <p:cNvCxnSpPr>
            <a:cxnSpLocks/>
            <a:endCxn id="153" idx="2"/>
          </p:cNvCxnSpPr>
          <p:nvPr/>
        </p:nvCxnSpPr>
        <p:spPr>
          <a:xfrm flipV="1">
            <a:off x="8390841" y="2947796"/>
            <a:ext cx="0" cy="551064"/>
          </a:xfrm>
          <a:prstGeom prst="line">
            <a:avLst/>
          </a:prstGeom>
          <a:ln w="9525" cap="flat" cmpd="sng" algn="ctr">
            <a:solidFill>
              <a:schemeClr val="dk1"/>
            </a:solidFill>
            <a:prstDash val="dash"/>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164" name="Conector recto de flecha 163">
            <a:extLst>
              <a:ext uri="{FF2B5EF4-FFF2-40B4-BE49-F238E27FC236}">
                <a16:creationId xmlns:a16="http://schemas.microsoft.com/office/drawing/2014/main" id="{788932D7-DEEA-4DD8-AE5C-2DBC74022164}"/>
              </a:ext>
            </a:extLst>
          </p:cNvPr>
          <p:cNvCxnSpPr>
            <a:cxnSpLocks/>
            <a:stCxn id="53" idx="2"/>
          </p:cNvCxnSpPr>
          <p:nvPr/>
        </p:nvCxnSpPr>
        <p:spPr>
          <a:xfrm flipH="1">
            <a:off x="7035311" y="2454680"/>
            <a:ext cx="3691732" cy="973386"/>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66" name="AutoShape 206">
            <a:extLst>
              <a:ext uri="{FF2B5EF4-FFF2-40B4-BE49-F238E27FC236}">
                <a16:creationId xmlns:a16="http://schemas.microsoft.com/office/drawing/2014/main" id="{615C7E4E-5579-4BA9-9BCC-982D2912D82D}"/>
              </a:ext>
            </a:extLst>
          </p:cNvPr>
          <p:cNvSpPr>
            <a:spLocks noChangeArrowheads="1"/>
          </p:cNvSpPr>
          <p:nvPr/>
        </p:nvSpPr>
        <p:spPr bwMode="auto">
          <a:xfrm>
            <a:off x="6089251" y="3428066"/>
            <a:ext cx="1240008" cy="997338"/>
          </a:xfrm>
          <a:prstGeom prst="can">
            <a:avLst>
              <a:gd name="adj" fmla="val 24963"/>
            </a:avLst>
          </a:prstGeom>
          <a:solidFill>
            <a:srgbClr val="C00000">
              <a:alpha val="49019"/>
            </a:srgbClr>
          </a:solidFill>
          <a:ln w="9525">
            <a:solidFill>
              <a:schemeClr val="tx1"/>
            </a:solidFill>
            <a:round/>
            <a:headEnd/>
            <a:tailEnd/>
          </a:ln>
        </p:spPr>
        <p:txBody>
          <a:bodyPr wrap="none" anchor="ctr"/>
          <a:lstStyle/>
          <a:p>
            <a:pPr algn="ctr" defTabSz="914395">
              <a:defRPr/>
            </a:pPr>
            <a:endParaRPr lang="es-ES" sz="800" dirty="0">
              <a:solidFill>
                <a:prstClr val="black"/>
              </a:solidFill>
              <a:latin typeface="Verdana" pitchFamily="34" charset="0"/>
            </a:endParaRPr>
          </a:p>
          <a:p>
            <a:pPr algn="ctr" defTabSz="914395">
              <a:defRPr/>
            </a:pPr>
            <a:endParaRPr lang="es-ES" sz="800" dirty="0">
              <a:solidFill>
                <a:prstClr val="black"/>
              </a:solidFill>
              <a:latin typeface="Verdana" pitchFamily="34" charset="0"/>
            </a:endParaRPr>
          </a:p>
        </p:txBody>
      </p:sp>
      <p:pic>
        <p:nvPicPr>
          <p:cNvPr id="168" name="Imagen 167">
            <a:extLst>
              <a:ext uri="{FF2B5EF4-FFF2-40B4-BE49-F238E27FC236}">
                <a16:creationId xmlns:a16="http://schemas.microsoft.com/office/drawing/2014/main" id="{DB14F2C3-E494-4216-AED9-454CEFFA113F}"/>
              </a:ext>
            </a:extLst>
          </p:cNvPr>
          <p:cNvPicPr>
            <a:picLocks noChangeAspect="1"/>
          </p:cNvPicPr>
          <p:nvPr/>
        </p:nvPicPr>
        <p:blipFill>
          <a:blip r:embed="rId7"/>
          <a:stretch>
            <a:fillRect/>
          </a:stretch>
        </p:blipFill>
        <p:spPr>
          <a:xfrm>
            <a:off x="6632435" y="4520940"/>
            <a:ext cx="192401" cy="286971"/>
          </a:xfrm>
          <a:prstGeom prst="rect">
            <a:avLst/>
          </a:prstGeom>
        </p:spPr>
      </p:pic>
      <p:sp>
        <p:nvSpPr>
          <p:cNvPr id="170" name="Oval 18">
            <a:extLst>
              <a:ext uri="{FF2B5EF4-FFF2-40B4-BE49-F238E27FC236}">
                <a16:creationId xmlns:a16="http://schemas.microsoft.com/office/drawing/2014/main" id="{9DBA7D7C-DF32-4D3D-A945-4124E3303068}"/>
              </a:ext>
            </a:extLst>
          </p:cNvPr>
          <p:cNvSpPr>
            <a:spLocks noChangeArrowheads="1"/>
          </p:cNvSpPr>
          <p:nvPr/>
        </p:nvSpPr>
        <p:spPr bwMode="auto">
          <a:xfrm>
            <a:off x="6627407" y="3244559"/>
            <a:ext cx="226800" cy="227917"/>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
        <p:nvSpPr>
          <p:cNvPr id="171" name="Elipse 170">
            <a:extLst>
              <a:ext uri="{FF2B5EF4-FFF2-40B4-BE49-F238E27FC236}">
                <a16:creationId xmlns:a16="http://schemas.microsoft.com/office/drawing/2014/main" id="{A6D67E47-98A8-4B36-9E60-0CF0D330CBF4}"/>
              </a:ext>
            </a:extLst>
          </p:cNvPr>
          <p:cNvSpPr/>
          <p:nvPr/>
        </p:nvSpPr>
        <p:spPr>
          <a:xfrm>
            <a:off x="5174268" y="3141509"/>
            <a:ext cx="247702" cy="25814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t>2</a:t>
            </a:r>
          </a:p>
        </p:txBody>
      </p:sp>
      <p:sp>
        <p:nvSpPr>
          <p:cNvPr id="174" name="Oval 18">
            <a:extLst>
              <a:ext uri="{FF2B5EF4-FFF2-40B4-BE49-F238E27FC236}">
                <a16:creationId xmlns:a16="http://schemas.microsoft.com/office/drawing/2014/main" id="{ADAD2F46-0649-4098-BAC7-AA92086CB20A}"/>
              </a:ext>
            </a:extLst>
          </p:cNvPr>
          <p:cNvSpPr>
            <a:spLocks noChangeArrowheads="1"/>
          </p:cNvSpPr>
          <p:nvPr/>
        </p:nvSpPr>
        <p:spPr bwMode="auto">
          <a:xfrm>
            <a:off x="5126977" y="1315588"/>
            <a:ext cx="226800" cy="227917"/>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
        <p:nvSpPr>
          <p:cNvPr id="176" name="Elipse 175">
            <a:extLst>
              <a:ext uri="{FF2B5EF4-FFF2-40B4-BE49-F238E27FC236}">
                <a16:creationId xmlns:a16="http://schemas.microsoft.com/office/drawing/2014/main" id="{9A34815B-FA6E-4AAB-9966-B0F96E2E8B49}"/>
              </a:ext>
            </a:extLst>
          </p:cNvPr>
          <p:cNvSpPr/>
          <p:nvPr/>
        </p:nvSpPr>
        <p:spPr>
          <a:xfrm>
            <a:off x="7910548" y="3331241"/>
            <a:ext cx="247702" cy="25814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t>1</a:t>
            </a:r>
          </a:p>
        </p:txBody>
      </p:sp>
      <p:grpSp>
        <p:nvGrpSpPr>
          <p:cNvPr id="63" name="Grupo 50212">
            <a:extLst>
              <a:ext uri="{FF2B5EF4-FFF2-40B4-BE49-F238E27FC236}">
                <a16:creationId xmlns:a16="http://schemas.microsoft.com/office/drawing/2014/main" id="{885B33CB-49CF-4989-8226-D881404A3FD1}"/>
              </a:ext>
            </a:extLst>
          </p:cNvPr>
          <p:cNvGrpSpPr>
            <a:grpSpLocks/>
          </p:cNvGrpSpPr>
          <p:nvPr/>
        </p:nvGrpSpPr>
        <p:grpSpPr bwMode="auto">
          <a:xfrm>
            <a:off x="6305255" y="3836681"/>
            <a:ext cx="812800" cy="423863"/>
            <a:chOff x="374824" y="2549525"/>
            <a:chExt cx="812800" cy="424128"/>
          </a:xfrm>
        </p:grpSpPr>
        <p:sp>
          <p:nvSpPr>
            <p:cNvPr id="64" name="7 Cilindro">
              <a:extLst>
                <a:ext uri="{FF2B5EF4-FFF2-40B4-BE49-F238E27FC236}">
                  <a16:creationId xmlns:a16="http://schemas.microsoft.com/office/drawing/2014/main" id="{96A39BA0-B072-43E0-B6DE-FEB5C0B24E05}"/>
                </a:ext>
              </a:extLst>
            </p:cNvPr>
            <p:cNvSpPr/>
            <p:nvPr/>
          </p:nvSpPr>
          <p:spPr>
            <a:xfrm>
              <a:off x="374824" y="2549525"/>
              <a:ext cx="812800" cy="424128"/>
            </a:xfrm>
            <a:prstGeom prst="can">
              <a:avLst/>
            </a:prstGeom>
            <a:solidFill>
              <a:schemeClr val="accent2">
                <a:lumMod val="40000"/>
                <a:lumOff val="60000"/>
              </a:schemeClr>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ES" sz="1100" dirty="0">
                <a:solidFill>
                  <a:srgbClr val="FFFF99"/>
                </a:solidFill>
              </a:endParaRPr>
            </a:p>
          </p:txBody>
        </p:sp>
        <p:pic>
          <p:nvPicPr>
            <p:cNvPr id="65" name="Imagen 27">
              <a:extLst>
                <a:ext uri="{FF2B5EF4-FFF2-40B4-BE49-F238E27FC236}">
                  <a16:creationId xmlns:a16="http://schemas.microsoft.com/office/drawing/2014/main" id="{B916105C-52FD-4296-838D-F045185F2B01}"/>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97049" y="2691012"/>
              <a:ext cx="790575"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0" name="6 Grupo">
            <a:extLst>
              <a:ext uri="{FF2B5EF4-FFF2-40B4-BE49-F238E27FC236}">
                <a16:creationId xmlns:a16="http://schemas.microsoft.com/office/drawing/2014/main" id="{298FE6F3-8B74-461E-AF38-FD0E7F2FAE63}"/>
              </a:ext>
            </a:extLst>
          </p:cNvPr>
          <p:cNvGrpSpPr>
            <a:grpSpLocks/>
          </p:cNvGrpSpPr>
          <p:nvPr/>
        </p:nvGrpSpPr>
        <p:grpSpPr bwMode="auto">
          <a:xfrm>
            <a:off x="4699833" y="1732452"/>
            <a:ext cx="1081088" cy="1341633"/>
            <a:chOff x="4860032" y="2332633"/>
            <a:chExt cx="1080120" cy="1342204"/>
          </a:xfrm>
        </p:grpSpPr>
        <p:pic>
          <p:nvPicPr>
            <p:cNvPr id="71" name="Picture 2" descr="https://encrypted-tbn1.gstatic.com/images?q=tbn:ANd9GcQ_EmDAgy0MlIJq7OL9ITYa4e-G-E4ouXKCrS2optmIh03rsKX21eWDHO0">
              <a:hlinkClick r:id="rId9"/>
              <a:extLst>
                <a:ext uri="{FF2B5EF4-FFF2-40B4-BE49-F238E27FC236}">
                  <a16:creationId xmlns:a16="http://schemas.microsoft.com/office/drawing/2014/main" id="{5D776C46-99A9-4FEE-984C-7E4CA48BDB9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99038" y="2332633"/>
              <a:ext cx="648072" cy="872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 name="5 CuadroTexto">
              <a:extLst>
                <a:ext uri="{FF2B5EF4-FFF2-40B4-BE49-F238E27FC236}">
                  <a16:creationId xmlns:a16="http://schemas.microsoft.com/office/drawing/2014/main" id="{79B7C92E-8BD0-47DC-9B7B-0C80CFE29BF3}"/>
                </a:ext>
              </a:extLst>
            </p:cNvPr>
            <p:cNvSpPr txBox="1">
              <a:spLocks noChangeArrowheads="1"/>
            </p:cNvSpPr>
            <p:nvPr/>
          </p:nvSpPr>
          <p:spPr bwMode="auto">
            <a:xfrm>
              <a:off x="4860032" y="3212976"/>
              <a:ext cx="1080120" cy="461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1"/>
                </a:buClr>
                <a:buSzPct val="25000"/>
                <a:buFont typeface="Times" panose="02020603050405020304" pitchFamily="18" charset="0"/>
                <a:buChar char="•"/>
                <a:defRPr sz="2400" b="1">
                  <a:solidFill>
                    <a:srgbClr val="FF0000"/>
                  </a:solidFill>
                  <a:latin typeface="Arial" panose="020B0604020202020204" pitchFamily="34" charset="0"/>
                </a:defRPr>
              </a:lvl1pPr>
              <a:lvl2pPr marL="742950" indent="-285750">
                <a:spcBef>
                  <a:spcPct val="20000"/>
                </a:spcBef>
                <a:buSzPct val="65000"/>
                <a:buFont typeface="Wingdings" panose="05000000000000000000" pitchFamily="2" charset="2"/>
                <a:buChar char="n"/>
                <a:defRPr sz="2200">
                  <a:solidFill>
                    <a:srgbClr val="7A6C7A"/>
                  </a:solidFill>
                  <a:latin typeface="Arial" panose="020B0604020202020204" pitchFamily="34" charset="0"/>
                </a:defRPr>
              </a:lvl2pPr>
              <a:lvl3pPr marL="1143000" indent="-228600">
                <a:spcBef>
                  <a:spcPct val="20000"/>
                </a:spcBef>
                <a:buChar char="–"/>
                <a:defRPr sz="2000">
                  <a:solidFill>
                    <a:srgbClr val="7A6C7A"/>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s-ES" altLang="es-ES" sz="1200" b="0" dirty="0">
                  <a:solidFill>
                    <a:schemeClr val="tx1"/>
                  </a:solidFill>
                </a:rPr>
                <a:t>Relay  de correo</a:t>
              </a:r>
            </a:p>
          </p:txBody>
        </p:sp>
      </p:grpSp>
      <p:sp>
        <p:nvSpPr>
          <p:cNvPr id="73" name="Rectángulo 72">
            <a:extLst>
              <a:ext uri="{FF2B5EF4-FFF2-40B4-BE49-F238E27FC236}">
                <a16:creationId xmlns:a16="http://schemas.microsoft.com/office/drawing/2014/main" id="{494301FD-799E-465C-845B-62BFBDD94047}"/>
              </a:ext>
            </a:extLst>
          </p:cNvPr>
          <p:cNvSpPr/>
          <p:nvPr/>
        </p:nvSpPr>
        <p:spPr>
          <a:xfrm>
            <a:off x="885881" y="1509559"/>
            <a:ext cx="3397725" cy="4409978"/>
          </a:xfrm>
          <a:prstGeom prst="rect">
            <a:avLst/>
          </a:prstGeom>
          <a:solidFill>
            <a:srgbClr val="FFFF99"/>
          </a:solidFill>
          <a:ln w="6350"/>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s-ES" sz="1600" dirty="0">
                <a:solidFill>
                  <a:schemeClr val="tx1"/>
                </a:solidFill>
              </a:rPr>
              <a:t>Se envía correo recordatorio en las siguientes casuísticas:</a:t>
            </a:r>
          </a:p>
          <a:p>
            <a:pPr marL="171450" indent="-171450">
              <a:buFont typeface="Arial" panose="020B0604020202020204" pitchFamily="34" charset="0"/>
              <a:buChar char="•"/>
              <a:defRPr/>
            </a:pPr>
            <a:r>
              <a:rPr lang="es-ES" sz="1600" dirty="0">
                <a:solidFill>
                  <a:schemeClr val="tx1"/>
                </a:solidFill>
              </a:rPr>
              <a:t>Si el usuario no ha subido toda la documentación solicitada, se envía correo con la siguiente periodicidad (D+1, D+5, D+10 y D+20).</a:t>
            </a:r>
          </a:p>
          <a:p>
            <a:pPr marL="171450" indent="-171450">
              <a:buFont typeface="Arial" panose="020B0604020202020204" pitchFamily="34" charset="0"/>
              <a:buChar char="•"/>
              <a:defRPr/>
            </a:pPr>
            <a:r>
              <a:rPr lang="es-ES" sz="1600" dirty="0">
                <a:solidFill>
                  <a:schemeClr val="tx1"/>
                </a:solidFill>
              </a:rPr>
              <a:t>Si el usuario ha iniciado la tramitación, pero no la ha terminado, se envía correo con la siguiente periodicidad (D+1, D+5, D+10)</a:t>
            </a:r>
          </a:p>
          <a:p>
            <a:pPr marL="171450" indent="-171450">
              <a:buFont typeface="Arial" panose="020B0604020202020204" pitchFamily="34" charset="0"/>
              <a:buChar char="•"/>
              <a:defRPr/>
            </a:pPr>
            <a:endParaRPr lang="es-ES" sz="1600" dirty="0">
              <a:solidFill>
                <a:schemeClr val="tx1"/>
              </a:solidFill>
            </a:endParaRPr>
          </a:p>
          <a:p>
            <a:pPr>
              <a:defRPr/>
            </a:pPr>
            <a:r>
              <a:rPr lang="es-ES" sz="1600" dirty="0">
                <a:solidFill>
                  <a:schemeClr val="tx1"/>
                </a:solidFill>
              </a:rPr>
              <a:t>Se genera tarea para </a:t>
            </a:r>
            <a:r>
              <a:rPr lang="es-ES" sz="1600" dirty="0" err="1">
                <a:solidFill>
                  <a:schemeClr val="tx1"/>
                </a:solidFill>
              </a:rPr>
              <a:t>Contact</a:t>
            </a:r>
            <a:r>
              <a:rPr lang="es-ES" sz="1600" dirty="0">
                <a:solidFill>
                  <a:schemeClr val="tx1"/>
                </a:solidFill>
              </a:rPr>
              <a:t> Center en las siguientes casuísticas:</a:t>
            </a:r>
          </a:p>
          <a:p>
            <a:pPr marL="171450" indent="-171450">
              <a:buFont typeface="Arial" panose="020B0604020202020204" pitchFamily="34" charset="0"/>
              <a:buChar char="•"/>
              <a:defRPr/>
            </a:pPr>
            <a:r>
              <a:rPr lang="es-ES" sz="1600" dirty="0">
                <a:solidFill>
                  <a:schemeClr val="tx1"/>
                </a:solidFill>
              </a:rPr>
              <a:t>Han pasado 3 días desde la reclamación por </a:t>
            </a:r>
            <a:r>
              <a:rPr lang="es-ES" sz="1600" dirty="0" err="1">
                <a:solidFill>
                  <a:schemeClr val="tx1"/>
                </a:solidFill>
              </a:rPr>
              <a:t>eMail</a:t>
            </a:r>
            <a:r>
              <a:rPr lang="es-ES" sz="1600" dirty="0">
                <a:solidFill>
                  <a:schemeClr val="tx1"/>
                </a:solidFill>
              </a:rPr>
              <a:t> y el cliente no ha adjuntado documentación.</a:t>
            </a:r>
          </a:p>
          <a:p>
            <a:pPr marL="171450" indent="-171450">
              <a:buFont typeface="Arial" panose="020B0604020202020204" pitchFamily="34" charset="0"/>
              <a:buChar char="•"/>
              <a:defRPr/>
            </a:pPr>
            <a:endParaRPr lang="es-ES" sz="1200" dirty="0">
              <a:solidFill>
                <a:schemeClr val="tx1"/>
              </a:solidFill>
            </a:endParaRPr>
          </a:p>
        </p:txBody>
      </p:sp>
      <p:sp>
        <p:nvSpPr>
          <p:cNvPr id="53" name="Rectángulo 52">
            <a:extLst>
              <a:ext uri="{FF2B5EF4-FFF2-40B4-BE49-F238E27FC236}">
                <a16:creationId xmlns:a16="http://schemas.microsoft.com/office/drawing/2014/main" id="{E6F5CB96-3C2F-4C76-81AA-38539482FC83}"/>
              </a:ext>
            </a:extLst>
          </p:cNvPr>
          <p:cNvSpPr/>
          <p:nvPr/>
        </p:nvSpPr>
        <p:spPr bwMode="auto">
          <a:xfrm>
            <a:off x="10002714" y="1795818"/>
            <a:ext cx="1448657" cy="658862"/>
          </a:xfrm>
          <a:prstGeom prst="rect">
            <a:avLst/>
          </a:prstGeom>
          <a:noFill/>
          <a:ln w="0">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vert="horz" wrap="square" lIns="97749" tIns="48875" rIns="97749" bIns="48875" numCol="1" rtlCol="0" anchor="t" anchorCtr="0" compatLnSpc="1">
            <a:prstTxWarp prst="textNoShape">
              <a:avLst/>
            </a:prstTxWarp>
            <a:spAutoFit/>
          </a:bodyPr>
          <a:lstStyle>
            <a:defPPr>
              <a:defRPr lang="es-ES"/>
            </a:defPPr>
            <a:lvl1pPr algn="l" rtl="0" fontAlgn="base">
              <a:spcBef>
                <a:spcPct val="20000"/>
              </a:spcBef>
              <a:spcAft>
                <a:spcPct val="0"/>
              </a:spcAft>
              <a:buClr>
                <a:schemeClr val="accent2"/>
              </a:buClr>
              <a:buFont typeface="Wingdings" pitchFamily="2" charset="2"/>
              <a:defRPr sz="2400" kern="1200">
                <a:solidFill>
                  <a:schemeClr val="dk1"/>
                </a:solidFill>
                <a:latin typeface="+mn-lt"/>
                <a:ea typeface="+mn-ea"/>
                <a:cs typeface="+mn-cs"/>
              </a:defRPr>
            </a:lvl1pPr>
            <a:lvl2pPr marL="457200" algn="l" rtl="0" fontAlgn="base">
              <a:spcBef>
                <a:spcPct val="20000"/>
              </a:spcBef>
              <a:spcAft>
                <a:spcPct val="0"/>
              </a:spcAft>
              <a:buClr>
                <a:schemeClr val="accent2"/>
              </a:buClr>
              <a:buFont typeface="Wingdings" pitchFamily="2" charset="2"/>
              <a:defRPr sz="2400" kern="1200">
                <a:solidFill>
                  <a:schemeClr val="dk1"/>
                </a:solidFill>
                <a:latin typeface="+mn-lt"/>
                <a:ea typeface="+mn-ea"/>
                <a:cs typeface="+mn-cs"/>
              </a:defRPr>
            </a:lvl2pPr>
            <a:lvl3pPr marL="914400" algn="l" rtl="0" fontAlgn="base">
              <a:spcBef>
                <a:spcPct val="20000"/>
              </a:spcBef>
              <a:spcAft>
                <a:spcPct val="0"/>
              </a:spcAft>
              <a:buClr>
                <a:schemeClr val="accent2"/>
              </a:buClr>
              <a:buFont typeface="Wingdings" pitchFamily="2" charset="2"/>
              <a:defRPr sz="2400" kern="1200">
                <a:solidFill>
                  <a:schemeClr val="dk1"/>
                </a:solidFill>
                <a:latin typeface="+mn-lt"/>
                <a:ea typeface="+mn-ea"/>
                <a:cs typeface="+mn-cs"/>
              </a:defRPr>
            </a:lvl3pPr>
            <a:lvl4pPr marL="1371600" algn="l" rtl="0" fontAlgn="base">
              <a:spcBef>
                <a:spcPct val="20000"/>
              </a:spcBef>
              <a:spcAft>
                <a:spcPct val="0"/>
              </a:spcAft>
              <a:buClr>
                <a:schemeClr val="accent2"/>
              </a:buClr>
              <a:buFont typeface="Wingdings" pitchFamily="2" charset="2"/>
              <a:defRPr sz="2400" kern="1200">
                <a:solidFill>
                  <a:schemeClr val="dk1"/>
                </a:solidFill>
                <a:latin typeface="+mn-lt"/>
                <a:ea typeface="+mn-ea"/>
                <a:cs typeface="+mn-cs"/>
              </a:defRPr>
            </a:lvl4pPr>
            <a:lvl5pPr marL="1828800" algn="l" rtl="0" fontAlgn="base">
              <a:spcBef>
                <a:spcPct val="20000"/>
              </a:spcBef>
              <a:spcAft>
                <a:spcPct val="0"/>
              </a:spcAft>
              <a:buClr>
                <a:schemeClr val="accent2"/>
              </a:buClr>
              <a:buFont typeface="Wingdings" pitchFamily="2" charset="2"/>
              <a:defRPr sz="2400" kern="1200">
                <a:solidFill>
                  <a:schemeClr val="dk1"/>
                </a:solidFill>
                <a:latin typeface="+mn-lt"/>
                <a:ea typeface="+mn-ea"/>
                <a:cs typeface="+mn-cs"/>
              </a:defRPr>
            </a:lvl5pPr>
            <a:lvl6pPr marL="2286000" algn="l" defTabSz="914400" rtl="0" eaLnBrk="1" latinLnBrk="0" hangingPunct="1">
              <a:defRPr sz="2400" kern="1200">
                <a:solidFill>
                  <a:schemeClr val="dk1"/>
                </a:solidFill>
                <a:latin typeface="+mn-lt"/>
                <a:ea typeface="+mn-ea"/>
                <a:cs typeface="+mn-cs"/>
              </a:defRPr>
            </a:lvl6pPr>
            <a:lvl7pPr marL="2743200" algn="l" defTabSz="914400" rtl="0" eaLnBrk="1" latinLnBrk="0" hangingPunct="1">
              <a:defRPr sz="2400" kern="1200">
                <a:solidFill>
                  <a:schemeClr val="dk1"/>
                </a:solidFill>
                <a:latin typeface="+mn-lt"/>
                <a:ea typeface="+mn-ea"/>
                <a:cs typeface="+mn-cs"/>
              </a:defRPr>
            </a:lvl7pPr>
            <a:lvl8pPr marL="3200400" algn="l" defTabSz="914400" rtl="0" eaLnBrk="1" latinLnBrk="0" hangingPunct="1">
              <a:defRPr sz="2400" kern="1200">
                <a:solidFill>
                  <a:schemeClr val="dk1"/>
                </a:solidFill>
                <a:latin typeface="+mn-lt"/>
                <a:ea typeface="+mn-ea"/>
                <a:cs typeface="+mn-cs"/>
              </a:defRPr>
            </a:lvl8pPr>
            <a:lvl9pPr marL="3657600" algn="l" defTabSz="914400" rtl="0" eaLnBrk="1" latinLnBrk="0" hangingPunct="1">
              <a:defRPr sz="2400" kern="1200">
                <a:solidFill>
                  <a:schemeClr val="dk1"/>
                </a:solidFill>
                <a:latin typeface="+mn-lt"/>
                <a:ea typeface="+mn-ea"/>
                <a:cs typeface="+mn-cs"/>
              </a:defRPr>
            </a:lvl9pPr>
          </a:lstStyle>
          <a:p>
            <a:pPr defTabSz="977900"/>
            <a:endParaRPr lang="es-ES">
              <a:solidFill>
                <a:schemeClr val="tx1"/>
              </a:solidFill>
              <a:latin typeface="Arial" charset="0"/>
            </a:endParaRPr>
          </a:p>
        </p:txBody>
      </p:sp>
      <p:pic>
        <p:nvPicPr>
          <p:cNvPr id="59" name="Picture 10" descr="Resultado de imagen de Openshift icon">
            <a:extLst>
              <a:ext uri="{FF2B5EF4-FFF2-40B4-BE49-F238E27FC236}">
                <a16:creationId xmlns:a16="http://schemas.microsoft.com/office/drawing/2014/main" id="{67B516E4-6C08-4275-BCBE-1A5E780F049F}"/>
              </a:ext>
            </a:extLst>
          </p:cNvPr>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10510465" y="2064336"/>
            <a:ext cx="239828" cy="282164"/>
          </a:xfrm>
          <a:prstGeom prst="rect">
            <a:avLst/>
          </a:prstGeom>
          <a:noFill/>
          <a:extLst>
            <a:ext uri="{909E8E84-426E-40DD-AFC4-6F175D3DCCD1}">
              <a14:hiddenFill xmlns:a14="http://schemas.microsoft.com/office/drawing/2010/main">
                <a:solidFill>
                  <a:srgbClr val="FFFFFF"/>
                </a:solidFill>
              </a14:hiddenFill>
            </a:ext>
          </a:extLst>
        </p:spPr>
      </p:pic>
      <p:sp>
        <p:nvSpPr>
          <p:cNvPr id="60" name="CuadroTexto 59">
            <a:extLst>
              <a:ext uri="{FF2B5EF4-FFF2-40B4-BE49-F238E27FC236}">
                <a16:creationId xmlns:a16="http://schemas.microsoft.com/office/drawing/2014/main" id="{F2C1CC87-C53B-4198-9060-3C5016E54BD0}"/>
              </a:ext>
            </a:extLst>
          </p:cNvPr>
          <p:cNvSpPr txBox="1"/>
          <p:nvPr/>
        </p:nvSpPr>
        <p:spPr>
          <a:xfrm>
            <a:off x="10122779" y="1809200"/>
            <a:ext cx="1685929" cy="248530"/>
          </a:xfrm>
          <a:prstGeom prst="rect">
            <a:avLst/>
          </a:prstGeom>
          <a:noFill/>
        </p:spPr>
        <p:txBody>
          <a:bodyPr wrap="square" rtlCol="0">
            <a:spAutoFit/>
          </a:bodyPr>
          <a:lstStyle/>
          <a:p>
            <a:r>
              <a:rPr lang="es-ES" sz="1015" b="1" dirty="0">
                <a:solidFill>
                  <a:srgbClr val="1BB3BC"/>
                </a:solidFill>
              </a:rPr>
              <a:t>PaaS Intranet HC 2.0</a:t>
            </a:r>
          </a:p>
        </p:txBody>
      </p:sp>
      <p:cxnSp>
        <p:nvCxnSpPr>
          <p:cNvPr id="61" name="451 Conector recto de flecha">
            <a:extLst>
              <a:ext uri="{FF2B5EF4-FFF2-40B4-BE49-F238E27FC236}">
                <a16:creationId xmlns:a16="http://schemas.microsoft.com/office/drawing/2014/main" id="{D28291FC-6F55-4082-948E-33F40A2C9AF1}"/>
              </a:ext>
            </a:extLst>
          </p:cNvPr>
          <p:cNvCxnSpPr>
            <a:cxnSpLocks/>
            <a:endCxn id="53" idx="1"/>
          </p:cNvCxnSpPr>
          <p:nvPr/>
        </p:nvCxnSpPr>
        <p:spPr bwMode="auto">
          <a:xfrm flipV="1">
            <a:off x="9080631" y="2125249"/>
            <a:ext cx="922083" cy="60462"/>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62" name="Rectángulo: esquinas redondeadas 61">
            <a:extLst>
              <a:ext uri="{FF2B5EF4-FFF2-40B4-BE49-F238E27FC236}">
                <a16:creationId xmlns:a16="http://schemas.microsoft.com/office/drawing/2014/main" id="{A05E2574-266A-4FA9-87AF-7CD3A89B1F37}"/>
              </a:ext>
            </a:extLst>
          </p:cNvPr>
          <p:cNvSpPr/>
          <p:nvPr/>
        </p:nvSpPr>
        <p:spPr>
          <a:xfrm>
            <a:off x="10077511" y="3160386"/>
            <a:ext cx="1375989" cy="399068"/>
          </a:xfrm>
          <a:prstGeom prst="roundRect">
            <a:avLst/>
          </a:prstGeom>
          <a:solidFill>
            <a:schemeClr val="bg1">
              <a:lumMod val="95000"/>
            </a:schemeClr>
          </a:solidFill>
          <a:ln>
            <a:solidFill>
              <a:srgbClr val="0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s-ES" dirty="0"/>
          </a:p>
        </p:txBody>
      </p:sp>
      <p:pic>
        <p:nvPicPr>
          <p:cNvPr id="66" name="Picture 2" descr="Azure Blob Storage with Xamarin.Forms – Luis Beltran">
            <a:extLst>
              <a:ext uri="{FF2B5EF4-FFF2-40B4-BE49-F238E27FC236}">
                <a16:creationId xmlns:a16="http://schemas.microsoft.com/office/drawing/2014/main" id="{96C59644-813C-4E70-9B01-DAD6A8828A88}"/>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0203383" y="3261063"/>
            <a:ext cx="1055389" cy="253478"/>
          </a:xfrm>
          <a:prstGeom prst="rect">
            <a:avLst/>
          </a:prstGeom>
          <a:noFill/>
          <a:extLst>
            <a:ext uri="{909E8E84-426E-40DD-AFC4-6F175D3DCCD1}">
              <a14:hiddenFill xmlns:a14="http://schemas.microsoft.com/office/drawing/2010/main">
                <a:solidFill>
                  <a:srgbClr val="FFFFFF"/>
                </a:solidFill>
              </a14:hiddenFill>
            </a:ext>
          </a:extLst>
        </p:spPr>
      </p:pic>
      <p:cxnSp>
        <p:nvCxnSpPr>
          <p:cNvPr id="67" name="25 Conector recto de flecha">
            <a:extLst>
              <a:ext uri="{FF2B5EF4-FFF2-40B4-BE49-F238E27FC236}">
                <a16:creationId xmlns:a16="http://schemas.microsoft.com/office/drawing/2014/main" id="{21D05A3A-29E6-4475-91C8-97D84F669884}"/>
              </a:ext>
            </a:extLst>
          </p:cNvPr>
          <p:cNvCxnSpPr>
            <a:cxnSpLocks/>
            <a:stCxn id="53" idx="2"/>
            <a:endCxn id="62" idx="0"/>
          </p:cNvCxnSpPr>
          <p:nvPr/>
        </p:nvCxnSpPr>
        <p:spPr bwMode="auto">
          <a:xfrm>
            <a:off x="10727043" y="2454680"/>
            <a:ext cx="38463" cy="705706"/>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68" name="Oval 18">
            <a:extLst>
              <a:ext uri="{FF2B5EF4-FFF2-40B4-BE49-F238E27FC236}">
                <a16:creationId xmlns:a16="http://schemas.microsoft.com/office/drawing/2014/main" id="{D6C82987-65D5-4706-BDA0-CF7A18B8964A}"/>
              </a:ext>
            </a:extLst>
          </p:cNvPr>
          <p:cNvSpPr>
            <a:spLocks noChangeArrowheads="1"/>
          </p:cNvSpPr>
          <p:nvPr/>
        </p:nvSpPr>
        <p:spPr bwMode="auto">
          <a:xfrm>
            <a:off x="8776434" y="2038107"/>
            <a:ext cx="226800" cy="227917"/>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Tree>
    <p:extLst>
      <p:ext uri="{BB962C8B-B14F-4D97-AF65-F5344CB8AC3E}">
        <p14:creationId xmlns:p14="http://schemas.microsoft.com/office/powerpoint/2010/main" val="24084029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2 Marcador de pie de página"/>
          <p:cNvSpPr txBox="1">
            <a:spLocks/>
          </p:cNvSpPr>
          <p:nvPr/>
        </p:nvSpPr>
        <p:spPr>
          <a:xfrm>
            <a:off x="1" y="42181"/>
            <a:ext cx="8636000" cy="442035"/>
          </a:xfrm>
          <a:prstGeom prst="rect">
            <a:avLst/>
          </a:prstGeom>
        </p:spPr>
        <p:txBody>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2400" dirty="0">
                <a:solidFill>
                  <a:srgbClr val="FF0000"/>
                </a:solidFill>
                <a:latin typeface="Gadugi" panose="020B0502040204020203" pitchFamily="34" charset="0"/>
              </a:rPr>
              <a:t>Solución Técnica – Intranet</a:t>
            </a:r>
          </a:p>
        </p:txBody>
      </p:sp>
      <p:sp>
        <p:nvSpPr>
          <p:cNvPr id="4" name="2 Marcador de contenido"/>
          <p:cNvSpPr txBox="1">
            <a:spLocks/>
          </p:cNvSpPr>
          <p:nvPr/>
        </p:nvSpPr>
        <p:spPr bwMode="auto">
          <a:xfrm>
            <a:off x="265674" y="619107"/>
            <a:ext cx="9608866" cy="564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749" tIns="48875" rIns="97749" bIns="48875"/>
          <a:lstStyle>
            <a:lvl1pPr marL="457200" indent="-457200" defTabSz="977900" eaLnBrk="0" hangingPunct="0">
              <a:defRPr sz="2400">
                <a:solidFill>
                  <a:schemeClr val="tx1"/>
                </a:solidFill>
                <a:latin typeface="Arial" charset="0"/>
                <a:cs typeface="Arial" charset="0"/>
              </a:defRPr>
            </a:lvl1pPr>
            <a:lvl2pPr marL="742950" indent="-285750" defTabSz="977900" eaLnBrk="0" hangingPunct="0">
              <a:defRPr sz="2400">
                <a:solidFill>
                  <a:schemeClr val="tx1"/>
                </a:solidFill>
                <a:latin typeface="Arial" charset="0"/>
                <a:cs typeface="Arial" charset="0"/>
              </a:defRPr>
            </a:lvl2pPr>
            <a:lvl3pPr marL="1143000" indent="-228600" defTabSz="977900" eaLnBrk="0" hangingPunct="0">
              <a:defRPr sz="2400">
                <a:solidFill>
                  <a:schemeClr val="tx1"/>
                </a:solidFill>
                <a:latin typeface="Arial" charset="0"/>
                <a:cs typeface="Arial" charset="0"/>
              </a:defRPr>
            </a:lvl3pPr>
            <a:lvl4pPr marL="1600200" indent="-228600" defTabSz="977900" eaLnBrk="0" hangingPunct="0">
              <a:defRPr sz="2400">
                <a:solidFill>
                  <a:schemeClr val="tx1"/>
                </a:solidFill>
                <a:latin typeface="Arial" charset="0"/>
                <a:cs typeface="Arial" charset="0"/>
              </a:defRPr>
            </a:lvl4pPr>
            <a:lvl5pPr marL="2057400" indent="-228600" defTabSz="977900" eaLnBrk="0" hangingPunct="0">
              <a:defRPr sz="2400">
                <a:solidFill>
                  <a:schemeClr val="tx1"/>
                </a:solidFill>
                <a:latin typeface="Arial" charset="0"/>
                <a:cs typeface="Arial" charset="0"/>
              </a:defRPr>
            </a:lvl5pPr>
            <a:lvl6pPr marL="2514600" indent="-228600" defTabSz="977900" eaLnBrk="0" fontAlgn="base" hangingPunct="0">
              <a:spcBef>
                <a:spcPct val="0"/>
              </a:spcBef>
              <a:spcAft>
                <a:spcPct val="0"/>
              </a:spcAft>
              <a:defRPr sz="2400">
                <a:solidFill>
                  <a:schemeClr val="tx1"/>
                </a:solidFill>
                <a:latin typeface="Arial" charset="0"/>
                <a:cs typeface="Arial" charset="0"/>
              </a:defRPr>
            </a:lvl6pPr>
            <a:lvl7pPr marL="2971800" indent="-228600" defTabSz="977900" eaLnBrk="0" fontAlgn="base" hangingPunct="0">
              <a:spcBef>
                <a:spcPct val="0"/>
              </a:spcBef>
              <a:spcAft>
                <a:spcPct val="0"/>
              </a:spcAft>
              <a:defRPr sz="2400">
                <a:solidFill>
                  <a:schemeClr val="tx1"/>
                </a:solidFill>
                <a:latin typeface="Arial" charset="0"/>
                <a:cs typeface="Arial" charset="0"/>
              </a:defRPr>
            </a:lvl7pPr>
            <a:lvl8pPr marL="3429000" indent="-228600" defTabSz="977900" eaLnBrk="0" fontAlgn="base" hangingPunct="0">
              <a:spcBef>
                <a:spcPct val="0"/>
              </a:spcBef>
              <a:spcAft>
                <a:spcPct val="0"/>
              </a:spcAft>
              <a:defRPr sz="2400">
                <a:solidFill>
                  <a:schemeClr val="tx1"/>
                </a:solidFill>
                <a:latin typeface="Arial" charset="0"/>
                <a:cs typeface="Arial" charset="0"/>
              </a:defRPr>
            </a:lvl8pPr>
            <a:lvl9pPr marL="3886200" indent="-228600" defTabSz="977900" eaLnBrk="0" fontAlgn="base" hangingPunct="0">
              <a:spcBef>
                <a:spcPct val="0"/>
              </a:spcBef>
              <a:spcAft>
                <a:spcPct val="0"/>
              </a:spcAft>
              <a:defRPr sz="2400">
                <a:solidFill>
                  <a:schemeClr val="tx1"/>
                </a:solidFill>
                <a:latin typeface="Arial" charset="0"/>
                <a:cs typeface="Arial" charset="0"/>
              </a:defRPr>
            </a:lvl9pPr>
          </a:lstStyle>
          <a:p>
            <a:pPr marL="0" indent="0">
              <a:buClr>
                <a:srgbClr val="FF0000"/>
              </a:buClr>
              <a:defRPr/>
            </a:pPr>
            <a:r>
              <a:rPr lang="es-ES_tradnl" altLang="es-ES" sz="2000" dirty="0">
                <a:solidFill>
                  <a:srgbClr val="FF0000"/>
                </a:solidFill>
              </a:rPr>
              <a:t>Descripción </a:t>
            </a:r>
            <a:r>
              <a:rPr lang="es-ES" altLang="es-ES" sz="2000" dirty="0">
                <a:solidFill>
                  <a:srgbClr val="FF0000"/>
                </a:solidFill>
              </a:rPr>
              <a:t>proceso recordatorio de documentación</a:t>
            </a:r>
            <a:endParaRPr lang="es-ES_tradnl" altLang="es-ES" sz="2000" u="sng" dirty="0">
              <a:solidFill>
                <a:srgbClr val="FF0000"/>
              </a:solidFill>
            </a:endParaRPr>
          </a:p>
          <a:p>
            <a:pPr marL="0" indent="0">
              <a:buClr>
                <a:srgbClr val="FF0000"/>
              </a:buClr>
              <a:defRPr/>
            </a:pPr>
            <a:r>
              <a:rPr lang="es-ES_tradnl" altLang="es-ES" sz="2000" dirty="0">
                <a:solidFill>
                  <a:srgbClr val="FF0000"/>
                </a:solidFill>
              </a:rPr>
              <a:t> </a:t>
            </a:r>
            <a:endParaRPr lang="es-ES" sz="1600" dirty="0">
              <a:solidFill>
                <a:srgbClr val="808080"/>
              </a:solidFill>
            </a:endParaRPr>
          </a:p>
        </p:txBody>
      </p:sp>
      <p:graphicFrame>
        <p:nvGraphicFramePr>
          <p:cNvPr id="6" name="Group 6"/>
          <p:cNvGraphicFramePr>
            <a:graphicFrameLocks/>
          </p:cNvGraphicFramePr>
          <p:nvPr>
            <p:extLst>
              <p:ext uri="{D42A27DB-BD31-4B8C-83A1-F6EECF244321}">
                <p14:modId xmlns:p14="http://schemas.microsoft.com/office/powerpoint/2010/main" val="679979809"/>
              </p:ext>
            </p:extLst>
          </p:nvPr>
        </p:nvGraphicFramePr>
        <p:xfrm>
          <a:off x="358094" y="1024831"/>
          <a:ext cx="11255784" cy="3890925"/>
        </p:xfrm>
        <a:graphic>
          <a:graphicData uri="http://schemas.openxmlformats.org/drawingml/2006/table">
            <a:tbl>
              <a:tblPr/>
              <a:tblGrid>
                <a:gridCol w="1098917">
                  <a:extLst>
                    <a:ext uri="{9D8B030D-6E8A-4147-A177-3AD203B41FA5}">
                      <a16:colId xmlns:a16="http://schemas.microsoft.com/office/drawing/2014/main" val="20000"/>
                    </a:ext>
                  </a:extLst>
                </a:gridCol>
                <a:gridCol w="10156867">
                  <a:extLst>
                    <a:ext uri="{9D8B030D-6E8A-4147-A177-3AD203B41FA5}">
                      <a16:colId xmlns:a16="http://schemas.microsoft.com/office/drawing/2014/main" val="20001"/>
                    </a:ext>
                  </a:extLst>
                </a:gridCol>
              </a:tblGrid>
              <a:tr h="392361">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200" b="1" i="0" u="none" strike="noStrike" cap="none" normalizeH="0" baseline="0" dirty="0">
                          <a:ln>
                            <a:noFill/>
                          </a:ln>
                          <a:solidFill>
                            <a:schemeClr val="bg1"/>
                          </a:solidFill>
                          <a:effectLst/>
                          <a:latin typeface="Arial" charset="0"/>
                        </a:rPr>
                        <a:t>Paso</a:t>
                      </a:r>
                    </a:p>
                  </a:txBody>
                  <a:tcPr marL="90007" marR="90007" marT="46789" marB="4678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200" b="1" i="0" u="none" strike="noStrike" cap="none" normalizeH="0" baseline="0" dirty="0">
                          <a:ln>
                            <a:noFill/>
                          </a:ln>
                          <a:solidFill>
                            <a:schemeClr val="bg1"/>
                          </a:solidFill>
                          <a:effectLst/>
                          <a:latin typeface="Arial" charset="0"/>
                        </a:rPr>
                        <a:t>Descripción </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0"/>
                  </a:ext>
                </a:extLst>
              </a:tr>
              <a:tr h="661447">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endParaRPr lang="es-ES" sz="1300" kern="1200" dirty="0">
                        <a:solidFill>
                          <a:schemeClr val="bg1">
                            <a:lumMod val="50000"/>
                          </a:schemeClr>
                        </a:solidFill>
                        <a:latin typeface="Arial" charset="0"/>
                        <a:ea typeface="+mn-ea"/>
                        <a:cs typeface="Arial" charset="0"/>
                      </a:endParaRPr>
                    </a:p>
                  </a:txBody>
                  <a:tcPr marL="95255" marR="95255" marT="50646" marB="506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88900" indent="-88900" eaLnBrk="1" hangingPunct="1">
                        <a:defRPr/>
                      </a:pPr>
                      <a:r>
                        <a:rPr lang="es-ES" sz="1800" kern="1200" baseline="0" dirty="0">
                          <a:solidFill>
                            <a:schemeClr val="bg1">
                              <a:lumMod val="50000"/>
                            </a:schemeClr>
                          </a:solidFill>
                          <a:latin typeface="Arial" charset="0"/>
                          <a:ea typeface="+mn-ea"/>
                          <a:cs typeface="Arial" charset="0"/>
                        </a:rPr>
                        <a:t>Procesos Batch realizados en Java(periodicidad: diaria)</a:t>
                      </a:r>
                    </a:p>
                    <a:p>
                      <a:pPr marL="88900" indent="-88900" eaLnBrk="1" hangingPunct="1">
                        <a:defRPr/>
                      </a:pPr>
                      <a:endParaRPr lang="es-ES" sz="1800" kern="1200" baseline="0" dirty="0">
                        <a:solidFill>
                          <a:schemeClr val="bg1">
                            <a:lumMod val="50000"/>
                          </a:schemeClr>
                        </a:solidFill>
                        <a:latin typeface="Arial" charset="0"/>
                        <a:ea typeface="+mn-ea"/>
                        <a:cs typeface="Arial" charset="0"/>
                      </a:endParaRPr>
                    </a:p>
                    <a:p>
                      <a:pPr marL="0" indent="0" eaLnBrk="1" hangingPunct="1">
                        <a:buFont typeface="Arial" panose="020B0604020202020204" pitchFamily="34" charset="0"/>
                        <a:buNone/>
                        <a:defRPr/>
                      </a:pPr>
                      <a:r>
                        <a:rPr lang="es-ES" sz="1800" kern="1200" baseline="0" dirty="0">
                          <a:solidFill>
                            <a:schemeClr val="bg1">
                              <a:lumMod val="50000"/>
                            </a:schemeClr>
                          </a:solidFill>
                          <a:latin typeface="Arial" charset="0"/>
                          <a:ea typeface="+mn-ea"/>
                          <a:cs typeface="Arial" charset="0"/>
                        </a:rPr>
                        <a:t>Identifica las solicitudes que hay que enviar recordatorio por correo electrónico y lo notifica, actualizando en modelo de datos la fecha de notificación.</a:t>
                      </a:r>
                    </a:p>
                    <a:p>
                      <a:pPr marL="0" indent="0" eaLnBrk="1" hangingPunct="1">
                        <a:buFont typeface="Arial" panose="020B0604020202020204" pitchFamily="34" charset="0"/>
                        <a:buNone/>
                        <a:defRPr/>
                      </a:pPr>
                      <a:endParaRPr lang="es-ES" sz="1800" kern="1200" baseline="0" dirty="0">
                        <a:solidFill>
                          <a:schemeClr val="bg1">
                            <a:lumMod val="50000"/>
                          </a:schemeClr>
                        </a:solidFill>
                        <a:latin typeface="Arial" charset="0"/>
                        <a:ea typeface="+mn-ea"/>
                        <a:cs typeface="Arial" charset="0"/>
                      </a:endParaRPr>
                    </a:p>
                    <a:p>
                      <a:pPr marL="0" indent="0" eaLnBrk="1" hangingPunct="1">
                        <a:buFont typeface="Arial" panose="020B0604020202020204" pitchFamily="34" charset="0"/>
                        <a:buNone/>
                        <a:defRPr/>
                      </a:pPr>
                      <a:r>
                        <a:rPr lang="es-ES" sz="1800" kern="1200" baseline="0" dirty="0">
                          <a:solidFill>
                            <a:schemeClr val="bg1">
                              <a:lumMod val="50000"/>
                            </a:schemeClr>
                          </a:solidFill>
                          <a:latin typeface="Arial" charset="0"/>
                          <a:ea typeface="+mn-ea"/>
                          <a:cs typeface="Arial" charset="0"/>
                        </a:rPr>
                        <a:t>Identifica las solicitudes que hay que crear una tarea para Contact Center y la da de alta en la BBDD.</a:t>
                      </a:r>
                    </a:p>
                    <a:p>
                      <a:pPr marL="228600" indent="-228600" eaLnBrk="1" hangingPunct="1">
                        <a:buFont typeface="Arial" panose="020B0604020202020204" pitchFamily="34" charset="0"/>
                        <a:buChar char="•"/>
                        <a:defRPr/>
                      </a:pPr>
                      <a:endParaRPr lang="es-ES" sz="1800" kern="1200" baseline="0" dirty="0">
                        <a:solidFill>
                          <a:schemeClr val="bg1">
                            <a:lumMod val="50000"/>
                          </a:schemeClr>
                        </a:solidFill>
                        <a:latin typeface="Arial" charset="0"/>
                        <a:ea typeface="+mn-ea"/>
                        <a:cs typeface="Arial" charset="0"/>
                      </a:endParaRPr>
                    </a:p>
                    <a:p>
                      <a:pPr eaLnBrk="1" hangingPunct="1">
                        <a:defRPr/>
                      </a:pPr>
                      <a:r>
                        <a:rPr lang="es-ES" sz="1800" kern="1200" baseline="0" dirty="0">
                          <a:solidFill>
                            <a:schemeClr val="bg1">
                              <a:lumMod val="50000"/>
                            </a:schemeClr>
                          </a:solidFill>
                          <a:latin typeface="Arial" charset="0"/>
                          <a:ea typeface="+mn-ea"/>
                          <a:cs typeface="Arial" charset="0"/>
                        </a:rPr>
                        <a:t>Nota: Para la ejecución de este proceso, no se integra con ningún sistema corporativo.</a:t>
                      </a:r>
                    </a:p>
                    <a:p>
                      <a:pPr eaLnBrk="1" hangingPunct="1">
                        <a:defRPr/>
                      </a:pPr>
                      <a:endParaRPr lang="es-ES" sz="1800" kern="1200" baseline="0" dirty="0">
                        <a:solidFill>
                          <a:schemeClr val="bg1">
                            <a:lumMod val="50000"/>
                          </a:schemeClr>
                        </a:solidFill>
                        <a:latin typeface="Arial" charset="0"/>
                        <a:ea typeface="+mn-ea"/>
                        <a:cs typeface="Arial" charset="0"/>
                      </a:endParaRPr>
                    </a:p>
                  </a:txBody>
                  <a:tcPr marL="95255" marR="95255" marT="50646" marB="506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54072">
                <a:tc>
                  <a:txBody>
                    <a:bodyPr/>
                    <a:lstStyle/>
                    <a:p>
                      <a:pPr marL="0" marR="0" lvl="0" indent="0" algn="ctr" defTabSz="914400" rtl="0" eaLnBrk="1" fontAlgn="base" latinLnBrk="0" hangingPunct="1">
                        <a:lnSpc>
                          <a:spcPts val="2400"/>
                        </a:lnSpc>
                        <a:spcBef>
                          <a:spcPct val="20000"/>
                        </a:spcBef>
                        <a:spcAft>
                          <a:spcPct val="0"/>
                        </a:spcAft>
                        <a:buClrTx/>
                        <a:buSzTx/>
                        <a:buFontTx/>
                        <a:buNone/>
                        <a:tabLst/>
                        <a:defRPr/>
                      </a:pPr>
                      <a:endParaRPr lang="es-ES" altLang="es-ES" sz="1300" kern="1200" dirty="0">
                        <a:solidFill>
                          <a:schemeClr val="bg1">
                            <a:lumMod val="50000"/>
                          </a:schemeClr>
                        </a:solidFill>
                        <a:latin typeface="Arial" charset="0"/>
                        <a:ea typeface="+mn-ea"/>
                        <a:cs typeface="Arial" charset="0"/>
                      </a:endParaRPr>
                    </a:p>
                  </a:txBody>
                  <a:tcPr marL="95255" marR="95255" marT="50646" marB="506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lang="es-ES_tradnl" sz="1800" kern="1200" baseline="0" dirty="0">
                          <a:solidFill>
                            <a:schemeClr val="bg1">
                              <a:lumMod val="50000"/>
                            </a:schemeClr>
                          </a:solidFill>
                          <a:latin typeface="Arial" charset="0"/>
                          <a:ea typeface="+mn-ea"/>
                          <a:cs typeface="Arial" charset="0"/>
                        </a:rPr>
                        <a:t>Envío de correo a través de Relay</a:t>
                      </a:r>
                    </a:p>
                  </a:txBody>
                  <a:tcPr marL="100584" marR="100584" marT="45682" marB="456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2" name="Oval 18">
            <a:extLst>
              <a:ext uri="{FF2B5EF4-FFF2-40B4-BE49-F238E27FC236}">
                <a16:creationId xmlns:a16="http://schemas.microsoft.com/office/drawing/2014/main" id="{9629D2C5-4837-432A-BBB8-82F2A7DB0499}"/>
              </a:ext>
            </a:extLst>
          </p:cNvPr>
          <p:cNvSpPr>
            <a:spLocks noChangeArrowheads="1"/>
          </p:cNvSpPr>
          <p:nvPr/>
        </p:nvSpPr>
        <p:spPr bwMode="auto">
          <a:xfrm>
            <a:off x="738180" y="2422499"/>
            <a:ext cx="252000" cy="252000"/>
          </a:xfrm>
          <a:prstGeom prst="ellipse">
            <a:avLst/>
          </a:prstGeom>
          <a:solidFill>
            <a:srgbClr val="FF0000"/>
          </a:solidFill>
          <a:ln w="9525">
            <a:solidFill>
              <a:srgbClr val="000000"/>
            </a:solidFill>
            <a:round/>
            <a:headEnd/>
            <a:tailEn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a:buNone/>
            </a:pPr>
            <a:r>
              <a:rPr lang="es-ES" altLang="es-ES" sz="1200" dirty="0">
                <a:solidFill>
                  <a:schemeClr val="lt1"/>
                </a:solidFill>
              </a:rPr>
              <a:t>1</a:t>
            </a:r>
          </a:p>
        </p:txBody>
      </p:sp>
      <p:sp>
        <p:nvSpPr>
          <p:cNvPr id="13" name="Oval 18">
            <a:extLst>
              <a:ext uri="{FF2B5EF4-FFF2-40B4-BE49-F238E27FC236}">
                <a16:creationId xmlns:a16="http://schemas.microsoft.com/office/drawing/2014/main" id="{4F191247-3DD3-4FB8-99EB-5E4215336E4C}"/>
              </a:ext>
            </a:extLst>
          </p:cNvPr>
          <p:cNvSpPr>
            <a:spLocks noChangeArrowheads="1"/>
          </p:cNvSpPr>
          <p:nvPr/>
        </p:nvSpPr>
        <p:spPr bwMode="auto">
          <a:xfrm>
            <a:off x="738180" y="4436590"/>
            <a:ext cx="242257" cy="252000"/>
          </a:xfrm>
          <a:prstGeom prst="ellipse">
            <a:avLst/>
          </a:prstGeom>
          <a:solidFill>
            <a:srgbClr val="FF0000"/>
          </a:solidFill>
          <a:ln w="9525">
            <a:solidFill>
              <a:srgbClr val="000000"/>
            </a:solidFill>
            <a:round/>
            <a:headEnd/>
            <a:tailEn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a:buNone/>
            </a:pPr>
            <a:r>
              <a:rPr lang="es-ES" altLang="es-ES" sz="1200" dirty="0">
                <a:solidFill>
                  <a:schemeClr val="lt1"/>
                </a:solidFill>
              </a:rPr>
              <a:t>2</a:t>
            </a:r>
          </a:p>
        </p:txBody>
      </p:sp>
      <p:sp>
        <p:nvSpPr>
          <p:cNvPr id="10" name="Rectángulo 9">
            <a:extLst>
              <a:ext uri="{FF2B5EF4-FFF2-40B4-BE49-F238E27FC236}">
                <a16:creationId xmlns:a16="http://schemas.microsoft.com/office/drawing/2014/main" id="{BEDA10CD-5182-4CE8-8369-9B8F7A7F886C}"/>
              </a:ext>
            </a:extLst>
          </p:cNvPr>
          <p:cNvSpPr/>
          <p:nvPr/>
        </p:nvSpPr>
        <p:spPr>
          <a:xfrm>
            <a:off x="1179371" y="5852333"/>
            <a:ext cx="11381231" cy="307777"/>
          </a:xfrm>
          <a:prstGeom prst="rect">
            <a:avLst/>
          </a:prstGeom>
        </p:spPr>
        <p:txBody>
          <a:bodyPr wrap="square">
            <a:spAutoFit/>
          </a:bodyPr>
          <a:lstStyle/>
          <a:p>
            <a:r>
              <a:rPr lang="en-US" sz="1400" dirty="0">
                <a:solidFill>
                  <a:schemeClr val="bg1">
                    <a:lumMod val="50000"/>
                  </a:schemeClr>
                </a:solidFill>
                <a:latin typeface="Arial" charset="0"/>
                <a:cs typeface="Arial" charset="0"/>
              </a:rPr>
              <a:t>. </a:t>
            </a:r>
            <a:endParaRPr lang="es-ES" sz="1400" dirty="0"/>
          </a:p>
        </p:txBody>
      </p:sp>
      <p:sp>
        <p:nvSpPr>
          <p:cNvPr id="11" name="5 Marcador de número de diapositiva">
            <a:extLst>
              <a:ext uri="{FF2B5EF4-FFF2-40B4-BE49-F238E27FC236}">
                <a16:creationId xmlns:a16="http://schemas.microsoft.com/office/drawing/2014/main" id="{28929CFE-186F-40F5-B726-8BD9061345C1}"/>
              </a:ext>
            </a:extLst>
          </p:cNvPr>
          <p:cNvSpPr txBox="1">
            <a:spLocks/>
          </p:cNvSpPr>
          <p:nvPr/>
        </p:nvSpPr>
        <p:spPr>
          <a:xfrm>
            <a:off x="6113782" y="6387833"/>
            <a:ext cx="267971" cy="2911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2202" rIns="42202"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300"/>
              </a:spcBef>
              <a:spcAft>
                <a:spcPts val="0"/>
              </a:spcAft>
              <a:buClrTx/>
              <a:buSzTx/>
              <a:buFontTx/>
              <a:buNone/>
              <a:tabLst/>
              <a:defRPr kumimoji="0" sz="1400" b="1" i="0" u="none" strike="noStrike" cap="none" spc="0" normalizeH="0" baseline="0">
                <a:ln>
                  <a:noFill/>
                </a:ln>
                <a:solidFill>
                  <a:srgbClr val="5F5F5F"/>
                </a:solidFill>
                <a:effectLst/>
                <a:uFillTx/>
                <a:latin typeface="Arial"/>
                <a:ea typeface="Arial"/>
                <a:cs typeface="Arial"/>
                <a:sym typeface="Arial"/>
              </a:defRPr>
            </a:lvl1pPr>
            <a:lvl2pPr marL="0" marR="0" indent="4572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s-ES" sz="1292"/>
              <a:pPr/>
              <a:t>26</a:t>
            </a:fld>
            <a:endParaRPr lang="es-ES" sz="1292" dirty="0"/>
          </a:p>
        </p:txBody>
      </p:sp>
    </p:spTree>
    <p:extLst>
      <p:ext uri="{BB962C8B-B14F-4D97-AF65-F5344CB8AC3E}">
        <p14:creationId xmlns:p14="http://schemas.microsoft.com/office/powerpoint/2010/main" val="34826182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2 Marcador de pie de página"/>
          <p:cNvSpPr txBox="1">
            <a:spLocks/>
          </p:cNvSpPr>
          <p:nvPr/>
        </p:nvSpPr>
        <p:spPr>
          <a:xfrm>
            <a:off x="1" y="42181"/>
            <a:ext cx="5549669" cy="442035"/>
          </a:xfrm>
          <a:prstGeom prst="rect">
            <a:avLst/>
          </a:prstGeom>
        </p:spPr>
        <p:txBody>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2400" dirty="0">
                <a:solidFill>
                  <a:srgbClr val="FF0000"/>
                </a:solidFill>
                <a:latin typeface="Gadugi" panose="020B0502040204020203" pitchFamily="34" charset="0"/>
              </a:rPr>
              <a:t>Solución Técnica - Intranet</a:t>
            </a:r>
          </a:p>
        </p:txBody>
      </p:sp>
      <p:sp>
        <p:nvSpPr>
          <p:cNvPr id="155" name="2 Marcador de contenido"/>
          <p:cNvSpPr txBox="1">
            <a:spLocks/>
          </p:cNvSpPr>
          <p:nvPr/>
        </p:nvSpPr>
        <p:spPr bwMode="auto">
          <a:xfrm>
            <a:off x="274563" y="549600"/>
            <a:ext cx="9353666" cy="387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749" tIns="48875" rIns="97749" bIns="48875"/>
          <a:lstStyle>
            <a:lvl1pPr marL="457200" indent="-457200" defTabSz="977900" eaLnBrk="0" hangingPunct="0">
              <a:defRPr sz="2400">
                <a:solidFill>
                  <a:schemeClr val="tx1"/>
                </a:solidFill>
                <a:latin typeface="Arial" charset="0"/>
                <a:cs typeface="Arial" charset="0"/>
              </a:defRPr>
            </a:lvl1pPr>
            <a:lvl2pPr marL="742950" indent="-285750" defTabSz="977900" eaLnBrk="0" hangingPunct="0">
              <a:defRPr sz="2400">
                <a:solidFill>
                  <a:schemeClr val="tx1"/>
                </a:solidFill>
                <a:latin typeface="Arial" charset="0"/>
                <a:cs typeface="Arial" charset="0"/>
              </a:defRPr>
            </a:lvl2pPr>
            <a:lvl3pPr marL="1143000" indent="-228600" defTabSz="977900" eaLnBrk="0" hangingPunct="0">
              <a:defRPr sz="2400">
                <a:solidFill>
                  <a:schemeClr val="tx1"/>
                </a:solidFill>
                <a:latin typeface="Arial" charset="0"/>
                <a:cs typeface="Arial" charset="0"/>
              </a:defRPr>
            </a:lvl3pPr>
            <a:lvl4pPr marL="1600200" indent="-228600" defTabSz="977900" eaLnBrk="0" hangingPunct="0">
              <a:defRPr sz="2400">
                <a:solidFill>
                  <a:schemeClr val="tx1"/>
                </a:solidFill>
                <a:latin typeface="Arial" charset="0"/>
                <a:cs typeface="Arial" charset="0"/>
              </a:defRPr>
            </a:lvl4pPr>
            <a:lvl5pPr marL="2057400" indent="-228600" defTabSz="977900" eaLnBrk="0" hangingPunct="0">
              <a:defRPr sz="2400">
                <a:solidFill>
                  <a:schemeClr val="tx1"/>
                </a:solidFill>
                <a:latin typeface="Arial" charset="0"/>
                <a:cs typeface="Arial" charset="0"/>
              </a:defRPr>
            </a:lvl5pPr>
            <a:lvl6pPr marL="2514600" indent="-228600" defTabSz="977900" eaLnBrk="0" fontAlgn="base" hangingPunct="0">
              <a:spcBef>
                <a:spcPct val="0"/>
              </a:spcBef>
              <a:spcAft>
                <a:spcPct val="0"/>
              </a:spcAft>
              <a:defRPr sz="2400">
                <a:solidFill>
                  <a:schemeClr val="tx1"/>
                </a:solidFill>
                <a:latin typeface="Arial" charset="0"/>
                <a:cs typeface="Arial" charset="0"/>
              </a:defRPr>
            </a:lvl6pPr>
            <a:lvl7pPr marL="2971800" indent="-228600" defTabSz="977900" eaLnBrk="0" fontAlgn="base" hangingPunct="0">
              <a:spcBef>
                <a:spcPct val="0"/>
              </a:spcBef>
              <a:spcAft>
                <a:spcPct val="0"/>
              </a:spcAft>
              <a:defRPr sz="2400">
                <a:solidFill>
                  <a:schemeClr val="tx1"/>
                </a:solidFill>
                <a:latin typeface="Arial" charset="0"/>
                <a:cs typeface="Arial" charset="0"/>
              </a:defRPr>
            </a:lvl7pPr>
            <a:lvl8pPr marL="3429000" indent="-228600" defTabSz="977900" eaLnBrk="0" fontAlgn="base" hangingPunct="0">
              <a:spcBef>
                <a:spcPct val="0"/>
              </a:spcBef>
              <a:spcAft>
                <a:spcPct val="0"/>
              </a:spcAft>
              <a:defRPr sz="2400">
                <a:solidFill>
                  <a:schemeClr val="tx1"/>
                </a:solidFill>
                <a:latin typeface="Arial" charset="0"/>
                <a:cs typeface="Arial" charset="0"/>
              </a:defRPr>
            </a:lvl8pPr>
            <a:lvl9pPr marL="3886200" indent="-228600" defTabSz="977900" eaLnBrk="0" fontAlgn="base" hangingPunct="0">
              <a:spcBef>
                <a:spcPct val="0"/>
              </a:spcBef>
              <a:spcAft>
                <a:spcPct val="0"/>
              </a:spcAft>
              <a:defRPr sz="2400">
                <a:solidFill>
                  <a:schemeClr val="tx1"/>
                </a:solidFill>
                <a:latin typeface="Arial" charset="0"/>
                <a:cs typeface="Arial" charset="0"/>
              </a:defRPr>
            </a:lvl9pPr>
          </a:lstStyle>
          <a:p>
            <a:pPr marL="0" indent="0">
              <a:spcBef>
                <a:spcPts val="300"/>
              </a:spcBef>
              <a:buNone/>
            </a:pPr>
            <a:r>
              <a:rPr lang="es-ES" sz="2000" b="1" dirty="0">
                <a:solidFill>
                  <a:srgbClr val="EB0000"/>
                </a:solidFill>
                <a:ea typeface="Segoe UI" panose="020B0502040204020203" pitchFamily="34" charset="0"/>
                <a:cs typeface="Segoe UI" panose="020B0502040204020203" pitchFamily="34" charset="0"/>
              </a:rPr>
              <a:t>Mapa técnico de arquitectura: </a:t>
            </a:r>
            <a:r>
              <a:rPr lang="en-GB" sz="2000" b="1" dirty="0">
                <a:solidFill>
                  <a:srgbClr val="EB0000"/>
                </a:solidFill>
                <a:cs typeface="Segoe UI" panose="020B0502040204020203" pitchFamily="34" charset="0"/>
              </a:rPr>
              <a:t>procesos </a:t>
            </a:r>
            <a:r>
              <a:rPr lang="en-GB" sz="2000" b="1" dirty="0" err="1">
                <a:solidFill>
                  <a:srgbClr val="EB0000"/>
                </a:solidFill>
                <a:cs typeface="Segoe UI" panose="020B0502040204020203" pitchFamily="34" charset="0"/>
              </a:rPr>
              <a:t>planificados</a:t>
            </a:r>
            <a:r>
              <a:rPr lang="en-GB" sz="2000" b="1" dirty="0">
                <a:solidFill>
                  <a:srgbClr val="EB0000"/>
                </a:solidFill>
                <a:cs typeface="Segoe UI" panose="020B0502040204020203" pitchFamily="34" charset="0"/>
              </a:rPr>
              <a:t>.</a:t>
            </a:r>
          </a:p>
          <a:p>
            <a:pPr eaLnBrk="1" hangingPunct="1">
              <a:lnSpc>
                <a:spcPts val="2400"/>
              </a:lnSpc>
            </a:pPr>
            <a:r>
              <a:rPr lang="es-ES" altLang="es-ES" sz="2000" dirty="0">
                <a:solidFill>
                  <a:srgbClr val="FF0000"/>
                </a:solidFill>
              </a:rPr>
              <a:t>Proceso Listado de contrataciones para Marketing</a:t>
            </a:r>
            <a:endParaRPr lang="es-ES_tradnl" altLang="es-ES" sz="2000" dirty="0">
              <a:solidFill>
                <a:srgbClr val="FF0000"/>
              </a:solidFill>
            </a:endParaRPr>
          </a:p>
          <a:p>
            <a:pPr eaLnBrk="1" hangingPunct="1">
              <a:lnSpc>
                <a:spcPts val="2400"/>
              </a:lnSpc>
              <a:buFontTx/>
              <a:buNone/>
            </a:pPr>
            <a:endParaRPr lang="es-ES_tradnl" altLang="es-ES" u="sng" dirty="0">
              <a:solidFill>
                <a:srgbClr val="FF0000"/>
              </a:solidFill>
            </a:endParaRPr>
          </a:p>
          <a:p>
            <a:pPr marL="0" indent="0">
              <a:spcBef>
                <a:spcPts val="300"/>
              </a:spcBef>
              <a:buNone/>
            </a:pPr>
            <a:endParaRPr lang="es-ES" sz="2000" b="1" dirty="0">
              <a:solidFill>
                <a:srgbClr val="EB0000"/>
              </a:solidFill>
              <a:cs typeface="Segoe UI" panose="020B0502040204020203" pitchFamily="34" charset="0"/>
            </a:endParaRPr>
          </a:p>
          <a:p>
            <a:pPr algn="ctr">
              <a:buClr>
                <a:srgbClr val="FF0000"/>
              </a:buClr>
              <a:buFont typeface="Wingdings" pitchFamily="2" charset="2"/>
              <a:buChar char="w"/>
              <a:defRPr/>
            </a:pPr>
            <a:endParaRPr lang="es-ES" sz="2200" dirty="0">
              <a:solidFill>
                <a:srgbClr val="FF0000"/>
              </a:solidFill>
            </a:endParaRPr>
          </a:p>
        </p:txBody>
      </p:sp>
      <p:sp>
        <p:nvSpPr>
          <p:cNvPr id="54" name="Rectangle 331">
            <a:extLst>
              <a:ext uri="{FF2B5EF4-FFF2-40B4-BE49-F238E27FC236}">
                <a16:creationId xmlns:a16="http://schemas.microsoft.com/office/drawing/2014/main" id="{08D803E7-4D55-4E27-8BF9-54DEDEC69874}"/>
              </a:ext>
            </a:extLst>
          </p:cNvPr>
          <p:cNvSpPr>
            <a:spLocks noChangeArrowheads="1"/>
          </p:cNvSpPr>
          <p:nvPr/>
        </p:nvSpPr>
        <p:spPr bwMode="auto">
          <a:xfrm>
            <a:off x="9316398" y="549600"/>
            <a:ext cx="2754263" cy="723395"/>
          </a:xfrm>
          <a:prstGeom prst="rect">
            <a:avLst/>
          </a:prstGeom>
          <a:solidFill>
            <a:schemeClr val="bg1"/>
          </a:solidFill>
          <a:ln>
            <a:solidFill>
              <a:srgbClr val="FF0000"/>
            </a:solidFill>
            <a:headEnd/>
            <a:tailEnd/>
          </a:ln>
        </p:spPr>
        <p:style>
          <a:lnRef idx="1">
            <a:schemeClr val="accent2"/>
          </a:lnRef>
          <a:fillRef idx="2">
            <a:schemeClr val="accent2"/>
          </a:fillRef>
          <a:effectRef idx="1">
            <a:schemeClr val="accent2"/>
          </a:effectRef>
          <a:fontRef idx="minor">
            <a:schemeClr val="dk1"/>
          </a:fontRef>
        </p:style>
        <p:txBody>
          <a:bodyPr wrap="none">
            <a:flatTx/>
          </a:bodyPr>
          <a:lstStyle/>
          <a:p>
            <a:pPr defTabSz="914395">
              <a:defRPr/>
            </a:pPr>
            <a:endParaRPr lang="en-US" sz="1100" b="1" dirty="0">
              <a:solidFill>
                <a:sysClr val="windowText" lastClr="000000"/>
              </a:solidFill>
              <a:latin typeface="Calibri" panose="020F0502020204030204"/>
            </a:endParaRPr>
          </a:p>
        </p:txBody>
      </p:sp>
      <p:sp>
        <p:nvSpPr>
          <p:cNvPr id="55" name="TextBox 181">
            <a:extLst>
              <a:ext uri="{FF2B5EF4-FFF2-40B4-BE49-F238E27FC236}">
                <a16:creationId xmlns:a16="http://schemas.microsoft.com/office/drawing/2014/main" id="{B0993E16-2E6E-48B2-B8D0-B92CF9975265}"/>
              </a:ext>
            </a:extLst>
          </p:cNvPr>
          <p:cNvSpPr txBox="1">
            <a:spLocks noChangeArrowheads="1"/>
          </p:cNvSpPr>
          <p:nvPr/>
        </p:nvSpPr>
        <p:spPr bwMode="auto">
          <a:xfrm>
            <a:off x="11307949" y="839810"/>
            <a:ext cx="34977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pPr defTabSz="914395">
              <a:defRPr/>
            </a:pPr>
            <a:r>
              <a:rPr lang="es-ES" altLang="es-ES" sz="800" b="0" dirty="0">
                <a:solidFill>
                  <a:srgbClr val="000000"/>
                </a:solidFill>
                <a:latin typeface="Calibri" pitchFamily="34" charset="0"/>
                <a:cs typeface="Arial" charset="0"/>
              </a:rPr>
              <a:t>FILE</a:t>
            </a:r>
          </a:p>
        </p:txBody>
      </p:sp>
      <p:cxnSp>
        <p:nvCxnSpPr>
          <p:cNvPr id="56" name="25 Conector recto de flecha">
            <a:extLst>
              <a:ext uri="{FF2B5EF4-FFF2-40B4-BE49-F238E27FC236}">
                <a16:creationId xmlns:a16="http://schemas.microsoft.com/office/drawing/2014/main" id="{129F735C-883A-485B-90AF-307FBA15EABA}"/>
              </a:ext>
            </a:extLst>
          </p:cNvPr>
          <p:cNvCxnSpPr/>
          <p:nvPr/>
        </p:nvCxnSpPr>
        <p:spPr bwMode="auto">
          <a:xfrm>
            <a:off x="11072320" y="726657"/>
            <a:ext cx="255395" cy="4015"/>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181">
            <a:extLst>
              <a:ext uri="{FF2B5EF4-FFF2-40B4-BE49-F238E27FC236}">
                <a16:creationId xmlns:a16="http://schemas.microsoft.com/office/drawing/2014/main" id="{862E7350-5B4B-4C2A-9C65-ACBA613A7C36}"/>
              </a:ext>
            </a:extLst>
          </p:cNvPr>
          <p:cNvSpPr txBox="1">
            <a:spLocks noChangeArrowheads="1"/>
          </p:cNvSpPr>
          <p:nvPr/>
        </p:nvSpPr>
        <p:spPr bwMode="auto">
          <a:xfrm>
            <a:off x="11330854" y="622950"/>
            <a:ext cx="39466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pPr defTabSz="914395">
              <a:defRPr/>
            </a:pPr>
            <a:r>
              <a:rPr lang="es-ES" altLang="es-ES" sz="800" b="0" dirty="0" err="1">
                <a:solidFill>
                  <a:srgbClr val="000000"/>
                </a:solidFill>
                <a:latin typeface="Calibri" pitchFamily="34" charset="0"/>
                <a:cs typeface="Arial" charset="0"/>
              </a:rPr>
              <a:t>smtp</a:t>
            </a:r>
            <a:endParaRPr lang="es-ES" altLang="es-ES" sz="800" b="0" dirty="0">
              <a:solidFill>
                <a:srgbClr val="000000"/>
              </a:solidFill>
              <a:latin typeface="Calibri" pitchFamily="34" charset="0"/>
              <a:cs typeface="Arial" charset="0"/>
            </a:endParaRPr>
          </a:p>
        </p:txBody>
      </p:sp>
      <p:sp>
        <p:nvSpPr>
          <p:cNvPr id="58" name="CuadroTexto 57">
            <a:extLst>
              <a:ext uri="{FF2B5EF4-FFF2-40B4-BE49-F238E27FC236}">
                <a16:creationId xmlns:a16="http://schemas.microsoft.com/office/drawing/2014/main" id="{0F25A5E7-CD35-4DB0-9C2C-9E9E6D17C515}"/>
              </a:ext>
            </a:extLst>
          </p:cNvPr>
          <p:cNvSpPr txBox="1"/>
          <p:nvPr/>
        </p:nvSpPr>
        <p:spPr>
          <a:xfrm>
            <a:off x="10492204" y="610292"/>
            <a:ext cx="666959" cy="200055"/>
          </a:xfrm>
          <a:prstGeom prst="rect">
            <a:avLst/>
          </a:prstGeom>
          <a:noFill/>
        </p:spPr>
        <p:txBody>
          <a:bodyPr wrap="square" rtlCol="0">
            <a:spAutoFit/>
          </a:bodyPr>
          <a:lstStyle/>
          <a:p>
            <a:pPr defTabSz="914395">
              <a:defRPr/>
            </a:pPr>
            <a:r>
              <a:rPr lang="es-ES" sz="700" dirty="0">
                <a:solidFill>
                  <a:prstClr val="black"/>
                </a:solidFill>
                <a:latin typeface="Calibri" panose="020F0502020204030204"/>
              </a:rPr>
              <a:t>Nuevo</a:t>
            </a:r>
          </a:p>
        </p:txBody>
      </p:sp>
      <p:cxnSp>
        <p:nvCxnSpPr>
          <p:cNvPr id="90" name="25 Conector recto de flecha">
            <a:extLst>
              <a:ext uri="{FF2B5EF4-FFF2-40B4-BE49-F238E27FC236}">
                <a16:creationId xmlns:a16="http://schemas.microsoft.com/office/drawing/2014/main" id="{BF5E2641-20C5-4F1C-9BD8-8B3EEF040753}"/>
              </a:ext>
            </a:extLst>
          </p:cNvPr>
          <p:cNvCxnSpPr>
            <a:cxnSpLocks/>
          </p:cNvCxnSpPr>
          <p:nvPr/>
        </p:nvCxnSpPr>
        <p:spPr bwMode="auto">
          <a:xfrm>
            <a:off x="11072320" y="1101128"/>
            <a:ext cx="235629" cy="7529"/>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6" name="Oval 18">
            <a:extLst>
              <a:ext uri="{FF2B5EF4-FFF2-40B4-BE49-F238E27FC236}">
                <a16:creationId xmlns:a16="http://schemas.microsoft.com/office/drawing/2014/main" id="{365B39D2-0F6C-4078-A60F-9207B71586A2}"/>
              </a:ext>
            </a:extLst>
          </p:cNvPr>
          <p:cNvSpPr>
            <a:spLocks noChangeArrowheads="1"/>
          </p:cNvSpPr>
          <p:nvPr/>
        </p:nvSpPr>
        <p:spPr bwMode="auto">
          <a:xfrm>
            <a:off x="10237971" y="578862"/>
            <a:ext cx="226800" cy="227917"/>
          </a:xfrm>
          <a:prstGeom prst="ellipse">
            <a:avLst/>
          </a:prstGeom>
          <a:solidFill>
            <a:srgbClr val="FF0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N</a:t>
            </a:r>
          </a:p>
        </p:txBody>
      </p:sp>
      <p:cxnSp>
        <p:nvCxnSpPr>
          <p:cNvPr id="107" name="25 Conector recto de flecha">
            <a:extLst>
              <a:ext uri="{FF2B5EF4-FFF2-40B4-BE49-F238E27FC236}">
                <a16:creationId xmlns:a16="http://schemas.microsoft.com/office/drawing/2014/main" id="{62E7BDDC-5F97-42D8-AA36-484B8970DFC1}"/>
              </a:ext>
            </a:extLst>
          </p:cNvPr>
          <p:cNvCxnSpPr/>
          <p:nvPr/>
        </p:nvCxnSpPr>
        <p:spPr bwMode="auto">
          <a:xfrm>
            <a:off x="11072320" y="954936"/>
            <a:ext cx="255395" cy="401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08" name="TextBox 181">
            <a:extLst>
              <a:ext uri="{FF2B5EF4-FFF2-40B4-BE49-F238E27FC236}">
                <a16:creationId xmlns:a16="http://schemas.microsoft.com/office/drawing/2014/main" id="{B37783E5-57BC-43F8-B89C-415B9E4FBF70}"/>
              </a:ext>
            </a:extLst>
          </p:cNvPr>
          <p:cNvSpPr txBox="1">
            <a:spLocks noChangeArrowheads="1"/>
          </p:cNvSpPr>
          <p:nvPr/>
        </p:nvSpPr>
        <p:spPr bwMode="auto">
          <a:xfrm>
            <a:off x="11330855" y="1004457"/>
            <a:ext cx="61427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pPr defTabSz="914395">
              <a:defRPr/>
            </a:pPr>
            <a:r>
              <a:rPr lang="es-ES" altLang="es-ES" sz="800" b="0" dirty="0">
                <a:solidFill>
                  <a:srgbClr val="000000"/>
                </a:solidFill>
                <a:latin typeface="Calibri" pitchFamily="34" charset="0"/>
                <a:cs typeface="Arial" charset="0"/>
              </a:rPr>
              <a:t>FTP / SFTP</a:t>
            </a:r>
          </a:p>
        </p:txBody>
      </p:sp>
      <p:sp>
        <p:nvSpPr>
          <p:cNvPr id="99" name="5 Marcador de número de diapositiva">
            <a:extLst>
              <a:ext uri="{FF2B5EF4-FFF2-40B4-BE49-F238E27FC236}">
                <a16:creationId xmlns:a16="http://schemas.microsoft.com/office/drawing/2014/main" id="{4E3BA852-17D8-4F6E-8C0E-8FA6502E525D}"/>
              </a:ext>
            </a:extLst>
          </p:cNvPr>
          <p:cNvSpPr txBox="1">
            <a:spLocks/>
          </p:cNvSpPr>
          <p:nvPr/>
        </p:nvSpPr>
        <p:spPr>
          <a:xfrm>
            <a:off x="6113782" y="6387833"/>
            <a:ext cx="267971" cy="2911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2202" rIns="42202"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300"/>
              </a:spcBef>
              <a:spcAft>
                <a:spcPts val="0"/>
              </a:spcAft>
              <a:buClrTx/>
              <a:buSzTx/>
              <a:buFontTx/>
              <a:buNone/>
              <a:tabLst/>
              <a:defRPr kumimoji="0" sz="1400" b="1" i="0" u="none" strike="noStrike" cap="none" spc="0" normalizeH="0" baseline="0">
                <a:ln>
                  <a:noFill/>
                </a:ln>
                <a:solidFill>
                  <a:srgbClr val="5F5F5F"/>
                </a:solidFill>
                <a:effectLst/>
                <a:uFillTx/>
                <a:latin typeface="Arial"/>
                <a:ea typeface="Arial"/>
                <a:cs typeface="Arial"/>
                <a:sym typeface="Arial"/>
              </a:defRPr>
            </a:lvl1pPr>
            <a:lvl2pPr marL="0" marR="0" indent="4572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s-ES" sz="1292"/>
              <a:pPr/>
              <a:t>27</a:t>
            </a:fld>
            <a:endParaRPr lang="es-ES" sz="1292" dirty="0"/>
          </a:p>
        </p:txBody>
      </p:sp>
      <p:sp>
        <p:nvSpPr>
          <p:cNvPr id="122" name="Oval 18">
            <a:extLst>
              <a:ext uri="{FF2B5EF4-FFF2-40B4-BE49-F238E27FC236}">
                <a16:creationId xmlns:a16="http://schemas.microsoft.com/office/drawing/2014/main" id="{72065270-A747-4C06-BAD5-0AF90182670E}"/>
              </a:ext>
            </a:extLst>
          </p:cNvPr>
          <p:cNvSpPr>
            <a:spLocks noChangeArrowheads="1"/>
          </p:cNvSpPr>
          <p:nvPr/>
        </p:nvSpPr>
        <p:spPr bwMode="auto">
          <a:xfrm>
            <a:off x="10255782" y="819635"/>
            <a:ext cx="226800" cy="227917"/>
          </a:xfrm>
          <a:prstGeom prst="ellipse">
            <a:avLst/>
          </a:prstGeom>
          <a:solidFill>
            <a:srgbClr val="FFC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M</a:t>
            </a:r>
          </a:p>
        </p:txBody>
      </p:sp>
      <p:sp>
        <p:nvSpPr>
          <p:cNvPr id="123" name="CuadroTexto 122">
            <a:extLst>
              <a:ext uri="{FF2B5EF4-FFF2-40B4-BE49-F238E27FC236}">
                <a16:creationId xmlns:a16="http://schemas.microsoft.com/office/drawing/2014/main" id="{EA79CB3B-5B2B-45C0-AE11-038DA3E27C7A}"/>
              </a:ext>
            </a:extLst>
          </p:cNvPr>
          <p:cNvSpPr txBox="1"/>
          <p:nvPr/>
        </p:nvSpPr>
        <p:spPr>
          <a:xfrm>
            <a:off x="10482583" y="837147"/>
            <a:ext cx="666959" cy="200055"/>
          </a:xfrm>
          <a:prstGeom prst="rect">
            <a:avLst/>
          </a:prstGeom>
          <a:noFill/>
        </p:spPr>
        <p:txBody>
          <a:bodyPr wrap="square" rtlCol="0">
            <a:spAutoFit/>
          </a:bodyPr>
          <a:lstStyle/>
          <a:p>
            <a:pPr defTabSz="914395">
              <a:defRPr/>
            </a:pPr>
            <a:r>
              <a:rPr lang="es-ES" sz="700" dirty="0">
                <a:solidFill>
                  <a:prstClr val="black"/>
                </a:solidFill>
                <a:latin typeface="Calibri" panose="020F0502020204030204"/>
              </a:rPr>
              <a:t>Modificado</a:t>
            </a:r>
          </a:p>
        </p:txBody>
      </p:sp>
      <p:sp>
        <p:nvSpPr>
          <p:cNvPr id="124" name="Oval 18">
            <a:extLst>
              <a:ext uri="{FF2B5EF4-FFF2-40B4-BE49-F238E27FC236}">
                <a16:creationId xmlns:a16="http://schemas.microsoft.com/office/drawing/2014/main" id="{18ABAF1B-F41F-4894-BF67-0E1CC94E4F41}"/>
              </a:ext>
            </a:extLst>
          </p:cNvPr>
          <p:cNvSpPr>
            <a:spLocks noChangeArrowheads="1"/>
          </p:cNvSpPr>
          <p:nvPr/>
        </p:nvSpPr>
        <p:spPr bwMode="auto">
          <a:xfrm>
            <a:off x="10267356" y="1045998"/>
            <a:ext cx="226800" cy="227917"/>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
        <p:nvSpPr>
          <p:cNvPr id="125" name="CuadroTexto 124">
            <a:extLst>
              <a:ext uri="{FF2B5EF4-FFF2-40B4-BE49-F238E27FC236}">
                <a16:creationId xmlns:a16="http://schemas.microsoft.com/office/drawing/2014/main" id="{71391F6D-C5BB-4299-8552-3DCD23C661D9}"/>
              </a:ext>
            </a:extLst>
          </p:cNvPr>
          <p:cNvSpPr txBox="1"/>
          <p:nvPr/>
        </p:nvSpPr>
        <p:spPr>
          <a:xfrm>
            <a:off x="10505488" y="1061412"/>
            <a:ext cx="666959" cy="200055"/>
          </a:xfrm>
          <a:prstGeom prst="rect">
            <a:avLst/>
          </a:prstGeom>
          <a:noFill/>
        </p:spPr>
        <p:txBody>
          <a:bodyPr wrap="square" rtlCol="0">
            <a:spAutoFit/>
          </a:bodyPr>
          <a:lstStyle/>
          <a:p>
            <a:pPr defTabSz="914395">
              <a:defRPr/>
            </a:pPr>
            <a:r>
              <a:rPr lang="es-ES" sz="700" dirty="0">
                <a:solidFill>
                  <a:prstClr val="black"/>
                </a:solidFill>
                <a:latin typeface="Calibri" panose="020F0502020204030204"/>
              </a:rPr>
              <a:t>Existente</a:t>
            </a:r>
          </a:p>
        </p:txBody>
      </p:sp>
      <p:pic>
        <p:nvPicPr>
          <p:cNvPr id="7" name="Imagen 6">
            <a:extLst>
              <a:ext uri="{FF2B5EF4-FFF2-40B4-BE49-F238E27FC236}">
                <a16:creationId xmlns:a16="http://schemas.microsoft.com/office/drawing/2014/main" id="{D65E0D2A-D80B-4A96-B04A-BA4BEEEAAAA2}"/>
              </a:ext>
            </a:extLst>
          </p:cNvPr>
          <p:cNvPicPr>
            <a:picLocks noChangeAspect="1"/>
          </p:cNvPicPr>
          <p:nvPr/>
        </p:nvPicPr>
        <p:blipFill>
          <a:blip r:embed="rId3"/>
          <a:stretch>
            <a:fillRect/>
          </a:stretch>
        </p:blipFill>
        <p:spPr>
          <a:xfrm>
            <a:off x="7017315" y="4590330"/>
            <a:ext cx="694592" cy="1134208"/>
          </a:xfrm>
          <a:prstGeom prst="rect">
            <a:avLst/>
          </a:prstGeom>
        </p:spPr>
      </p:pic>
      <p:grpSp>
        <p:nvGrpSpPr>
          <p:cNvPr id="105" name="Grupo 104">
            <a:extLst>
              <a:ext uri="{FF2B5EF4-FFF2-40B4-BE49-F238E27FC236}">
                <a16:creationId xmlns:a16="http://schemas.microsoft.com/office/drawing/2014/main" id="{6B3F35BD-AA75-449C-83D3-826C0703AB6E}"/>
              </a:ext>
            </a:extLst>
          </p:cNvPr>
          <p:cNvGrpSpPr/>
          <p:nvPr/>
        </p:nvGrpSpPr>
        <p:grpSpPr>
          <a:xfrm>
            <a:off x="9379329" y="618385"/>
            <a:ext cx="288789" cy="128483"/>
            <a:chOff x="10457075" y="2470064"/>
            <a:chExt cx="431319" cy="225978"/>
          </a:xfrm>
        </p:grpSpPr>
        <p:sp>
          <p:nvSpPr>
            <p:cNvPr id="109" name="Rectángulo 108">
              <a:extLst>
                <a:ext uri="{FF2B5EF4-FFF2-40B4-BE49-F238E27FC236}">
                  <a16:creationId xmlns:a16="http://schemas.microsoft.com/office/drawing/2014/main" id="{6AA7EC62-B94F-4ACA-B951-CF9C0CAE6AD4}"/>
                </a:ext>
              </a:extLst>
            </p:cNvPr>
            <p:cNvSpPr/>
            <p:nvPr/>
          </p:nvSpPr>
          <p:spPr>
            <a:xfrm>
              <a:off x="10457075" y="2470064"/>
              <a:ext cx="431319" cy="22597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dirty="0"/>
            </a:p>
          </p:txBody>
        </p:sp>
        <p:sp>
          <p:nvSpPr>
            <p:cNvPr id="116" name="Rectángulo 115">
              <a:extLst>
                <a:ext uri="{FF2B5EF4-FFF2-40B4-BE49-F238E27FC236}">
                  <a16:creationId xmlns:a16="http://schemas.microsoft.com/office/drawing/2014/main" id="{83589C93-02FD-4524-8067-F9259B54C3DD}"/>
                </a:ext>
              </a:extLst>
            </p:cNvPr>
            <p:cNvSpPr/>
            <p:nvPr/>
          </p:nvSpPr>
          <p:spPr>
            <a:xfrm>
              <a:off x="10526091" y="2539957"/>
              <a:ext cx="290153" cy="953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dirty="0"/>
            </a:p>
          </p:txBody>
        </p:sp>
      </p:grpSp>
      <p:sp>
        <p:nvSpPr>
          <p:cNvPr id="119" name="CuadroTexto 118">
            <a:extLst>
              <a:ext uri="{FF2B5EF4-FFF2-40B4-BE49-F238E27FC236}">
                <a16:creationId xmlns:a16="http://schemas.microsoft.com/office/drawing/2014/main" id="{FB877C06-5586-43A2-89A2-7C60EF752D54}"/>
              </a:ext>
            </a:extLst>
          </p:cNvPr>
          <p:cNvSpPr txBox="1"/>
          <p:nvPr/>
        </p:nvSpPr>
        <p:spPr>
          <a:xfrm>
            <a:off x="9676536" y="596009"/>
            <a:ext cx="617932" cy="191719"/>
          </a:xfrm>
          <a:prstGeom prst="rect">
            <a:avLst/>
          </a:prstGeom>
          <a:noFill/>
        </p:spPr>
        <p:txBody>
          <a:bodyPr wrap="square" rtlCol="0">
            <a:spAutoFit/>
          </a:bodyPr>
          <a:lstStyle/>
          <a:p>
            <a:r>
              <a:rPr lang="es-ES" sz="646" dirty="0"/>
              <a:t>Token JWT </a:t>
            </a:r>
          </a:p>
        </p:txBody>
      </p:sp>
      <p:cxnSp>
        <p:nvCxnSpPr>
          <p:cNvPr id="128" name="25 Conector recto de flecha">
            <a:extLst>
              <a:ext uri="{FF2B5EF4-FFF2-40B4-BE49-F238E27FC236}">
                <a16:creationId xmlns:a16="http://schemas.microsoft.com/office/drawing/2014/main" id="{E3FB340E-2A12-4BEB-A7E8-42C13F420025}"/>
              </a:ext>
            </a:extLst>
          </p:cNvPr>
          <p:cNvCxnSpPr/>
          <p:nvPr/>
        </p:nvCxnSpPr>
        <p:spPr bwMode="auto">
          <a:xfrm>
            <a:off x="9408489" y="976226"/>
            <a:ext cx="255395" cy="4015"/>
          </a:xfrm>
          <a:prstGeom prst="straightConnector1">
            <a:avLst/>
          </a:prstGeom>
          <a:ln>
            <a:solidFill>
              <a:srgbClr val="FFFF00"/>
            </a:solidFill>
            <a:tailEnd type="triangle"/>
          </a:ln>
        </p:spPr>
        <p:style>
          <a:lnRef idx="3">
            <a:schemeClr val="dk1"/>
          </a:lnRef>
          <a:fillRef idx="0">
            <a:schemeClr val="dk1"/>
          </a:fillRef>
          <a:effectRef idx="2">
            <a:schemeClr val="dk1"/>
          </a:effectRef>
          <a:fontRef idx="minor">
            <a:schemeClr val="tx1"/>
          </a:fontRef>
        </p:style>
      </p:cxnSp>
      <p:sp>
        <p:nvSpPr>
          <p:cNvPr id="140" name="TextBox 181">
            <a:extLst>
              <a:ext uri="{FF2B5EF4-FFF2-40B4-BE49-F238E27FC236}">
                <a16:creationId xmlns:a16="http://schemas.microsoft.com/office/drawing/2014/main" id="{9FD8555C-3ED4-4B6A-8793-1E0E45735F43}"/>
              </a:ext>
            </a:extLst>
          </p:cNvPr>
          <p:cNvSpPr txBox="1">
            <a:spLocks noChangeArrowheads="1"/>
          </p:cNvSpPr>
          <p:nvPr/>
        </p:nvSpPr>
        <p:spPr bwMode="auto">
          <a:xfrm>
            <a:off x="9672521" y="861350"/>
            <a:ext cx="397866" cy="343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pPr defTabSz="914395">
              <a:defRPr/>
            </a:pPr>
            <a:r>
              <a:rPr lang="es-ES" altLang="es-ES" sz="831" b="0" dirty="0">
                <a:solidFill>
                  <a:srgbClr val="000000"/>
                </a:solidFill>
                <a:latin typeface="Calibri" pitchFamily="34" charset="0"/>
                <a:cs typeface="Arial" charset="0"/>
              </a:rPr>
              <a:t>JDBC</a:t>
            </a:r>
          </a:p>
          <a:p>
            <a:pPr defTabSz="914395">
              <a:defRPr/>
            </a:pPr>
            <a:endParaRPr lang="es-ES" altLang="es-ES" sz="800" b="0" dirty="0">
              <a:solidFill>
                <a:srgbClr val="000000"/>
              </a:solidFill>
              <a:latin typeface="Calibri" pitchFamily="34" charset="0"/>
              <a:cs typeface="Arial" charset="0"/>
            </a:endParaRPr>
          </a:p>
        </p:txBody>
      </p:sp>
      <p:sp>
        <p:nvSpPr>
          <p:cNvPr id="103" name="Rectángulo: esquinas redondeadas 102">
            <a:extLst>
              <a:ext uri="{FF2B5EF4-FFF2-40B4-BE49-F238E27FC236}">
                <a16:creationId xmlns:a16="http://schemas.microsoft.com/office/drawing/2014/main" id="{B6B2F949-3DCA-40F0-B4B1-04F288B30D26}"/>
              </a:ext>
            </a:extLst>
          </p:cNvPr>
          <p:cNvSpPr/>
          <p:nvPr/>
        </p:nvSpPr>
        <p:spPr>
          <a:xfrm>
            <a:off x="4586912" y="1798203"/>
            <a:ext cx="5918576" cy="3648942"/>
          </a:xfrm>
          <a:prstGeom prst="round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a:p>
        </p:txBody>
      </p:sp>
      <p:grpSp>
        <p:nvGrpSpPr>
          <p:cNvPr id="150" name="Grupo 149">
            <a:extLst>
              <a:ext uri="{FF2B5EF4-FFF2-40B4-BE49-F238E27FC236}">
                <a16:creationId xmlns:a16="http://schemas.microsoft.com/office/drawing/2014/main" id="{7BC4577D-E3E6-468C-9E95-66F30DA9214B}"/>
              </a:ext>
            </a:extLst>
          </p:cNvPr>
          <p:cNvGrpSpPr/>
          <p:nvPr/>
        </p:nvGrpSpPr>
        <p:grpSpPr>
          <a:xfrm>
            <a:off x="6426992" y="1877415"/>
            <a:ext cx="1425131" cy="1663935"/>
            <a:chOff x="4214162" y="2214374"/>
            <a:chExt cx="3501284" cy="3857088"/>
          </a:xfrm>
        </p:grpSpPr>
        <p:sp>
          <p:nvSpPr>
            <p:cNvPr id="151" name="Oval 465">
              <a:extLst>
                <a:ext uri="{FF2B5EF4-FFF2-40B4-BE49-F238E27FC236}">
                  <a16:creationId xmlns:a16="http://schemas.microsoft.com/office/drawing/2014/main" id="{4FCC1F58-BEF2-4355-A29D-C9DF443C487E}"/>
                </a:ext>
              </a:extLst>
            </p:cNvPr>
            <p:cNvSpPr>
              <a:spLocks noChangeArrowheads="1"/>
            </p:cNvSpPr>
            <p:nvPr/>
          </p:nvSpPr>
          <p:spPr bwMode="auto">
            <a:xfrm>
              <a:off x="6152189" y="3941550"/>
              <a:ext cx="148851" cy="150886"/>
            </a:xfrm>
            <a:prstGeom prst="ellipse">
              <a:avLst/>
            </a:prstGeom>
            <a:solidFill>
              <a:schemeClr val="tx1"/>
            </a:solidFill>
            <a:ln w="9525">
              <a:solidFill>
                <a:schemeClr val="tx1"/>
              </a:solidFill>
              <a:round/>
              <a:headEnd/>
              <a:tailEnd/>
            </a:ln>
          </p:spPr>
          <p:txBody>
            <a:bodyPr wrap="none" anchor="ct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710" b="0" dirty="0">
                  <a:solidFill>
                    <a:schemeClr val="bg1"/>
                  </a:solidFill>
                </a:rPr>
                <a:t>9</a:t>
              </a:r>
            </a:p>
          </p:txBody>
        </p:sp>
        <p:grpSp>
          <p:nvGrpSpPr>
            <p:cNvPr id="152" name="Grupo 151">
              <a:extLst>
                <a:ext uri="{FF2B5EF4-FFF2-40B4-BE49-F238E27FC236}">
                  <a16:creationId xmlns:a16="http://schemas.microsoft.com/office/drawing/2014/main" id="{A6E20238-53ED-4FDD-A3D3-93A512F043A1}"/>
                </a:ext>
              </a:extLst>
            </p:cNvPr>
            <p:cNvGrpSpPr/>
            <p:nvPr/>
          </p:nvGrpSpPr>
          <p:grpSpPr>
            <a:xfrm>
              <a:off x="4214162" y="2214374"/>
              <a:ext cx="3501284" cy="3857088"/>
              <a:chOff x="4484038" y="3393298"/>
              <a:chExt cx="2193246" cy="2458882"/>
            </a:xfrm>
          </p:grpSpPr>
          <p:sp>
            <p:nvSpPr>
              <p:cNvPr id="153" name="Rectángulo: esquinas redondeadas 152">
                <a:extLst>
                  <a:ext uri="{FF2B5EF4-FFF2-40B4-BE49-F238E27FC236}">
                    <a16:creationId xmlns:a16="http://schemas.microsoft.com/office/drawing/2014/main" id="{E918FAAA-EE70-4506-9174-97C86755B4FB}"/>
                  </a:ext>
                </a:extLst>
              </p:cNvPr>
              <p:cNvSpPr/>
              <p:nvPr/>
            </p:nvSpPr>
            <p:spPr>
              <a:xfrm>
                <a:off x="4484038" y="3393298"/>
                <a:ext cx="2193246" cy="2458882"/>
              </a:xfrm>
              <a:prstGeom prst="roundRect">
                <a:avLst/>
              </a:prstGeom>
              <a:solidFill>
                <a:schemeClr val="bg1"/>
              </a:solidFill>
              <a:ln>
                <a:solidFill>
                  <a:srgbClr val="0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dirty="0"/>
              </a:p>
            </p:txBody>
          </p:sp>
          <p:sp>
            <p:nvSpPr>
              <p:cNvPr id="154" name="CuadroTexto 153">
                <a:extLst>
                  <a:ext uri="{FF2B5EF4-FFF2-40B4-BE49-F238E27FC236}">
                    <a16:creationId xmlns:a16="http://schemas.microsoft.com/office/drawing/2014/main" id="{E3A8925E-622B-4671-97E0-41AFF66F9BB5}"/>
                  </a:ext>
                </a:extLst>
              </p:cNvPr>
              <p:cNvSpPr txBox="1"/>
              <p:nvPr/>
            </p:nvSpPr>
            <p:spPr>
              <a:xfrm>
                <a:off x="4866700" y="3608586"/>
                <a:ext cx="1471642" cy="1185842"/>
              </a:xfrm>
              <a:prstGeom prst="rect">
                <a:avLst/>
              </a:prstGeom>
              <a:noFill/>
            </p:spPr>
            <p:txBody>
              <a:bodyPr wrap="square" rtlCol="0">
                <a:spAutoFit/>
              </a:bodyPr>
              <a:lstStyle/>
              <a:p>
                <a:pPr algn="ctr"/>
                <a:r>
                  <a:rPr lang="es-ES" sz="923" b="1" dirty="0">
                    <a:solidFill>
                      <a:srgbClr val="1BB3BC"/>
                    </a:solidFill>
                  </a:rPr>
                  <a:t>Servidor Procesos BATCH</a:t>
                </a:r>
              </a:p>
              <a:p>
                <a:pPr algn="ctr"/>
                <a:r>
                  <a:rPr lang="es-ES" sz="923" b="1" dirty="0">
                    <a:solidFill>
                      <a:srgbClr val="1BB3BC"/>
                    </a:solidFill>
                  </a:rPr>
                  <a:t>Linux</a:t>
                </a:r>
              </a:p>
              <a:p>
                <a:endParaRPr lang="es-ES" sz="923" b="1" dirty="0">
                  <a:solidFill>
                    <a:srgbClr val="1BB3BC"/>
                  </a:solidFill>
                </a:endParaRPr>
              </a:p>
            </p:txBody>
          </p:sp>
        </p:grpSp>
      </p:grpSp>
      <p:pic>
        <p:nvPicPr>
          <p:cNvPr id="156" name="Imagen 155">
            <a:extLst>
              <a:ext uri="{FF2B5EF4-FFF2-40B4-BE49-F238E27FC236}">
                <a16:creationId xmlns:a16="http://schemas.microsoft.com/office/drawing/2014/main" id="{482C29D0-042D-4119-B604-FBA2E093EB6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956347" y="2783299"/>
            <a:ext cx="385446" cy="386633"/>
          </a:xfrm>
          <a:prstGeom prst="rect">
            <a:avLst/>
          </a:prstGeom>
        </p:spPr>
      </p:pic>
      <p:cxnSp>
        <p:nvCxnSpPr>
          <p:cNvPr id="157" name="Conector recto de flecha 156">
            <a:extLst>
              <a:ext uri="{FF2B5EF4-FFF2-40B4-BE49-F238E27FC236}">
                <a16:creationId xmlns:a16="http://schemas.microsoft.com/office/drawing/2014/main" id="{80713E8B-0320-4F00-B249-317D1C3D4512}"/>
              </a:ext>
            </a:extLst>
          </p:cNvPr>
          <p:cNvCxnSpPr>
            <a:cxnSpLocks/>
            <a:stCxn id="153" idx="1"/>
          </p:cNvCxnSpPr>
          <p:nvPr/>
        </p:nvCxnSpPr>
        <p:spPr>
          <a:xfrm flipH="1">
            <a:off x="4248718" y="2709383"/>
            <a:ext cx="2178274" cy="42801"/>
          </a:xfrm>
          <a:prstGeom prst="straightConnector1">
            <a:avLst/>
          </a:prstGeom>
          <a:ln>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159" name="Group 605">
            <a:extLst>
              <a:ext uri="{FF2B5EF4-FFF2-40B4-BE49-F238E27FC236}">
                <a16:creationId xmlns:a16="http://schemas.microsoft.com/office/drawing/2014/main" id="{797620A9-3414-4DC0-817D-08288421F68F}"/>
              </a:ext>
            </a:extLst>
          </p:cNvPr>
          <p:cNvGrpSpPr>
            <a:grpSpLocks/>
          </p:cNvGrpSpPr>
          <p:nvPr/>
        </p:nvGrpSpPr>
        <p:grpSpPr bwMode="auto">
          <a:xfrm>
            <a:off x="6760855" y="4199177"/>
            <a:ext cx="708276" cy="636587"/>
            <a:chOff x="2769" y="1896"/>
            <a:chExt cx="530" cy="493"/>
          </a:xfrm>
        </p:grpSpPr>
        <p:pic>
          <p:nvPicPr>
            <p:cNvPr id="160" name="Picture 577" descr="j0431637">
              <a:extLst>
                <a:ext uri="{FF2B5EF4-FFF2-40B4-BE49-F238E27FC236}">
                  <a16:creationId xmlns:a16="http://schemas.microsoft.com/office/drawing/2014/main" id="{0AFBC39F-AC7B-45B0-A551-96F6FFC421C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24" y="1934"/>
              <a:ext cx="359"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1" name="Picture 578" descr="j0432635">
              <a:extLst>
                <a:ext uri="{FF2B5EF4-FFF2-40B4-BE49-F238E27FC236}">
                  <a16:creationId xmlns:a16="http://schemas.microsoft.com/office/drawing/2014/main" id="{AD52BF99-86E2-42C6-B178-114A668DB52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55" y="1896"/>
              <a:ext cx="209"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2" name="Text Box 579">
              <a:extLst>
                <a:ext uri="{FF2B5EF4-FFF2-40B4-BE49-F238E27FC236}">
                  <a16:creationId xmlns:a16="http://schemas.microsoft.com/office/drawing/2014/main" id="{28689D5A-1CA1-4C13-BE22-883DBDFD8C8A}"/>
                </a:ext>
              </a:extLst>
            </p:cNvPr>
            <p:cNvSpPr txBox="1">
              <a:spLocks noChangeArrowheads="1"/>
            </p:cNvSpPr>
            <p:nvPr/>
          </p:nvSpPr>
          <p:spPr bwMode="auto">
            <a:xfrm>
              <a:off x="2769" y="2270"/>
              <a:ext cx="530"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0" tIns="0" rIns="0" bIns="0">
              <a:spAutoFit/>
            </a:bodyP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eaLnBrk="1" hangingPunct="1">
                <a:buClr>
                  <a:schemeClr val="accent2"/>
                </a:buClr>
                <a:buFont typeface="Wingdings" panose="05000000000000000000" pitchFamily="2" charset="2"/>
                <a:buNone/>
              </a:pPr>
              <a:r>
                <a:rPr lang="es-ES" altLang="es-ES" sz="1000" dirty="0">
                  <a:solidFill>
                    <a:schemeClr val="tx1"/>
                  </a:solidFill>
                  <a:latin typeface="Verdana" panose="020B0604030504040204" pitchFamily="34" charset="0"/>
                </a:rPr>
                <a:t>Control-M</a:t>
              </a:r>
            </a:p>
          </p:txBody>
        </p:sp>
      </p:grpSp>
      <p:cxnSp>
        <p:nvCxnSpPr>
          <p:cNvPr id="163" name="Conector recto 162">
            <a:extLst>
              <a:ext uri="{FF2B5EF4-FFF2-40B4-BE49-F238E27FC236}">
                <a16:creationId xmlns:a16="http://schemas.microsoft.com/office/drawing/2014/main" id="{9D6ECA07-8448-478A-B529-377FBE5BF8D9}"/>
              </a:ext>
            </a:extLst>
          </p:cNvPr>
          <p:cNvCxnSpPr>
            <a:cxnSpLocks/>
            <a:endCxn id="153" idx="2"/>
          </p:cNvCxnSpPr>
          <p:nvPr/>
        </p:nvCxnSpPr>
        <p:spPr>
          <a:xfrm flipV="1">
            <a:off x="7139557" y="3541350"/>
            <a:ext cx="0" cy="551064"/>
          </a:xfrm>
          <a:prstGeom prst="line">
            <a:avLst/>
          </a:prstGeom>
          <a:ln w="9525" cap="flat" cmpd="sng" algn="ctr">
            <a:solidFill>
              <a:schemeClr val="dk1"/>
            </a:solidFill>
            <a:prstDash val="dash"/>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164" name="Conector recto de flecha 163">
            <a:extLst>
              <a:ext uri="{FF2B5EF4-FFF2-40B4-BE49-F238E27FC236}">
                <a16:creationId xmlns:a16="http://schemas.microsoft.com/office/drawing/2014/main" id="{788932D7-DEEA-4DD8-AE5C-2DBC74022164}"/>
              </a:ext>
            </a:extLst>
          </p:cNvPr>
          <p:cNvCxnSpPr>
            <a:cxnSpLocks/>
            <a:stCxn id="52" idx="2"/>
            <a:endCxn id="166" idx="1"/>
          </p:cNvCxnSpPr>
          <p:nvPr/>
        </p:nvCxnSpPr>
        <p:spPr>
          <a:xfrm flipH="1">
            <a:off x="9434887" y="2846566"/>
            <a:ext cx="29413" cy="1175054"/>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66" name="AutoShape 206">
            <a:extLst>
              <a:ext uri="{FF2B5EF4-FFF2-40B4-BE49-F238E27FC236}">
                <a16:creationId xmlns:a16="http://schemas.microsoft.com/office/drawing/2014/main" id="{615C7E4E-5579-4BA9-9BCC-982D2912D82D}"/>
              </a:ext>
            </a:extLst>
          </p:cNvPr>
          <p:cNvSpPr>
            <a:spLocks noChangeArrowheads="1"/>
          </p:cNvSpPr>
          <p:nvPr/>
        </p:nvSpPr>
        <p:spPr bwMode="auto">
          <a:xfrm>
            <a:off x="8814883" y="4021620"/>
            <a:ext cx="1240008" cy="997338"/>
          </a:xfrm>
          <a:prstGeom prst="can">
            <a:avLst>
              <a:gd name="adj" fmla="val 24963"/>
            </a:avLst>
          </a:prstGeom>
          <a:solidFill>
            <a:srgbClr val="C00000">
              <a:alpha val="49019"/>
            </a:srgbClr>
          </a:solidFill>
          <a:ln w="9525">
            <a:solidFill>
              <a:schemeClr val="tx1"/>
            </a:solidFill>
            <a:round/>
            <a:headEnd/>
            <a:tailEnd/>
          </a:ln>
        </p:spPr>
        <p:txBody>
          <a:bodyPr wrap="none" anchor="ctr"/>
          <a:lstStyle/>
          <a:p>
            <a:pPr algn="ctr" defTabSz="914395">
              <a:defRPr/>
            </a:pPr>
            <a:endParaRPr lang="es-ES" sz="800" dirty="0">
              <a:solidFill>
                <a:prstClr val="black"/>
              </a:solidFill>
              <a:latin typeface="Verdana" pitchFamily="34" charset="0"/>
            </a:endParaRPr>
          </a:p>
          <a:p>
            <a:pPr algn="ctr" defTabSz="914395">
              <a:defRPr/>
            </a:pPr>
            <a:endParaRPr lang="es-ES" sz="800" dirty="0">
              <a:solidFill>
                <a:prstClr val="black"/>
              </a:solidFill>
              <a:latin typeface="Verdana" pitchFamily="34" charset="0"/>
            </a:endParaRPr>
          </a:p>
        </p:txBody>
      </p:sp>
      <p:pic>
        <p:nvPicPr>
          <p:cNvPr id="168" name="Imagen 167">
            <a:extLst>
              <a:ext uri="{FF2B5EF4-FFF2-40B4-BE49-F238E27FC236}">
                <a16:creationId xmlns:a16="http://schemas.microsoft.com/office/drawing/2014/main" id="{DB14F2C3-E494-4216-AED9-454CEFFA113F}"/>
              </a:ext>
            </a:extLst>
          </p:cNvPr>
          <p:cNvPicPr>
            <a:picLocks noChangeAspect="1"/>
          </p:cNvPicPr>
          <p:nvPr/>
        </p:nvPicPr>
        <p:blipFill>
          <a:blip r:embed="rId7"/>
          <a:stretch>
            <a:fillRect/>
          </a:stretch>
        </p:blipFill>
        <p:spPr>
          <a:xfrm>
            <a:off x="8532616" y="4803953"/>
            <a:ext cx="192401" cy="286971"/>
          </a:xfrm>
          <a:prstGeom prst="rect">
            <a:avLst/>
          </a:prstGeom>
        </p:spPr>
      </p:pic>
      <p:sp>
        <p:nvSpPr>
          <p:cNvPr id="170" name="Oval 18">
            <a:extLst>
              <a:ext uri="{FF2B5EF4-FFF2-40B4-BE49-F238E27FC236}">
                <a16:creationId xmlns:a16="http://schemas.microsoft.com/office/drawing/2014/main" id="{9DBA7D7C-DF32-4D3D-A945-4124E3303068}"/>
              </a:ext>
            </a:extLst>
          </p:cNvPr>
          <p:cNvSpPr>
            <a:spLocks noChangeArrowheads="1"/>
          </p:cNvSpPr>
          <p:nvPr/>
        </p:nvSpPr>
        <p:spPr bwMode="auto">
          <a:xfrm>
            <a:off x="8408351" y="4166445"/>
            <a:ext cx="226800" cy="227917"/>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
        <p:nvSpPr>
          <p:cNvPr id="171" name="Elipse 170">
            <a:extLst>
              <a:ext uri="{FF2B5EF4-FFF2-40B4-BE49-F238E27FC236}">
                <a16:creationId xmlns:a16="http://schemas.microsoft.com/office/drawing/2014/main" id="{A6D67E47-98A8-4B36-9E60-0CF0D330CBF4}"/>
              </a:ext>
            </a:extLst>
          </p:cNvPr>
          <p:cNvSpPr/>
          <p:nvPr/>
        </p:nvSpPr>
        <p:spPr>
          <a:xfrm>
            <a:off x="3922984" y="3735063"/>
            <a:ext cx="247702" cy="25814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t>2</a:t>
            </a:r>
          </a:p>
        </p:txBody>
      </p:sp>
      <p:sp>
        <p:nvSpPr>
          <p:cNvPr id="174" name="Oval 18">
            <a:extLst>
              <a:ext uri="{FF2B5EF4-FFF2-40B4-BE49-F238E27FC236}">
                <a16:creationId xmlns:a16="http://schemas.microsoft.com/office/drawing/2014/main" id="{ADAD2F46-0649-4098-BAC7-AA92086CB20A}"/>
              </a:ext>
            </a:extLst>
          </p:cNvPr>
          <p:cNvSpPr>
            <a:spLocks noChangeArrowheads="1"/>
          </p:cNvSpPr>
          <p:nvPr/>
        </p:nvSpPr>
        <p:spPr bwMode="auto">
          <a:xfrm>
            <a:off x="3875693" y="1909142"/>
            <a:ext cx="226800" cy="227917"/>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
        <p:nvSpPr>
          <p:cNvPr id="176" name="Elipse 175">
            <a:extLst>
              <a:ext uri="{FF2B5EF4-FFF2-40B4-BE49-F238E27FC236}">
                <a16:creationId xmlns:a16="http://schemas.microsoft.com/office/drawing/2014/main" id="{9A34815B-FA6E-4AAB-9966-B0F96E2E8B49}"/>
              </a:ext>
            </a:extLst>
          </p:cNvPr>
          <p:cNvSpPr/>
          <p:nvPr/>
        </p:nvSpPr>
        <p:spPr>
          <a:xfrm>
            <a:off x="6659264" y="3924795"/>
            <a:ext cx="247702" cy="25814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t>1</a:t>
            </a:r>
          </a:p>
        </p:txBody>
      </p:sp>
      <p:grpSp>
        <p:nvGrpSpPr>
          <p:cNvPr id="63" name="Grupo 50212">
            <a:extLst>
              <a:ext uri="{FF2B5EF4-FFF2-40B4-BE49-F238E27FC236}">
                <a16:creationId xmlns:a16="http://schemas.microsoft.com/office/drawing/2014/main" id="{885B33CB-49CF-4989-8226-D881404A3FD1}"/>
              </a:ext>
            </a:extLst>
          </p:cNvPr>
          <p:cNvGrpSpPr>
            <a:grpSpLocks/>
          </p:cNvGrpSpPr>
          <p:nvPr/>
        </p:nvGrpSpPr>
        <p:grpSpPr bwMode="auto">
          <a:xfrm>
            <a:off x="9058730" y="4411901"/>
            <a:ext cx="812800" cy="423863"/>
            <a:chOff x="374824" y="2549525"/>
            <a:chExt cx="812800" cy="424128"/>
          </a:xfrm>
        </p:grpSpPr>
        <p:sp>
          <p:nvSpPr>
            <p:cNvPr id="64" name="7 Cilindro">
              <a:extLst>
                <a:ext uri="{FF2B5EF4-FFF2-40B4-BE49-F238E27FC236}">
                  <a16:creationId xmlns:a16="http://schemas.microsoft.com/office/drawing/2014/main" id="{96A39BA0-B072-43E0-B6DE-FEB5C0B24E05}"/>
                </a:ext>
              </a:extLst>
            </p:cNvPr>
            <p:cNvSpPr/>
            <p:nvPr/>
          </p:nvSpPr>
          <p:spPr>
            <a:xfrm>
              <a:off x="374824" y="2549525"/>
              <a:ext cx="812800" cy="424128"/>
            </a:xfrm>
            <a:prstGeom prst="can">
              <a:avLst/>
            </a:prstGeom>
            <a:solidFill>
              <a:schemeClr val="accent2">
                <a:lumMod val="40000"/>
                <a:lumOff val="60000"/>
              </a:schemeClr>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ES" sz="1100" dirty="0">
                <a:solidFill>
                  <a:srgbClr val="FFFF99"/>
                </a:solidFill>
              </a:endParaRPr>
            </a:p>
          </p:txBody>
        </p:sp>
        <p:pic>
          <p:nvPicPr>
            <p:cNvPr id="65" name="Imagen 27">
              <a:extLst>
                <a:ext uri="{FF2B5EF4-FFF2-40B4-BE49-F238E27FC236}">
                  <a16:creationId xmlns:a16="http://schemas.microsoft.com/office/drawing/2014/main" id="{B916105C-52FD-4296-838D-F045185F2B01}"/>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97049" y="2691012"/>
              <a:ext cx="790575"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0" name="6 Grupo">
            <a:extLst>
              <a:ext uri="{FF2B5EF4-FFF2-40B4-BE49-F238E27FC236}">
                <a16:creationId xmlns:a16="http://schemas.microsoft.com/office/drawing/2014/main" id="{298FE6F3-8B74-461E-AF38-FD0E7F2FAE63}"/>
              </a:ext>
            </a:extLst>
          </p:cNvPr>
          <p:cNvGrpSpPr>
            <a:grpSpLocks/>
          </p:cNvGrpSpPr>
          <p:nvPr/>
        </p:nvGrpSpPr>
        <p:grpSpPr bwMode="auto">
          <a:xfrm>
            <a:off x="3383856" y="2347099"/>
            <a:ext cx="1081088" cy="1341633"/>
            <a:chOff x="4860032" y="2332633"/>
            <a:chExt cx="1080120" cy="1342204"/>
          </a:xfrm>
        </p:grpSpPr>
        <p:pic>
          <p:nvPicPr>
            <p:cNvPr id="71" name="Picture 2" descr="https://encrypted-tbn1.gstatic.com/images?q=tbn:ANd9GcQ_EmDAgy0MlIJq7OL9ITYa4e-G-E4ouXKCrS2optmIh03rsKX21eWDHO0">
              <a:hlinkClick r:id="rId9"/>
              <a:extLst>
                <a:ext uri="{FF2B5EF4-FFF2-40B4-BE49-F238E27FC236}">
                  <a16:creationId xmlns:a16="http://schemas.microsoft.com/office/drawing/2014/main" id="{5D776C46-99A9-4FEE-984C-7E4CA48BDB9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99038" y="2332633"/>
              <a:ext cx="648072" cy="872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 name="5 CuadroTexto">
              <a:extLst>
                <a:ext uri="{FF2B5EF4-FFF2-40B4-BE49-F238E27FC236}">
                  <a16:creationId xmlns:a16="http://schemas.microsoft.com/office/drawing/2014/main" id="{79B7C92E-8BD0-47DC-9B7B-0C80CFE29BF3}"/>
                </a:ext>
              </a:extLst>
            </p:cNvPr>
            <p:cNvSpPr txBox="1">
              <a:spLocks noChangeArrowheads="1"/>
            </p:cNvSpPr>
            <p:nvPr/>
          </p:nvSpPr>
          <p:spPr bwMode="auto">
            <a:xfrm>
              <a:off x="4860032" y="3212976"/>
              <a:ext cx="1080120" cy="461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1"/>
                </a:buClr>
                <a:buSzPct val="25000"/>
                <a:buFont typeface="Times" panose="02020603050405020304" pitchFamily="18" charset="0"/>
                <a:buChar char="•"/>
                <a:defRPr sz="2400" b="1">
                  <a:solidFill>
                    <a:srgbClr val="FF0000"/>
                  </a:solidFill>
                  <a:latin typeface="Arial" panose="020B0604020202020204" pitchFamily="34" charset="0"/>
                </a:defRPr>
              </a:lvl1pPr>
              <a:lvl2pPr marL="742950" indent="-285750">
                <a:spcBef>
                  <a:spcPct val="20000"/>
                </a:spcBef>
                <a:buSzPct val="65000"/>
                <a:buFont typeface="Wingdings" panose="05000000000000000000" pitchFamily="2" charset="2"/>
                <a:buChar char="n"/>
                <a:defRPr sz="2200">
                  <a:solidFill>
                    <a:srgbClr val="7A6C7A"/>
                  </a:solidFill>
                  <a:latin typeface="Arial" panose="020B0604020202020204" pitchFamily="34" charset="0"/>
                </a:defRPr>
              </a:lvl2pPr>
              <a:lvl3pPr marL="1143000" indent="-228600">
                <a:spcBef>
                  <a:spcPct val="20000"/>
                </a:spcBef>
                <a:buChar char="–"/>
                <a:defRPr sz="2000">
                  <a:solidFill>
                    <a:srgbClr val="7A6C7A"/>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s-ES" altLang="es-ES" sz="1200" b="0" dirty="0">
                  <a:solidFill>
                    <a:schemeClr val="tx1"/>
                  </a:solidFill>
                </a:rPr>
                <a:t>Relay  de correo</a:t>
              </a:r>
            </a:p>
          </p:txBody>
        </p:sp>
      </p:grpSp>
      <p:sp>
        <p:nvSpPr>
          <p:cNvPr id="52" name="Rectángulo 51">
            <a:extLst>
              <a:ext uri="{FF2B5EF4-FFF2-40B4-BE49-F238E27FC236}">
                <a16:creationId xmlns:a16="http://schemas.microsoft.com/office/drawing/2014/main" id="{759C17E6-BFE1-4303-B48D-E4FFD636971C}"/>
              </a:ext>
            </a:extLst>
          </p:cNvPr>
          <p:cNvSpPr/>
          <p:nvPr/>
        </p:nvSpPr>
        <p:spPr bwMode="auto">
          <a:xfrm>
            <a:off x="8739971" y="2187704"/>
            <a:ext cx="1448657" cy="658862"/>
          </a:xfrm>
          <a:prstGeom prst="rect">
            <a:avLst/>
          </a:prstGeom>
          <a:noFill/>
          <a:ln w="0">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vert="horz" wrap="square" lIns="97749" tIns="48875" rIns="97749" bIns="48875" numCol="1" rtlCol="0" anchor="t" anchorCtr="0" compatLnSpc="1">
            <a:prstTxWarp prst="textNoShape">
              <a:avLst/>
            </a:prstTxWarp>
            <a:spAutoFit/>
          </a:bodyPr>
          <a:lstStyle>
            <a:defPPr>
              <a:defRPr lang="es-ES"/>
            </a:defPPr>
            <a:lvl1pPr algn="l" rtl="0" fontAlgn="base">
              <a:spcBef>
                <a:spcPct val="20000"/>
              </a:spcBef>
              <a:spcAft>
                <a:spcPct val="0"/>
              </a:spcAft>
              <a:buClr>
                <a:schemeClr val="accent2"/>
              </a:buClr>
              <a:buFont typeface="Wingdings" pitchFamily="2" charset="2"/>
              <a:defRPr sz="2400" kern="1200">
                <a:solidFill>
                  <a:schemeClr val="dk1"/>
                </a:solidFill>
                <a:latin typeface="+mn-lt"/>
                <a:ea typeface="+mn-ea"/>
                <a:cs typeface="+mn-cs"/>
              </a:defRPr>
            </a:lvl1pPr>
            <a:lvl2pPr marL="457200" algn="l" rtl="0" fontAlgn="base">
              <a:spcBef>
                <a:spcPct val="20000"/>
              </a:spcBef>
              <a:spcAft>
                <a:spcPct val="0"/>
              </a:spcAft>
              <a:buClr>
                <a:schemeClr val="accent2"/>
              </a:buClr>
              <a:buFont typeface="Wingdings" pitchFamily="2" charset="2"/>
              <a:defRPr sz="2400" kern="1200">
                <a:solidFill>
                  <a:schemeClr val="dk1"/>
                </a:solidFill>
                <a:latin typeface="+mn-lt"/>
                <a:ea typeface="+mn-ea"/>
                <a:cs typeface="+mn-cs"/>
              </a:defRPr>
            </a:lvl2pPr>
            <a:lvl3pPr marL="914400" algn="l" rtl="0" fontAlgn="base">
              <a:spcBef>
                <a:spcPct val="20000"/>
              </a:spcBef>
              <a:spcAft>
                <a:spcPct val="0"/>
              </a:spcAft>
              <a:buClr>
                <a:schemeClr val="accent2"/>
              </a:buClr>
              <a:buFont typeface="Wingdings" pitchFamily="2" charset="2"/>
              <a:defRPr sz="2400" kern="1200">
                <a:solidFill>
                  <a:schemeClr val="dk1"/>
                </a:solidFill>
                <a:latin typeface="+mn-lt"/>
                <a:ea typeface="+mn-ea"/>
                <a:cs typeface="+mn-cs"/>
              </a:defRPr>
            </a:lvl3pPr>
            <a:lvl4pPr marL="1371600" algn="l" rtl="0" fontAlgn="base">
              <a:spcBef>
                <a:spcPct val="20000"/>
              </a:spcBef>
              <a:spcAft>
                <a:spcPct val="0"/>
              </a:spcAft>
              <a:buClr>
                <a:schemeClr val="accent2"/>
              </a:buClr>
              <a:buFont typeface="Wingdings" pitchFamily="2" charset="2"/>
              <a:defRPr sz="2400" kern="1200">
                <a:solidFill>
                  <a:schemeClr val="dk1"/>
                </a:solidFill>
                <a:latin typeface="+mn-lt"/>
                <a:ea typeface="+mn-ea"/>
                <a:cs typeface="+mn-cs"/>
              </a:defRPr>
            </a:lvl4pPr>
            <a:lvl5pPr marL="1828800" algn="l" rtl="0" fontAlgn="base">
              <a:spcBef>
                <a:spcPct val="20000"/>
              </a:spcBef>
              <a:spcAft>
                <a:spcPct val="0"/>
              </a:spcAft>
              <a:buClr>
                <a:schemeClr val="accent2"/>
              </a:buClr>
              <a:buFont typeface="Wingdings" pitchFamily="2" charset="2"/>
              <a:defRPr sz="2400" kern="1200">
                <a:solidFill>
                  <a:schemeClr val="dk1"/>
                </a:solidFill>
                <a:latin typeface="+mn-lt"/>
                <a:ea typeface="+mn-ea"/>
                <a:cs typeface="+mn-cs"/>
              </a:defRPr>
            </a:lvl5pPr>
            <a:lvl6pPr marL="2286000" algn="l" defTabSz="914400" rtl="0" eaLnBrk="1" latinLnBrk="0" hangingPunct="1">
              <a:defRPr sz="2400" kern="1200">
                <a:solidFill>
                  <a:schemeClr val="dk1"/>
                </a:solidFill>
                <a:latin typeface="+mn-lt"/>
                <a:ea typeface="+mn-ea"/>
                <a:cs typeface="+mn-cs"/>
              </a:defRPr>
            </a:lvl6pPr>
            <a:lvl7pPr marL="2743200" algn="l" defTabSz="914400" rtl="0" eaLnBrk="1" latinLnBrk="0" hangingPunct="1">
              <a:defRPr sz="2400" kern="1200">
                <a:solidFill>
                  <a:schemeClr val="dk1"/>
                </a:solidFill>
                <a:latin typeface="+mn-lt"/>
                <a:ea typeface="+mn-ea"/>
                <a:cs typeface="+mn-cs"/>
              </a:defRPr>
            </a:lvl7pPr>
            <a:lvl8pPr marL="3200400" algn="l" defTabSz="914400" rtl="0" eaLnBrk="1" latinLnBrk="0" hangingPunct="1">
              <a:defRPr sz="2400" kern="1200">
                <a:solidFill>
                  <a:schemeClr val="dk1"/>
                </a:solidFill>
                <a:latin typeface="+mn-lt"/>
                <a:ea typeface="+mn-ea"/>
                <a:cs typeface="+mn-cs"/>
              </a:defRPr>
            </a:lvl8pPr>
            <a:lvl9pPr marL="3657600" algn="l" defTabSz="914400" rtl="0" eaLnBrk="1" latinLnBrk="0" hangingPunct="1">
              <a:defRPr sz="2400" kern="1200">
                <a:solidFill>
                  <a:schemeClr val="dk1"/>
                </a:solidFill>
                <a:latin typeface="+mn-lt"/>
                <a:ea typeface="+mn-ea"/>
                <a:cs typeface="+mn-cs"/>
              </a:defRPr>
            </a:lvl9pPr>
          </a:lstStyle>
          <a:p>
            <a:pPr defTabSz="977900"/>
            <a:endParaRPr lang="es-ES">
              <a:solidFill>
                <a:schemeClr val="tx1"/>
              </a:solidFill>
              <a:latin typeface="Arial" charset="0"/>
            </a:endParaRPr>
          </a:p>
        </p:txBody>
      </p:sp>
      <p:pic>
        <p:nvPicPr>
          <p:cNvPr id="53" name="Picture 10" descr="Resultado de imagen de Openshift icon">
            <a:extLst>
              <a:ext uri="{FF2B5EF4-FFF2-40B4-BE49-F238E27FC236}">
                <a16:creationId xmlns:a16="http://schemas.microsoft.com/office/drawing/2014/main" id="{3E45703F-226C-4618-8831-2D23E60F8AE4}"/>
              </a:ext>
            </a:extLst>
          </p:cNvPr>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9247722" y="2456222"/>
            <a:ext cx="239828" cy="282164"/>
          </a:xfrm>
          <a:prstGeom prst="rect">
            <a:avLst/>
          </a:prstGeom>
          <a:noFill/>
          <a:extLst>
            <a:ext uri="{909E8E84-426E-40DD-AFC4-6F175D3DCCD1}">
              <a14:hiddenFill xmlns:a14="http://schemas.microsoft.com/office/drawing/2010/main">
                <a:solidFill>
                  <a:srgbClr val="FFFFFF"/>
                </a:solidFill>
              </a14:hiddenFill>
            </a:ext>
          </a:extLst>
        </p:spPr>
      </p:pic>
      <p:sp>
        <p:nvSpPr>
          <p:cNvPr id="59" name="CuadroTexto 58">
            <a:extLst>
              <a:ext uri="{FF2B5EF4-FFF2-40B4-BE49-F238E27FC236}">
                <a16:creationId xmlns:a16="http://schemas.microsoft.com/office/drawing/2014/main" id="{1AE80AA5-5DBB-4DE6-A75B-68E40A42B585}"/>
              </a:ext>
            </a:extLst>
          </p:cNvPr>
          <p:cNvSpPr txBox="1"/>
          <p:nvPr/>
        </p:nvSpPr>
        <p:spPr>
          <a:xfrm>
            <a:off x="8860036" y="2201086"/>
            <a:ext cx="1685929" cy="248530"/>
          </a:xfrm>
          <a:prstGeom prst="rect">
            <a:avLst/>
          </a:prstGeom>
          <a:noFill/>
        </p:spPr>
        <p:txBody>
          <a:bodyPr wrap="square" rtlCol="0">
            <a:spAutoFit/>
          </a:bodyPr>
          <a:lstStyle/>
          <a:p>
            <a:r>
              <a:rPr lang="es-ES" sz="1015" b="1" dirty="0">
                <a:solidFill>
                  <a:srgbClr val="1BB3BC"/>
                </a:solidFill>
              </a:rPr>
              <a:t>PaaS Intranet HC 2.0</a:t>
            </a:r>
          </a:p>
        </p:txBody>
      </p:sp>
      <p:cxnSp>
        <p:nvCxnSpPr>
          <p:cNvPr id="60" name="451 Conector recto de flecha">
            <a:extLst>
              <a:ext uri="{FF2B5EF4-FFF2-40B4-BE49-F238E27FC236}">
                <a16:creationId xmlns:a16="http://schemas.microsoft.com/office/drawing/2014/main" id="{D89D6197-3023-497A-B09B-A196FF8B5281}"/>
              </a:ext>
            </a:extLst>
          </p:cNvPr>
          <p:cNvCxnSpPr>
            <a:cxnSpLocks/>
            <a:endCxn id="52" idx="1"/>
          </p:cNvCxnSpPr>
          <p:nvPr/>
        </p:nvCxnSpPr>
        <p:spPr bwMode="auto">
          <a:xfrm flipV="1">
            <a:off x="7817888" y="2517135"/>
            <a:ext cx="922083" cy="60462"/>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61" name="Oval 18">
            <a:extLst>
              <a:ext uri="{FF2B5EF4-FFF2-40B4-BE49-F238E27FC236}">
                <a16:creationId xmlns:a16="http://schemas.microsoft.com/office/drawing/2014/main" id="{1B1C2BBB-FC48-4FCE-9114-A96300605F45}"/>
              </a:ext>
            </a:extLst>
          </p:cNvPr>
          <p:cNvSpPr>
            <a:spLocks noChangeArrowheads="1"/>
          </p:cNvSpPr>
          <p:nvPr/>
        </p:nvSpPr>
        <p:spPr bwMode="auto">
          <a:xfrm>
            <a:off x="7485107" y="2826431"/>
            <a:ext cx="226800" cy="227917"/>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Tree>
    <p:extLst>
      <p:ext uri="{BB962C8B-B14F-4D97-AF65-F5344CB8AC3E}">
        <p14:creationId xmlns:p14="http://schemas.microsoft.com/office/powerpoint/2010/main" val="21568832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2 Marcador de pie de página"/>
          <p:cNvSpPr txBox="1">
            <a:spLocks/>
          </p:cNvSpPr>
          <p:nvPr/>
        </p:nvSpPr>
        <p:spPr>
          <a:xfrm>
            <a:off x="1" y="42181"/>
            <a:ext cx="8636000" cy="442035"/>
          </a:xfrm>
          <a:prstGeom prst="rect">
            <a:avLst/>
          </a:prstGeom>
        </p:spPr>
        <p:txBody>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2400" dirty="0">
                <a:solidFill>
                  <a:srgbClr val="FF0000"/>
                </a:solidFill>
                <a:latin typeface="Gadugi" panose="020B0502040204020203" pitchFamily="34" charset="0"/>
              </a:rPr>
              <a:t>Solución Técnica – Intranet</a:t>
            </a:r>
          </a:p>
        </p:txBody>
      </p:sp>
      <p:sp>
        <p:nvSpPr>
          <p:cNvPr id="4" name="2 Marcador de contenido"/>
          <p:cNvSpPr txBox="1">
            <a:spLocks/>
          </p:cNvSpPr>
          <p:nvPr/>
        </p:nvSpPr>
        <p:spPr bwMode="auto">
          <a:xfrm>
            <a:off x="265674" y="619107"/>
            <a:ext cx="9608866" cy="564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749" tIns="48875" rIns="97749" bIns="48875"/>
          <a:lstStyle>
            <a:lvl1pPr marL="457200" indent="-457200" defTabSz="977900" eaLnBrk="0" hangingPunct="0">
              <a:defRPr sz="2400">
                <a:solidFill>
                  <a:schemeClr val="tx1"/>
                </a:solidFill>
                <a:latin typeface="Arial" charset="0"/>
                <a:cs typeface="Arial" charset="0"/>
              </a:defRPr>
            </a:lvl1pPr>
            <a:lvl2pPr marL="742950" indent="-285750" defTabSz="977900" eaLnBrk="0" hangingPunct="0">
              <a:defRPr sz="2400">
                <a:solidFill>
                  <a:schemeClr val="tx1"/>
                </a:solidFill>
                <a:latin typeface="Arial" charset="0"/>
                <a:cs typeface="Arial" charset="0"/>
              </a:defRPr>
            </a:lvl2pPr>
            <a:lvl3pPr marL="1143000" indent="-228600" defTabSz="977900" eaLnBrk="0" hangingPunct="0">
              <a:defRPr sz="2400">
                <a:solidFill>
                  <a:schemeClr val="tx1"/>
                </a:solidFill>
                <a:latin typeface="Arial" charset="0"/>
                <a:cs typeface="Arial" charset="0"/>
              </a:defRPr>
            </a:lvl3pPr>
            <a:lvl4pPr marL="1600200" indent="-228600" defTabSz="977900" eaLnBrk="0" hangingPunct="0">
              <a:defRPr sz="2400">
                <a:solidFill>
                  <a:schemeClr val="tx1"/>
                </a:solidFill>
                <a:latin typeface="Arial" charset="0"/>
                <a:cs typeface="Arial" charset="0"/>
              </a:defRPr>
            </a:lvl4pPr>
            <a:lvl5pPr marL="2057400" indent="-228600" defTabSz="977900" eaLnBrk="0" hangingPunct="0">
              <a:defRPr sz="2400">
                <a:solidFill>
                  <a:schemeClr val="tx1"/>
                </a:solidFill>
                <a:latin typeface="Arial" charset="0"/>
                <a:cs typeface="Arial" charset="0"/>
              </a:defRPr>
            </a:lvl5pPr>
            <a:lvl6pPr marL="2514600" indent="-228600" defTabSz="977900" eaLnBrk="0" fontAlgn="base" hangingPunct="0">
              <a:spcBef>
                <a:spcPct val="0"/>
              </a:spcBef>
              <a:spcAft>
                <a:spcPct val="0"/>
              </a:spcAft>
              <a:defRPr sz="2400">
                <a:solidFill>
                  <a:schemeClr val="tx1"/>
                </a:solidFill>
                <a:latin typeface="Arial" charset="0"/>
                <a:cs typeface="Arial" charset="0"/>
              </a:defRPr>
            </a:lvl6pPr>
            <a:lvl7pPr marL="2971800" indent="-228600" defTabSz="977900" eaLnBrk="0" fontAlgn="base" hangingPunct="0">
              <a:spcBef>
                <a:spcPct val="0"/>
              </a:spcBef>
              <a:spcAft>
                <a:spcPct val="0"/>
              </a:spcAft>
              <a:defRPr sz="2400">
                <a:solidFill>
                  <a:schemeClr val="tx1"/>
                </a:solidFill>
                <a:latin typeface="Arial" charset="0"/>
                <a:cs typeface="Arial" charset="0"/>
              </a:defRPr>
            </a:lvl7pPr>
            <a:lvl8pPr marL="3429000" indent="-228600" defTabSz="977900" eaLnBrk="0" fontAlgn="base" hangingPunct="0">
              <a:spcBef>
                <a:spcPct val="0"/>
              </a:spcBef>
              <a:spcAft>
                <a:spcPct val="0"/>
              </a:spcAft>
              <a:defRPr sz="2400">
                <a:solidFill>
                  <a:schemeClr val="tx1"/>
                </a:solidFill>
                <a:latin typeface="Arial" charset="0"/>
                <a:cs typeface="Arial" charset="0"/>
              </a:defRPr>
            </a:lvl8pPr>
            <a:lvl9pPr marL="3886200" indent="-228600" defTabSz="977900" eaLnBrk="0" fontAlgn="base" hangingPunct="0">
              <a:spcBef>
                <a:spcPct val="0"/>
              </a:spcBef>
              <a:spcAft>
                <a:spcPct val="0"/>
              </a:spcAft>
              <a:defRPr sz="2400">
                <a:solidFill>
                  <a:schemeClr val="tx1"/>
                </a:solidFill>
                <a:latin typeface="Arial" charset="0"/>
                <a:cs typeface="Arial" charset="0"/>
              </a:defRPr>
            </a:lvl9pPr>
          </a:lstStyle>
          <a:p>
            <a:pPr eaLnBrk="1" hangingPunct="1">
              <a:lnSpc>
                <a:spcPts val="2400"/>
              </a:lnSpc>
            </a:pPr>
            <a:r>
              <a:rPr lang="es-ES_tradnl" altLang="es-ES" sz="2000" dirty="0">
                <a:solidFill>
                  <a:srgbClr val="FF0000"/>
                </a:solidFill>
              </a:rPr>
              <a:t>Descripción </a:t>
            </a:r>
            <a:r>
              <a:rPr lang="es-ES" altLang="es-ES" sz="2000" dirty="0">
                <a:solidFill>
                  <a:srgbClr val="FF0000"/>
                </a:solidFill>
              </a:rPr>
              <a:t>proceso Listado de contrataciones para Marketing</a:t>
            </a:r>
            <a:endParaRPr lang="es-ES_tradnl" altLang="es-ES" sz="2000" dirty="0">
              <a:solidFill>
                <a:srgbClr val="FF0000"/>
              </a:solidFill>
            </a:endParaRPr>
          </a:p>
          <a:p>
            <a:pPr eaLnBrk="1" hangingPunct="1">
              <a:lnSpc>
                <a:spcPts val="2400"/>
              </a:lnSpc>
              <a:buFontTx/>
              <a:buNone/>
            </a:pPr>
            <a:endParaRPr lang="es-ES_tradnl" altLang="es-ES" sz="2000" u="sng" dirty="0">
              <a:solidFill>
                <a:srgbClr val="FF0000"/>
              </a:solidFill>
            </a:endParaRPr>
          </a:p>
          <a:p>
            <a:pPr marL="0" indent="0">
              <a:buClr>
                <a:srgbClr val="FF0000"/>
              </a:buClr>
              <a:defRPr/>
            </a:pPr>
            <a:endParaRPr lang="es-ES_tradnl" altLang="es-ES" sz="2000" u="sng" dirty="0">
              <a:solidFill>
                <a:srgbClr val="FF0000"/>
              </a:solidFill>
            </a:endParaRPr>
          </a:p>
          <a:p>
            <a:pPr marL="0" indent="0">
              <a:buClr>
                <a:srgbClr val="FF0000"/>
              </a:buClr>
              <a:defRPr/>
            </a:pPr>
            <a:r>
              <a:rPr lang="es-ES_tradnl" altLang="es-ES" sz="2000" dirty="0">
                <a:solidFill>
                  <a:srgbClr val="FF0000"/>
                </a:solidFill>
              </a:rPr>
              <a:t> </a:t>
            </a:r>
            <a:endParaRPr lang="es-ES" sz="1600" dirty="0">
              <a:solidFill>
                <a:srgbClr val="808080"/>
              </a:solidFill>
            </a:endParaRPr>
          </a:p>
        </p:txBody>
      </p:sp>
      <p:graphicFrame>
        <p:nvGraphicFramePr>
          <p:cNvPr id="6" name="Group 6"/>
          <p:cNvGraphicFramePr>
            <a:graphicFrameLocks/>
          </p:cNvGraphicFramePr>
          <p:nvPr>
            <p:extLst>
              <p:ext uri="{D42A27DB-BD31-4B8C-83A1-F6EECF244321}">
                <p14:modId xmlns:p14="http://schemas.microsoft.com/office/powerpoint/2010/main" val="2175965575"/>
              </p:ext>
            </p:extLst>
          </p:nvPr>
        </p:nvGraphicFramePr>
        <p:xfrm>
          <a:off x="358094" y="1024831"/>
          <a:ext cx="11255784" cy="4439565"/>
        </p:xfrm>
        <a:graphic>
          <a:graphicData uri="http://schemas.openxmlformats.org/drawingml/2006/table">
            <a:tbl>
              <a:tblPr/>
              <a:tblGrid>
                <a:gridCol w="1098917">
                  <a:extLst>
                    <a:ext uri="{9D8B030D-6E8A-4147-A177-3AD203B41FA5}">
                      <a16:colId xmlns:a16="http://schemas.microsoft.com/office/drawing/2014/main" val="20000"/>
                    </a:ext>
                  </a:extLst>
                </a:gridCol>
                <a:gridCol w="10156867">
                  <a:extLst>
                    <a:ext uri="{9D8B030D-6E8A-4147-A177-3AD203B41FA5}">
                      <a16:colId xmlns:a16="http://schemas.microsoft.com/office/drawing/2014/main" val="20001"/>
                    </a:ext>
                  </a:extLst>
                </a:gridCol>
              </a:tblGrid>
              <a:tr h="392361">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200" b="1" i="0" u="none" strike="noStrike" cap="none" normalizeH="0" baseline="0" dirty="0">
                          <a:ln>
                            <a:noFill/>
                          </a:ln>
                          <a:solidFill>
                            <a:schemeClr val="bg1"/>
                          </a:solidFill>
                          <a:effectLst/>
                          <a:latin typeface="Arial" charset="0"/>
                        </a:rPr>
                        <a:t>Paso</a:t>
                      </a:r>
                    </a:p>
                  </a:txBody>
                  <a:tcPr marL="90007" marR="90007" marT="46789" marB="4678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200" b="1" i="0" u="none" strike="noStrike" cap="none" normalizeH="0" baseline="0" dirty="0">
                          <a:ln>
                            <a:noFill/>
                          </a:ln>
                          <a:solidFill>
                            <a:schemeClr val="bg1"/>
                          </a:solidFill>
                          <a:effectLst/>
                          <a:latin typeface="Arial" charset="0"/>
                        </a:rPr>
                        <a:t>Descripción </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0"/>
                  </a:ext>
                </a:extLst>
              </a:tr>
              <a:tr h="661447">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endParaRPr lang="es-ES" sz="1300" kern="1200" dirty="0">
                        <a:solidFill>
                          <a:schemeClr val="bg1">
                            <a:lumMod val="50000"/>
                          </a:schemeClr>
                        </a:solidFill>
                        <a:latin typeface="Arial" charset="0"/>
                        <a:ea typeface="+mn-ea"/>
                        <a:cs typeface="Arial" charset="0"/>
                      </a:endParaRPr>
                    </a:p>
                  </a:txBody>
                  <a:tcPr marL="95255" marR="95255" marT="50646" marB="506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88900" indent="-88900" eaLnBrk="1" hangingPunct="1">
                        <a:defRPr/>
                      </a:pPr>
                      <a:r>
                        <a:rPr lang="es-ES" sz="1800" kern="1200" baseline="0" dirty="0">
                          <a:solidFill>
                            <a:schemeClr val="bg1">
                              <a:lumMod val="50000"/>
                            </a:schemeClr>
                          </a:solidFill>
                          <a:latin typeface="Arial" charset="0"/>
                          <a:ea typeface="+mn-ea"/>
                          <a:cs typeface="Arial" charset="0"/>
                        </a:rPr>
                        <a:t>Procesos Batch realizados en Java(periodicidad: diaria)</a:t>
                      </a:r>
                    </a:p>
                    <a:p>
                      <a:pPr marL="88900" indent="-88900" eaLnBrk="1" hangingPunct="1">
                        <a:defRPr/>
                      </a:pPr>
                      <a:endParaRPr lang="es-ES" sz="1800" kern="1200" baseline="0" dirty="0">
                        <a:solidFill>
                          <a:schemeClr val="bg1">
                            <a:lumMod val="50000"/>
                          </a:schemeClr>
                        </a:solidFill>
                        <a:latin typeface="Arial" charset="0"/>
                        <a:ea typeface="+mn-ea"/>
                        <a:cs typeface="Arial" charset="0"/>
                      </a:endParaRPr>
                    </a:p>
                    <a:p>
                      <a:pPr>
                        <a:defRPr/>
                      </a:pPr>
                      <a:r>
                        <a:rPr lang="es-ES" sz="1800" kern="1200" baseline="0" dirty="0">
                          <a:solidFill>
                            <a:schemeClr val="bg1">
                              <a:lumMod val="50000"/>
                            </a:schemeClr>
                          </a:solidFill>
                          <a:latin typeface="Arial" charset="0"/>
                          <a:ea typeface="+mn-ea"/>
                          <a:cs typeface="Arial" charset="0"/>
                        </a:rPr>
                        <a:t>Descripción:</a:t>
                      </a:r>
                    </a:p>
                    <a:p>
                      <a:pPr>
                        <a:defRPr/>
                      </a:pPr>
                      <a:r>
                        <a:rPr lang="es-ES" sz="1800" kern="1200" baseline="0" dirty="0">
                          <a:solidFill>
                            <a:schemeClr val="bg1">
                              <a:lumMod val="50000"/>
                            </a:schemeClr>
                          </a:solidFill>
                          <a:latin typeface="Arial" charset="0"/>
                          <a:ea typeface="+mn-ea"/>
                          <a:cs typeface="Arial" charset="0"/>
                        </a:rPr>
                        <a:t>Generar Excel (un fichero al día) con las contrataciones realizada durante el día. Se envían por correo a Marketing. </a:t>
                      </a:r>
                    </a:p>
                    <a:p>
                      <a:pPr>
                        <a:defRPr/>
                      </a:pPr>
                      <a:endParaRPr lang="es-ES" sz="1800" kern="1200" baseline="0" dirty="0">
                        <a:solidFill>
                          <a:schemeClr val="bg1">
                            <a:lumMod val="50000"/>
                          </a:schemeClr>
                        </a:solidFill>
                        <a:latin typeface="Arial" charset="0"/>
                        <a:ea typeface="+mn-ea"/>
                        <a:cs typeface="Arial" charset="0"/>
                      </a:endParaRPr>
                    </a:p>
                    <a:p>
                      <a:pPr>
                        <a:defRPr/>
                      </a:pPr>
                      <a:r>
                        <a:rPr lang="es-ES" sz="1800" kern="1200" baseline="0" dirty="0">
                          <a:solidFill>
                            <a:schemeClr val="bg1">
                              <a:lumMod val="50000"/>
                            </a:schemeClr>
                          </a:solidFill>
                          <a:latin typeface="Arial" charset="0"/>
                          <a:ea typeface="+mn-ea"/>
                          <a:cs typeface="Arial" charset="0"/>
                        </a:rPr>
                        <a:t>Planificación:</a:t>
                      </a:r>
                    </a:p>
                    <a:p>
                      <a:pPr>
                        <a:defRPr/>
                      </a:pPr>
                      <a:r>
                        <a:rPr lang="es-ES" sz="1800" kern="1200" baseline="0" dirty="0">
                          <a:solidFill>
                            <a:schemeClr val="bg1">
                              <a:lumMod val="50000"/>
                            </a:schemeClr>
                          </a:solidFill>
                          <a:latin typeface="Arial" charset="0"/>
                          <a:ea typeface="+mn-ea"/>
                          <a:cs typeface="Arial" charset="0"/>
                        </a:rPr>
                        <a:t>Diaria (a las 7:00).</a:t>
                      </a:r>
                    </a:p>
                    <a:p>
                      <a:pPr>
                        <a:defRPr/>
                      </a:pPr>
                      <a:endParaRPr lang="es-ES" sz="1800" kern="1200" baseline="0" dirty="0">
                        <a:solidFill>
                          <a:schemeClr val="bg1">
                            <a:lumMod val="50000"/>
                          </a:schemeClr>
                        </a:solidFill>
                        <a:latin typeface="Arial" charset="0"/>
                        <a:ea typeface="+mn-ea"/>
                        <a:cs typeface="Arial" charset="0"/>
                      </a:endParaRPr>
                    </a:p>
                    <a:p>
                      <a:pPr>
                        <a:defRPr/>
                      </a:pPr>
                      <a:r>
                        <a:rPr lang="es-ES" sz="1800" kern="1200" baseline="0" dirty="0">
                          <a:solidFill>
                            <a:schemeClr val="bg1">
                              <a:lumMod val="50000"/>
                            </a:schemeClr>
                          </a:solidFill>
                          <a:latin typeface="Arial" charset="0"/>
                          <a:ea typeface="+mn-ea"/>
                          <a:cs typeface="Arial" charset="0"/>
                        </a:rPr>
                        <a:t>Volumetría:</a:t>
                      </a:r>
                    </a:p>
                    <a:p>
                      <a:pPr>
                        <a:defRPr/>
                      </a:pPr>
                      <a:r>
                        <a:rPr lang="es-ES" sz="1800" kern="1200" baseline="0" dirty="0">
                          <a:solidFill>
                            <a:schemeClr val="bg1">
                              <a:lumMod val="50000"/>
                            </a:schemeClr>
                          </a:solidFill>
                          <a:latin typeface="Arial" charset="0"/>
                          <a:ea typeface="+mn-ea"/>
                          <a:cs typeface="Arial" charset="0"/>
                        </a:rPr>
                        <a:t>Tamaño medio/máximo del fichero: 50Kb / 200Kb</a:t>
                      </a:r>
                    </a:p>
                    <a:p>
                      <a:pPr eaLnBrk="1" hangingPunct="1">
                        <a:defRPr/>
                      </a:pPr>
                      <a:endParaRPr lang="es-ES" sz="1800" kern="1200" baseline="0" dirty="0">
                        <a:solidFill>
                          <a:schemeClr val="bg1">
                            <a:lumMod val="50000"/>
                          </a:schemeClr>
                        </a:solidFill>
                        <a:latin typeface="Arial" charset="0"/>
                        <a:ea typeface="+mn-ea"/>
                        <a:cs typeface="Arial" charset="0"/>
                      </a:endParaRPr>
                    </a:p>
                  </a:txBody>
                  <a:tcPr marL="95255" marR="95255" marT="50646" marB="506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54072">
                <a:tc>
                  <a:txBody>
                    <a:bodyPr/>
                    <a:lstStyle/>
                    <a:p>
                      <a:pPr marL="0" marR="0" lvl="0" indent="0" algn="ctr" defTabSz="914400" rtl="0" eaLnBrk="1" fontAlgn="base" latinLnBrk="0" hangingPunct="1">
                        <a:lnSpc>
                          <a:spcPts val="2400"/>
                        </a:lnSpc>
                        <a:spcBef>
                          <a:spcPct val="20000"/>
                        </a:spcBef>
                        <a:spcAft>
                          <a:spcPct val="0"/>
                        </a:spcAft>
                        <a:buClrTx/>
                        <a:buSzTx/>
                        <a:buFontTx/>
                        <a:buNone/>
                        <a:tabLst/>
                        <a:defRPr/>
                      </a:pPr>
                      <a:endParaRPr lang="es-ES" altLang="es-ES" sz="1300" kern="1200" dirty="0">
                        <a:solidFill>
                          <a:schemeClr val="bg1">
                            <a:lumMod val="50000"/>
                          </a:schemeClr>
                        </a:solidFill>
                        <a:latin typeface="Arial" charset="0"/>
                        <a:ea typeface="+mn-ea"/>
                        <a:cs typeface="Arial" charset="0"/>
                      </a:endParaRPr>
                    </a:p>
                  </a:txBody>
                  <a:tcPr marL="95255" marR="95255" marT="50646" marB="506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lang="es-ES_tradnl" sz="1800" kern="1200" baseline="0" dirty="0">
                          <a:solidFill>
                            <a:schemeClr val="bg1">
                              <a:lumMod val="50000"/>
                            </a:schemeClr>
                          </a:solidFill>
                          <a:latin typeface="Arial" charset="0"/>
                          <a:ea typeface="+mn-ea"/>
                          <a:cs typeface="Arial" charset="0"/>
                        </a:rPr>
                        <a:t>Envío de correo a través de Relay</a:t>
                      </a:r>
                    </a:p>
                  </a:txBody>
                  <a:tcPr marL="100584" marR="100584" marT="45682" marB="456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2" name="Oval 18">
            <a:extLst>
              <a:ext uri="{FF2B5EF4-FFF2-40B4-BE49-F238E27FC236}">
                <a16:creationId xmlns:a16="http://schemas.microsoft.com/office/drawing/2014/main" id="{9629D2C5-4837-432A-BBB8-82F2A7DB0499}"/>
              </a:ext>
            </a:extLst>
          </p:cNvPr>
          <p:cNvSpPr>
            <a:spLocks noChangeArrowheads="1"/>
          </p:cNvSpPr>
          <p:nvPr/>
        </p:nvSpPr>
        <p:spPr bwMode="auto">
          <a:xfrm>
            <a:off x="738180" y="2422499"/>
            <a:ext cx="252000" cy="252000"/>
          </a:xfrm>
          <a:prstGeom prst="ellipse">
            <a:avLst/>
          </a:prstGeom>
          <a:solidFill>
            <a:srgbClr val="FF0000"/>
          </a:solidFill>
          <a:ln w="9525">
            <a:solidFill>
              <a:srgbClr val="000000"/>
            </a:solidFill>
            <a:round/>
            <a:headEnd/>
            <a:tailEn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a:buNone/>
            </a:pPr>
            <a:r>
              <a:rPr lang="es-ES" altLang="es-ES" sz="1200" dirty="0">
                <a:solidFill>
                  <a:schemeClr val="lt1"/>
                </a:solidFill>
              </a:rPr>
              <a:t>1</a:t>
            </a:r>
          </a:p>
        </p:txBody>
      </p:sp>
      <p:sp>
        <p:nvSpPr>
          <p:cNvPr id="13" name="Oval 18">
            <a:extLst>
              <a:ext uri="{FF2B5EF4-FFF2-40B4-BE49-F238E27FC236}">
                <a16:creationId xmlns:a16="http://schemas.microsoft.com/office/drawing/2014/main" id="{4F191247-3DD3-4FB8-99EB-5E4215336E4C}"/>
              </a:ext>
            </a:extLst>
          </p:cNvPr>
          <p:cNvSpPr>
            <a:spLocks noChangeArrowheads="1"/>
          </p:cNvSpPr>
          <p:nvPr/>
        </p:nvSpPr>
        <p:spPr bwMode="auto">
          <a:xfrm>
            <a:off x="752128" y="4965979"/>
            <a:ext cx="242257" cy="252000"/>
          </a:xfrm>
          <a:prstGeom prst="ellipse">
            <a:avLst/>
          </a:prstGeom>
          <a:solidFill>
            <a:srgbClr val="FF0000"/>
          </a:solidFill>
          <a:ln w="9525">
            <a:solidFill>
              <a:srgbClr val="000000"/>
            </a:solidFill>
            <a:round/>
            <a:headEnd/>
            <a:tailEn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a:buNone/>
            </a:pPr>
            <a:r>
              <a:rPr lang="es-ES" altLang="es-ES" sz="1200" dirty="0">
                <a:solidFill>
                  <a:schemeClr val="lt1"/>
                </a:solidFill>
              </a:rPr>
              <a:t>2</a:t>
            </a:r>
          </a:p>
        </p:txBody>
      </p:sp>
      <p:sp>
        <p:nvSpPr>
          <p:cNvPr id="10" name="Rectángulo 9">
            <a:extLst>
              <a:ext uri="{FF2B5EF4-FFF2-40B4-BE49-F238E27FC236}">
                <a16:creationId xmlns:a16="http://schemas.microsoft.com/office/drawing/2014/main" id="{BEDA10CD-5182-4CE8-8369-9B8F7A7F886C}"/>
              </a:ext>
            </a:extLst>
          </p:cNvPr>
          <p:cNvSpPr/>
          <p:nvPr/>
        </p:nvSpPr>
        <p:spPr>
          <a:xfrm>
            <a:off x="1179371" y="5852333"/>
            <a:ext cx="11381231" cy="307777"/>
          </a:xfrm>
          <a:prstGeom prst="rect">
            <a:avLst/>
          </a:prstGeom>
        </p:spPr>
        <p:txBody>
          <a:bodyPr wrap="square">
            <a:spAutoFit/>
          </a:bodyPr>
          <a:lstStyle/>
          <a:p>
            <a:r>
              <a:rPr lang="en-US" sz="1400" dirty="0">
                <a:solidFill>
                  <a:schemeClr val="bg1">
                    <a:lumMod val="50000"/>
                  </a:schemeClr>
                </a:solidFill>
                <a:latin typeface="Arial" charset="0"/>
                <a:cs typeface="Arial" charset="0"/>
              </a:rPr>
              <a:t>. </a:t>
            </a:r>
            <a:endParaRPr lang="es-ES" sz="1400" dirty="0"/>
          </a:p>
        </p:txBody>
      </p:sp>
      <p:sp>
        <p:nvSpPr>
          <p:cNvPr id="11" name="5 Marcador de número de diapositiva">
            <a:extLst>
              <a:ext uri="{FF2B5EF4-FFF2-40B4-BE49-F238E27FC236}">
                <a16:creationId xmlns:a16="http://schemas.microsoft.com/office/drawing/2014/main" id="{28929CFE-186F-40F5-B726-8BD9061345C1}"/>
              </a:ext>
            </a:extLst>
          </p:cNvPr>
          <p:cNvSpPr txBox="1">
            <a:spLocks/>
          </p:cNvSpPr>
          <p:nvPr/>
        </p:nvSpPr>
        <p:spPr>
          <a:xfrm>
            <a:off x="6113782" y="6387833"/>
            <a:ext cx="267971" cy="2911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2202" rIns="42202"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300"/>
              </a:spcBef>
              <a:spcAft>
                <a:spcPts val="0"/>
              </a:spcAft>
              <a:buClrTx/>
              <a:buSzTx/>
              <a:buFontTx/>
              <a:buNone/>
              <a:tabLst/>
              <a:defRPr kumimoji="0" sz="1400" b="1" i="0" u="none" strike="noStrike" cap="none" spc="0" normalizeH="0" baseline="0">
                <a:ln>
                  <a:noFill/>
                </a:ln>
                <a:solidFill>
                  <a:srgbClr val="5F5F5F"/>
                </a:solidFill>
                <a:effectLst/>
                <a:uFillTx/>
                <a:latin typeface="Arial"/>
                <a:ea typeface="Arial"/>
                <a:cs typeface="Arial"/>
                <a:sym typeface="Arial"/>
              </a:defRPr>
            </a:lvl1pPr>
            <a:lvl2pPr marL="0" marR="0" indent="4572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s-ES" sz="1292"/>
              <a:pPr/>
              <a:t>28</a:t>
            </a:fld>
            <a:endParaRPr lang="es-ES" sz="1292" dirty="0"/>
          </a:p>
        </p:txBody>
      </p:sp>
    </p:spTree>
    <p:extLst>
      <p:ext uri="{BB962C8B-B14F-4D97-AF65-F5344CB8AC3E}">
        <p14:creationId xmlns:p14="http://schemas.microsoft.com/office/powerpoint/2010/main" val="36911499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2 Marcador de pie de página"/>
          <p:cNvSpPr txBox="1">
            <a:spLocks/>
          </p:cNvSpPr>
          <p:nvPr/>
        </p:nvSpPr>
        <p:spPr>
          <a:xfrm>
            <a:off x="1" y="42181"/>
            <a:ext cx="5549669" cy="442035"/>
          </a:xfrm>
          <a:prstGeom prst="rect">
            <a:avLst/>
          </a:prstGeom>
        </p:spPr>
        <p:txBody>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2400" dirty="0">
                <a:solidFill>
                  <a:srgbClr val="FF0000"/>
                </a:solidFill>
                <a:latin typeface="Gadugi" panose="020B0502040204020203" pitchFamily="34" charset="0"/>
              </a:rPr>
              <a:t>Solución Técnica - Intranet</a:t>
            </a:r>
          </a:p>
        </p:txBody>
      </p:sp>
      <p:sp>
        <p:nvSpPr>
          <p:cNvPr id="155" name="2 Marcador de contenido"/>
          <p:cNvSpPr txBox="1">
            <a:spLocks/>
          </p:cNvSpPr>
          <p:nvPr/>
        </p:nvSpPr>
        <p:spPr bwMode="auto">
          <a:xfrm>
            <a:off x="274563" y="549600"/>
            <a:ext cx="9353666" cy="387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749" tIns="48875" rIns="97749" bIns="48875"/>
          <a:lstStyle>
            <a:lvl1pPr marL="457200" indent="-457200" defTabSz="977900" eaLnBrk="0" hangingPunct="0">
              <a:defRPr sz="2400">
                <a:solidFill>
                  <a:schemeClr val="tx1"/>
                </a:solidFill>
                <a:latin typeface="Arial" charset="0"/>
                <a:cs typeface="Arial" charset="0"/>
              </a:defRPr>
            </a:lvl1pPr>
            <a:lvl2pPr marL="742950" indent="-285750" defTabSz="977900" eaLnBrk="0" hangingPunct="0">
              <a:defRPr sz="2400">
                <a:solidFill>
                  <a:schemeClr val="tx1"/>
                </a:solidFill>
                <a:latin typeface="Arial" charset="0"/>
                <a:cs typeface="Arial" charset="0"/>
              </a:defRPr>
            </a:lvl2pPr>
            <a:lvl3pPr marL="1143000" indent="-228600" defTabSz="977900" eaLnBrk="0" hangingPunct="0">
              <a:defRPr sz="2400">
                <a:solidFill>
                  <a:schemeClr val="tx1"/>
                </a:solidFill>
                <a:latin typeface="Arial" charset="0"/>
                <a:cs typeface="Arial" charset="0"/>
              </a:defRPr>
            </a:lvl3pPr>
            <a:lvl4pPr marL="1600200" indent="-228600" defTabSz="977900" eaLnBrk="0" hangingPunct="0">
              <a:defRPr sz="2400">
                <a:solidFill>
                  <a:schemeClr val="tx1"/>
                </a:solidFill>
                <a:latin typeface="Arial" charset="0"/>
                <a:cs typeface="Arial" charset="0"/>
              </a:defRPr>
            </a:lvl4pPr>
            <a:lvl5pPr marL="2057400" indent="-228600" defTabSz="977900" eaLnBrk="0" hangingPunct="0">
              <a:defRPr sz="2400">
                <a:solidFill>
                  <a:schemeClr val="tx1"/>
                </a:solidFill>
                <a:latin typeface="Arial" charset="0"/>
                <a:cs typeface="Arial" charset="0"/>
              </a:defRPr>
            </a:lvl5pPr>
            <a:lvl6pPr marL="2514600" indent="-228600" defTabSz="977900" eaLnBrk="0" fontAlgn="base" hangingPunct="0">
              <a:spcBef>
                <a:spcPct val="0"/>
              </a:spcBef>
              <a:spcAft>
                <a:spcPct val="0"/>
              </a:spcAft>
              <a:defRPr sz="2400">
                <a:solidFill>
                  <a:schemeClr val="tx1"/>
                </a:solidFill>
                <a:latin typeface="Arial" charset="0"/>
                <a:cs typeface="Arial" charset="0"/>
              </a:defRPr>
            </a:lvl6pPr>
            <a:lvl7pPr marL="2971800" indent="-228600" defTabSz="977900" eaLnBrk="0" fontAlgn="base" hangingPunct="0">
              <a:spcBef>
                <a:spcPct val="0"/>
              </a:spcBef>
              <a:spcAft>
                <a:spcPct val="0"/>
              </a:spcAft>
              <a:defRPr sz="2400">
                <a:solidFill>
                  <a:schemeClr val="tx1"/>
                </a:solidFill>
                <a:latin typeface="Arial" charset="0"/>
                <a:cs typeface="Arial" charset="0"/>
              </a:defRPr>
            </a:lvl7pPr>
            <a:lvl8pPr marL="3429000" indent="-228600" defTabSz="977900" eaLnBrk="0" fontAlgn="base" hangingPunct="0">
              <a:spcBef>
                <a:spcPct val="0"/>
              </a:spcBef>
              <a:spcAft>
                <a:spcPct val="0"/>
              </a:spcAft>
              <a:defRPr sz="2400">
                <a:solidFill>
                  <a:schemeClr val="tx1"/>
                </a:solidFill>
                <a:latin typeface="Arial" charset="0"/>
                <a:cs typeface="Arial" charset="0"/>
              </a:defRPr>
            </a:lvl8pPr>
            <a:lvl9pPr marL="3886200" indent="-228600" defTabSz="977900" eaLnBrk="0" fontAlgn="base" hangingPunct="0">
              <a:spcBef>
                <a:spcPct val="0"/>
              </a:spcBef>
              <a:spcAft>
                <a:spcPct val="0"/>
              </a:spcAft>
              <a:defRPr sz="2400">
                <a:solidFill>
                  <a:schemeClr val="tx1"/>
                </a:solidFill>
                <a:latin typeface="Arial" charset="0"/>
                <a:cs typeface="Arial" charset="0"/>
              </a:defRPr>
            </a:lvl9pPr>
          </a:lstStyle>
          <a:p>
            <a:pPr marL="0" indent="0">
              <a:spcBef>
                <a:spcPts val="300"/>
              </a:spcBef>
              <a:buNone/>
            </a:pPr>
            <a:r>
              <a:rPr lang="es-ES" sz="2000" b="1" dirty="0">
                <a:solidFill>
                  <a:srgbClr val="EB0000"/>
                </a:solidFill>
                <a:ea typeface="Segoe UI" panose="020B0502040204020203" pitchFamily="34" charset="0"/>
                <a:cs typeface="Segoe UI" panose="020B0502040204020203" pitchFamily="34" charset="0"/>
              </a:rPr>
              <a:t>Mapa técnico de arquitectura: </a:t>
            </a:r>
            <a:r>
              <a:rPr lang="en-GB" sz="2000" b="1" dirty="0">
                <a:solidFill>
                  <a:srgbClr val="EB0000"/>
                </a:solidFill>
                <a:cs typeface="Segoe UI" panose="020B0502040204020203" pitchFamily="34" charset="0"/>
              </a:rPr>
              <a:t>procesos </a:t>
            </a:r>
            <a:r>
              <a:rPr lang="en-GB" sz="2000" b="1" dirty="0" err="1">
                <a:solidFill>
                  <a:srgbClr val="EB0000"/>
                </a:solidFill>
                <a:cs typeface="Segoe UI" panose="020B0502040204020203" pitchFamily="34" charset="0"/>
              </a:rPr>
              <a:t>planificados</a:t>
            </a:r>
            <a:r>
              <a:rPr lang="en-GB" sz="2000" b="1" dirty="0">
                <a:solidFill>
                  <a:srgbClr val="EB0000"/>
                </a:solidFill>
                <a:cs typeface="Segoe UI" panose="020B0502040204020203" pitchFamily="34" charset="0"/>
              </a:rPr>
              <a:t>.</a:t>
            </a:r>
          </a:p>
          <a:p>
            <a:pPr eaLnBrk="1" hangingPunct="1">
              <a:lnSpc>
                <a:spcPts val="2400"/>
              </a:lnSpc>
            </a:pPr>
            <a:r>
              <a:rPr lang="es-ES" altLang="es-ES" sz="2000" dirty="0">
                <a:solidFill>
                  <a:srgbClr val="FF0000"/>
                </a:solidFill>
              </a:rPr>
              <a:t>Proceso Envío de información a servidor FTP de Universia y Confirma</a:t>
            </a:r>
            <a:endParaRPr lang="es-ES_tradnl" altLang="es-ES" sz="2000" dirty="0">
              <a:solidFill>
                <a:srgbClr val="FF0000"/>
              </a:solidFill>
            </a:endParaRPr>
          </a:p>
          <a:p>
            <a:pPr eaLnBrk="1" hangingPunct="1">
              <a:lnSpc>
                <a:spcPts val="2400"/>
              </a:lnSpc>
            </a:pPr>
            <a:endParaRPr lang="es-ES_tradnl" altLang="es-ES" sz="2000" dirty="0">
              <a:solidFill>
                <a:srgbClr val="FF0000"/>
              </a:solidFill>
            </a:endParaRPr>
          </a:p>
          <a:p>
            <a:pPr eaLnBrk="1" hangingPunct="1">
              <a:lnSpc>
                <a:spcPts val="2400"/>
              </a:lnSpc>
              <a:buFontTx/>
              <a:buNone/>
            </a:pPr>
            <a:endParaRPr lang="es-ES_tradnl" altLang="es-ES" u="sng" dirty="0">
              <a:solidFill>
                <a:srgbClr val="FF0000"/>
              </a:solidFill>
            </a:endParaRPr>
          </a:p>
          <a:p>
            <a:pPr marL="0" indent="0">
              <a:spcBef>
                <a:spcPts val="300"/>
              </a:spcBef>
              <a:buNone/>
            </a:pPr>
            <a:endParaRPr lang="es-ES" sz="2000" b="1" dirty="0">
              <a:solidFill>
                <a:srgbClr val="EB0000"/>
              </a:solidFill>
              <a:cs typeface="Segoe UI" panose="020B0502040204020203" pitchFamily="34" charset="0"/>
            </a:endParaRPr>
          </a:p>
          <a:p>
            <a:pPr algn="ctr">
              <a:buClr>
                <a:srgbClr val="FF0000"/>
              </a:buClr>
              <a:buFont typeface="Wingdings" pitchFamily="2" charset="2"/>
              <a:buChar char="w"/>
              <a:defRPr/>
            </a:pPr>
            <a:endParaRPr lang="es-ES" sz="2200" dirty="0">
              <a:solidFill>
                <a:srgbClr val="FF0000"/>
              </a:solidFill>
            </a:endParaRPr>
          </a:p>
        </p:txBody>
      </p:sp>
      <p:sp>
        <p:nvSpPr>
          <p:cNvPr id="54" name="Rectangle 331">
            <a:extLst>
              <a:ext uri="{FF2B5EF4-FFF2-40B4-BE49-F238E27FC236}">
                <a16:creationId xmlns:a16="http://schemas.microsoft.com/office/drawing/2014/main" id="{08D803E7-4D55-4E27-8BF9-54DEDEC69874}"/>
              </a:ext>
            </a:extLst>
          </p:cNvPr>
          <p:cNvSpPr>
            <a:spLocks noChangeArrowheads="1"/>
          </p:cNvSpPr>
          <p:nvPr/>
        </p:nvSpPr>
        <p:spPr bwMode="auto">
          <a:xfrm>
            <a:off x="9316398" y="549600"/>
            <a:ext cx="2754263" cy="723395"/>
          </a:xfrm>
          <a:prstGeom prst="rect">
            <a:avLst/>
          </a:prstGeom>
          <a:solidFill>
            <a:schemeClr val="bg1"/>
          </a:solidFill>
          <a:ln>
            <a:solidFill>
              <a:srgbClr val="FF0000"/>
            </a:solidFill>
            <a:headEnd/>
            <a:tailEnd/>
          </a:ln>
        </p:spPr>
        <p:style>
          <a:lnRef idx="1">
            <a:schemeClr val="accent2"/>
          </a:lnRef>
          <a:fillRef idx="2">
            <a:schemeClr val="accent2"/>
          </a:fillRef>
          <a:effectRef idx="1">
            <a:schemeClr val="accent2"/>
          </a:effectRef>
          <a:fontRef idx="minor">
            <a:schemeClr val="dk1"/>
          </a:fontRef>
        </p:style>
        <p:txBody>
          <a:bodyPr wrap="none">
            <a:flatTx/>
          </a:bodyPr>
          <a:lstStyle/>
          <a:p>
            <a:pPr defTabSz="914395">
              <a:defRPr/>
            </a:pPr>
            <a:endParaRPr lang="en-US" sz="1100" b="1" dirty="0">
              <a:solidFill>
                <a:sysClr val="windowText" lastClr="000000"/>
              </a:solidFill>
              <a:latin typeface="Calibri" panose="020F0502020204030204"/>
            </a:endParaRPr>
          </a:p>
        </p:txBody>
      </p:sp>
      <p:sp>
        <p:nvSpPr>
          <p:cNvPr id="55" name="TextBox 181">
            <a:extLst>
              <a:ext uri="{FF2B5EF4-FFF2-40B4-BE49-F238E27FC236}">
                <a16:creationId xmlns:a16="http://schemas.microsoft.com/office/drawing/2014/main" id="{B0993E16-2E6E-48B2-B8D0-B92CF9975265}"/>
              </a:ext>
            </a:extLst>
          </p:cNvPr>
          <p:cNvSpPr txBox="1">
            <a:spLocks noChangeArrowheads="1"/>
          </p:cNvSpPr>
          <p:nvPr/>
        </p:nvSpPr>
        <p:spPr bwMode="auto">
          <a:xfrm>
            <a:off x="11307949" y="839810"/>
            <a:ext cx="34977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pPr defTabSz="914395">
              <a:defRPr/>
            </a:pPr>
            <a:r>
              <a:rPr lang="es-ES" altLang="es-ES" sz="800" b="0" dirty="0">
                <a:solidFill>
                  <a:srgbClr val="000000"/>
                </a:solidFill>
                <a:latin typeface="Calibri" pitchFamily="34" charset="0"/>
                <a:cs typeface="Arial" charset="0"/>
              </a:rPr>
              <a:t>FILE</a:t>
            </a:r>
          </a:p>
        </p:txBody>
      </p:sp>
      <p:cxnSp>
        <p:nvCxnSpPr>
          <p:cNvPr id="56" name="25 Conector recto de flecha">
            <a:extLst>
              <a:ext uri="{FF2B5EF4-FFF2-40B4-BE49-F238E27FC236}">
                <a16:creationId xmlns:a16="http://schemas.microsoft.com/office/drawing/2014/main" id="{129F735C-883A-485B-90AF-307FBA15EABA}"/>
              </a:ext>
            </a:extLst>
          </p:cNvPr>
          <p:cNvCxnSpPr/>
          <p:nvPr/>
        </p:nvCxnSpPr>
        <p:spPr bwMode="auto">
          <a:xfrm>
            <a:off x="11072320" y="726657"/>
            <a:ext cx="255395" cy="4015"/>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181">
            <a:extLst>
              <a:ext uri="{FF2B5EF4-FFF2-40B4-BE49-F238E27FC236}">
                <a16:creationId xmlns:a16="http://schemas.microsoft.com/office/drawing/2014/main" id="{862E7350-5B4B-4C2A-9C65-ACBA613A7C36}"/>
              </a:ext>
            </a:extLst>
          </p:cNvPr>
          <p:cNvSpPr txBox="1">
            <a:spLocks noChangeArrowheads="1"/>
          </p:cNvSpPr>
          <p:nvPr/>
        </p:nvSpPr>
        <p:spPr bwMode="auto">
          <a:xfrm>
            <a:off x="11330854" y="622950"/>
            <a:ext cx="39466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pPr defTabSz="914395">
              <a:defRPr/>
            </a:pPr>
            <a:r>
              <a:rPr lang="es-ES" altLang="es-ES" sz="800" b="0" dirty="0" err="1">
                <a:solidFill>
                  <a:srgbClr val="000000"/>
                </a:solidFill>
                <a:latin typeface="Calibri" pitchFamily="34" charset="0"/>
                <a:cs typeface="Arial" charset="0"/>
              </a:rPr>
              <a:t>smtp</a:t>
            </a:r>
            <a:endParaRPr lang="es-ES" altLang="es-ES" sz="800" b="0" dirty="0">
              <a:solidFill>
                <a:srgbClr val="000000"/>
              </a:solidFill>
              <a:latin typeface="Calibri" pitchFamily="34" charset="0"/>
              <a:cs typeface="Arial" charset="0"/>
            </a:endParaRPr>
          </a:p>
        </p:txBody>
      </p:sp>
      <p:sp>
        <p:nvSpPr>
          <p:cNvPr id="58" name="CuadroTexto 57">
            <a:extLst>
              <a:ext uri="{FF2B5EF4-FFF2-40B4-BE49-F238E27FC236}">
                <a16:creationId xmlns:a16="http://schemas.microsoft.com/office/drawing/2014/main" id="{0F25A5E7-CD35-4DB0-9C2C-9E9E6D17C515}"/>
              </a:ext>
            </a:extLst>
          </p:cNvPr>
          <p:cNvSpPr txBox="1"/>
          <p:nvPr/>
        </p:nvSpPr>
        <p:spPr>
          <a:xfrm>
            <a:off x="10492204" y="610292"/>
            <a:ext cx="666959" cy="200055"/>
          </a:xfrm>
          <a:prstGeom prst="rect">
            <a:avLst/>
          </a:prstGeom>
          <a:noFill/>
        </p:spPr>
        <p:txBody>
          <a:bodyPr wrap="square" rtlCol="0">
            <a:spAutoFit/>
          </a:bodyPr>
          <a:lstStyle/>
          <a:p>
            <a:pPr defTabSz="914395">
              <a:defRPr/>
            </a:pPr>
            <a:r>
              <a:rPr lang="es-ES" sz="700" dirty="0">
                <a:solidFill>
                  <a:prstClr val="black"/>
                </a:solidFill>
                <a:latin typeface="Calibri" panose="020F0502020204030204"/>
              </a:rPr>
              <a:t>Nuevo</a:t>
            </a:r>
          </a:p>
        </p:txBody>
      </p:sp>
      <p:cxnSp>
        <p:nvCxnSpPr>
          <p:cNvPr id="90" name="25 Conector recto de flecha">
            <a:extLst>
              <a:ext uri="{FF2B5EF4-FFF2-40B4-BE49-F238E27FC236}">
                <a16:creationId xmlns:a16="http://schemas.microsoft.com/office/drawing/2014/main" id="{BF5E2641-20C5-4F1C-9BD8-8B3EEF040753}"/>
              </a:ext>
            </a:extLst>
          </p:cNvPr>
          <p:cNvCxnSpPr>
            <a:cxnSpLocks/>
          </p:cNvCxnSpPr>
          <p:nvPr/>
        </p:nvCxnSpPr>
        <p:spPr bwMode="auto">
          <a:xfrm>
            <a:off x="11072320" y="1101128"/>
            <a:ext cx="235629" cy="7529"/>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6" name="Oval 18">
            <a:extLst>
              <a:ext uri="{FF2B5EF4-FFF2-40B4-BE49-F238E27FC236}">
                <a16:creationId xmlns:a16="http://schemas.microsoft.com/office/drawing/2014/main" id="{365B39D2-0F6C-4078-A60F-9207B71586A2}"/>
              </a:ext>
            </a:extLst>
          </p:cNvPr>
          <p:cNvSpPr>
            <a:spLocks noChangeArrowheads="1"/>
          </p:cNvSpPr>
          <p:nvPr/>
        </p:nvSpPr>
        <p:spPr bwMode="auto">
          <a:xfrm>
            <a:off x="10237971" y="578862"/>
            <a:ext cx="226800" cy="227917"/>
          </a:xfrm>
          <a:prstGeom prst="ellipse">
            <a:avLst/>
          </a:prstGeom>
          <a:solidFill>
            <a:srgbClr val="FF0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N</a:t>
            </a:r>
          </a:p>
        </p:txBody>
      </p:sp>
      <p:cxnSp>
        <p:nvCxnSpPr>
          <p:cNvPr id="107" name="25 Conector recto de flecha">
            <a:extLst>
              <a:ext uri="{FF2B5EF4-FFF2-40B4-BE49-F238E27FC236}">
                <a16:creationId xmlns:a16="http://schemas.microsoft.com/office/drawing/2014/main" id="{62E7BDDC-5F97-42D8-AA36-484B8970DFC1}"/>
              </a:ext>
            </a:extLst>
          </p:cNvPr>
          <p:cNvCxnSpPr/>
          <p:nvPr/>
        </p:nvCxnSpPr>
        <p:spPr bwMode="auto">
          <a:xfrm>
            <a:off x="11072320" y="954936"/>
            <a:ext cx="255395" cy="401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08" name="TextBox 181">
            <a:extLst>
              <a:ext uri="{FF2B5EF4-FFF2-40B4-BE49-F238E27FC236}">
                <a16:creationId xmlns:a16="http://schemas.microsoft.com/office/drawing/2014/main" id="{B37783E5-57BC-43F8-B89C-415B9E4FBF70}"/>
              </a:ext>
            </a:extLst>
          </p:cNvPr>
          <p:cNvSpPr txBox="1">
            <a:spLocks noChangeArrowheads="1"/>
          </p:cNvSpPr>
          <p:nvPr/>
        </p:nvSpPr>
        <p:spPr bwMode="auto">
          <a:xfrm>
            <a:off x="11330855" y="1004457"/>
            <a:ext cx="61427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pPr defTabSz="914395">
              <a:defRPr/>
            </a:pPr>
            <a:r>
              <a:rPr lang="es-ES" altLang="es-ES" sz="800" b="0" dirty="0">
                <a:solidFill>
                  <a:srgbClr val="000000"/>
                </a:solidFill>
                <a:latin typeface="Calibri" pitchFamily="34" charset="0"/>
                <a:cs typeface="Arial" charset="0"/>
              </a:rPr>
              <a:t>FTP / SFTP</a:t>
            </a:r>
          </a:p>
        </p:txBody>
      </p:sp>
      <p:sp>
        <p:nvSpPr>
          <p:cNvPr id="99" name="5 Marcador de número de diapositiva">
            <a:extLst>
              <a:ext uri="{FF2B5EF4-FFF2-40B4-BE49-F238E27FC236}">
                <a16:creationId xmlns:a16="http://schemas.microsoft.com/office/drawing/2014/main" id="{4E3BA852-17D8-4F6E-8C0E-8FA6502E525D}"/>
              </a:ext>
            </a:extLst>
          </p:cNvPr>
          <p:cNvSpPr txBox="1">
            <a:spLocks/>
          </p:cNvSpPr>
          <p:nvPr/>
        </p:nvSpPr>
        <p:spPr>
          <a:xfrm>
            <a:off x="6113782" y="6387833"/>
            <a:ext cx="267971" cy="2911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2202" rIns="42202"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300"/>
              </a:spcBef>
              <a:spcAft>
                <a:spcPts val="0"/>
              </a:spcAft>
              <a:buClrTx/>
              <a:buSzTx/>
              <a:buFontTx/>
              <a:buNone/>
              <a:tabLst/>
              <a:defRPr kumimoji="0" sz="1400" b="1" i="0" u="none" strike="noStrike" cap="none" spc="0" normalizeH="0" baseline="0">
                <a:ln>
                  <a:noFill/>
                </a:ln>
                <a:solidFill>
                  <a:srgbClr val="5F5F5F"/>
                </a:solidFill>
                <a:effectLst/>
                <a:uFillTx/>
                <a:latin typeface="Arial"/>
                <a:ea typeface="Arial"/>
                <a:cs typeface="Arial"/>
                <a:sym typeface="Arial"/>
              </a:defRPr>
            </a:lvl1pPr>
            <a:lvl2pPr marL="0" marR="0" indent="4572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s-ES" sz="1292"/>
              <a:pPr/>
              <a:t>29</a:t>
            </a:fld>
            <a:endParaRPr lang="es-ES" sz="1292" dirty="0"/>
          </a:p>
        </p:txBody>
      </p:sp>
      <p:sp>
        <p:nvSpPr>
          <p:cNvPr id="122" name="Oval 18">
            <a:extLst>
              <a:ext uri="{FF2B5EF4-FFF2-40B4-BE49-F238E27FC236}">
                <a16:creationId xmlns:a16="http://schemas.microsoft.com/office/drawing/2014/main" id="{72065270-A747-4C06-BAD5-0AF90182670E}"/>
              </a:ext>
            </a:extLst>
          </p:cNvPr>
          <p:cNvSpPr>
            <a:spLocks noChangeArrowheads="1"/>
          </p:cNvSpPr>
          <p:nvPr/>
        </p:nvSpPr>
        <p:spPr bwMode="auto">
          <a:xfrm>
            <a:off x="10255782" y="819635"/>
            <a:ext cx="226800" cy="227917"/>
          </a:xfrm>
          <a:prstGeom prst="ellipse">
            <a:avLst/>
          </a:prstGeom>
          <a:solidFill>
            <a:srgbClr val="FFC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M</a:t>
            </a:r>
          </a:p>
        </p:txBody>
      </p:sp>
      <p:sp>
        <p:nvSpPr>
          <p:cNvPr id="123" name="CuadroTexto 122">
            <a:extLst>
              <a:ext uri="{FF2B5EF4-FFF2-40B4-BE49-F238E27FC236}">
                <a16:creationId xmlns:a16="http://schemas.microsoft.com/office/drawing/2014/main" id="{EA79CB3B-5B2B-45C0-AE11-038DA3E27C7A}"/>
              </a:ext>
            </a:extLst>
          </p:cNvPr>
          <p:cNvSpPr txBox="1"/>
          <p:nvPr/>
        </p:nvSpPr>
        <p:spPr>
          <a:xfrm>
            <a:off x="10482583" y="837147"/>
            <a:ext cx="666959" cy="200055"/>
          </a:xfrm>
          <a:prstGeom prst="rect">
            <a:avLst/>
          </a:prstGeom>
          <a:noFill/>
        </p:spPr>
        <p:txBody>
          <a:bodyPr wrap="square" rtlCol="0">
            <a:spAutoFit/>
          </a:bodyPr>
          <a:lstStyle/>
          <a:p>
            <a:pPr defTabSz="914395">
              <a:defRPr/>
            </a:pPr>
            <a:r>
              <a:rPr lang="es-ES" sz="700" dirty="0">
                <a:solidFill>
                  <a:prstClr val="black"/>
                </a:solidFill>
                <a:latin typeface="Calibri" panose="020F0502020204030204"/>
              </a:rPr>
              <a:t>Modificado</a:t>
            </a:r>
          </a:p>
        </p:txBody>
      </p:sp>
      <p:sp>
        <p:nvSpPr>
          <p:cNvPr id="124" name="Oval 18">
            <a:extLst>
              <a:ext uri="{FF2B5EF4-FFF2-40B4-BE49-F238E27FC236}">
                <a16:creationId xmlns:a16="http://schemas.microsoft.com/office/drawing/2014/main" id="{18ABAF1B-F41F-4894-BF67-0E1CC94E4F41}"/>
              </a:ext>
            </a:extLst>
          </p:cNvPr>
          <p:cNvSpPr>
            <a:spLocks noChangeArrowheads="1"/>
          </p:cNvSpPr>
          <p:nvPr/>
        </p:nvSpPr>
        <p:spPr bwMode="auto">
          <a:xfrm>
            <a:off x="10267356" y="1045998"/>
            <a:ext cx="226800" cy="227917"/>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
        <p:nvSpPr>
          <p:cNvPr id="125" name="CuadroTexto 124">
            <a:extLst>
              <a:ext uri="{FF2B5EF4-FFF2-40B4-BE49-F238E27FC236}">
                <a16:creationId xmlns:a16="http://schemas.microsoft.com/office/drawing/2014/main" id="{71391F6D-C5BB-4299-8552-3DCD23C661D9}"/>
              </a:ext>
            </a:extLst>
          </p:cNvPr>
          <p:cNvSpPr txBox="1"/>
          <p:nvPr/>
        </p:nvSpPr>
        <p:spPr>
          <a:xfrm>
            <a:off x="10505488" y="1061412"/>
            <a:ext cx="666959" cy="200055"/>
          </a:xfrm>
          <a:prstGeom prst="rect">
            <a:avLst/>
          </a:prstGeom>
          <a:noFill/>
        </p:spPr>
        <p:txBody>
          <a:bodyPr wrap="square" rtlCol="0">
            <a:spAutoFit/>
          </a:bodyPr>
          <a:lstStyle/>
          <a:p>
            <a:pPr defTabSz="914395">
              <a:defRPr/>
            </a:pPr>
            <a:r>
              <a:rPr lang="es-ES" sz="700" dirty="0">
                <a:solidFill>
                  <a:prstClr val="black"/>
                </a:solidFill>
                <a:latin typeface="Calibri" panose="020F0502020204030204"/>
              </a:rPr>
              <a:t>Existente</a:t>
            </a:r>
          </a:p>
        </p:txBody>
      </p:sp>
      <p:pic>
        <p:nvPicPr>
          <p:cNvPr id="7" name="Imagen 6">
            <a:extLst>
              <a:ext uri="{FF2B5EF4-FFF2-40B4-BE49-F238E27FC236}">
                <a16:creationId xmlns:a16="http://schemas.microsoft.com/office/drawing/2014/main" id="{D65E0D2A-D80B-4A96-B04A-BA4BEEEAAAA2}"/>
              </a:ext>
            </a:extLst>
          </p:cNvPr>
          <p:cNvPicPr>
            <a:picLocks noChangeAspect="1"/>
          </p:cNvPicPr>
          <p:nvPr/>
        </p:nvPicPr>
        <p:blipFill>
          <a:blip r:embed="rId6"/>
          <a:stretch>
            <a:fillRect/>
          </a:stretch>
        </p:blipFill>
        <p:spPr>
          <a:xfrm>
            <a:off x="9519884" y="4750750"/>
            <a:ext cx="694592" cy="1134208"/>
          </a:xfrm>
          <a:prstGeom prst="rect">
            <a:avLst/>
          </a:prstGeom>
        </p:spPr>
      </p:pic>
      <p:grpSp>
        <p:nvGrpSpPr>
          <p:cNvPr id="105" name="Grupo 104">
            <a:extLst>
              <a:ext uri="{FF2B5EF4-FFF2-40B4-BE49-F238E27FC236}">
                <a16:creationId xmlns:a16="http://schemas.microsoft.com/office/drawing/2014/main" id="{6B3F35BD-AA75-449C-83D3-826C0703AB6E}"/>
              </a:ext>
            </a:extLst>
          </p:cNvPr>
          <p:cNvGrpSpPr/>
          <p:nvPr/>
        </p:nvGrpSpPr>
        <p:grpSpPr>
          <a:xfrm>
            <a:off x="9379329" y="618385"/>
            <a:ext cx="288789" cy="128483"/>
            <a:chOff x="10457075" y="2470064"/>
            <a:chExt cx="431319" cy="225978"/>
          </a:xfrm>
        </p:grpSpPr>
        <p:sp>
          <p:nvSpPr>
            <p:cNvPr id="109" name="Rectángulo 108">
              <a:extLst>
                <a:ext uri="{FF2B5EF4-FFF2-40B4-BE49-F238E27FC236}">
                  <a16:creationId xmlns:a16="http://schemas.microsoft.com/office/drawing/2014/main" id="{6AA7EC62-B94F-4ACA-B951-CF9C0CAE6AD4}"/>
                </a:ext>
              </a:extLst>
            </p:cNvPr>
            <p:cNvSpPr/>
            <p:nvPr/>
          </p:nvSpPr>
          <p:spPr>
            <a:xfrm>
              <a:off x="10457075" y="2470064"/>
              <a:ext cx="431319" cy="22597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dirty="0"/>
            </a:p>
          </p:txBody>
        </p:sp>
        <p:sp>
          <p:nvSpPr>
            <p:cNvPr id="116" name="Rectángulo 115">
              <a:extLst>
                <a:ext uri="{FF2B5EF4-FFF2-40B4-BE49-F238E27FC236}">
                  <a16:creationId xmlns:a16="http://schemas.microsoft.com/office/drawing/2014/main" id="{83589C93-02FD-4524-8067-F9259B54C3DD}"/>
                </a:ext>
              </a:extLst>
            </p:cNvPr>
            <p:cNvSpPr/>
            <p:nvPr/>
          </p:nvSpPr>
          <p:spPr>
            <a:xfrm>
              <a:off x="10526091" y="2539957"/>
              <a:ext cx="290153" cy="953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dirty="0"/>
            </a:p>
          </p:txBody>
        </p:sp>
      </p:grpSp>
      <p:sp>
        <p:nvSpPr>
          <p:cNvPr id="119" name="CuadroTexto 118">
            <a:extLst>
              <a:ext uri="{FF2B5EF4-FFF2-40B4-BE49-F238E27FC236}">
                <a16:creationId xmlns:a16="http://schemas.microsoft.com/office/drawing/2014/main" id="{FB877C06-5586-43A2-89A2-7C60EF752D54}"/>
              </a:ext>
            </a:extLst>
          </p:cNvPr>
          <p:cNvSpPr txBox="1"/>
          <p:nvPr/>
        </p:nvSpPr>
        <p:spPr>
          <a:xfrm>
            <a:off x="9676536" y="596009"/>
            <a:ext cx="617932" cy="191719"/>
          </a:xfrm>
          <a:prstGeom prst="rect">
            <a:avLst/>
          </a:prstGeom>
          <a:noFill/>
        </p:spPr>
        <p:txBody>
          <a:bodyPr wrap="square" rtlCol="0">
            <a:spAutoFit/>
          </a:bodyPr>
          <a:lstStyle/>
          <a:p>
            <a:r>
              <a:rPr lang="es-ES" sz="646" dirty="0"/>
              <a:t>Token JWT </a:t>
            </a:r>
          </a:p>
        </p:txBody>
      </p:sp>
      <p:cxnSp>
        <p:nvCxnSpPr>
          <p:cNvPr id="128" name="25 Conector recto de flecha">
            <a:extLst>
              <a:ext uri="{FF2B5EF4-FFF2-40B4-BE49-F238E27FC236}">
                <a16:creationId xmlns:a16="http://schemas.microsoft.com/office/drawing/2014/main" id="{E3FB340E-2A12-4BEB-A7E8-42C13F420025}"/>
              </a:ext>
            </a:extLst>
          </p:cNvPr>
          <p:cNvCxnSpPr/>
          <p:nvPr/>
        </p:nvCxnSpPr>
        <p:spPr bwMode="auto">
          <a:xfrm>
            <a:off x="9408489" y="976226"/>
            <a:ext cx="255395" cy="4015"/>
          </a:xfrm>
          <a:prstGeom prst="straightConnector1">
            <a:avLst/>
          </a:prstGeom>
          <a:ln>
            <a:solidFill>
              <a:srgbClr val="FFFF00"/>
            </a:solidFill>
            <a:tailEnd type="triangle"/>
          </a:ln>
        </p:spPr>
        <p:style>
          <a:lnRef idx="3">
            <a:schemeClr val="dk1"/>
          </a:lnRef>
          <a:fillRef idx="0">
            <a:schemeClr val="dk1"/>
          </a:fillRef>
          <a:effectRef idx="2">
            <a:schemeClr val="dk1"/>
          </a:effectRef>
          <a:fontRef idx="minor">
            <a:schemeClr val="tx1"/>
          </a:fontRef>
        </p:style>
      </p:cxnSp>
      <p:sp>
        <p:nvSpPr>
          <p:cNvPr id="140" name="TextBox 181">
            <a:extLst>
              <a:ext uri="{FF2B5EF4-FFF2-40B4-BE49-F238E27FC236}">
                <a16:creationId xmlns:a16="http://schemas.microsoft.com/office/drawing/2014/main" id="{9FD8555C-3ED4-4B6A-8793-1E0E45735F43}"/>
              </a:ext>
            </a:extLst>
          </p:cNvPr>
          <p:cNvSpPr txBox="1">
            <a:spLocks noChangeArrowheads="1"/>
          </p:cNvSpPr>
          <p:nvPr/>
        </p:nvSpPr>
        <p:spPr bwMode="auto">
          <a:xfrm>
            <a:off x="9672521" y="861350"/>
            <a:ext cx="397866" cy="343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pPr defTabSz="914395">
              <a:defRPr/>
            </a:pPr>
            <a:r>
              <a:rPr lang="es-ES" altLang="es-ES" sz="831" b="0" dirty="0">
                <a:solidFill>
                  <a:srgbClr val="000000"/>
                </a:solidFill>
                <a:latin typeface="Calibri" pitchFamily="34" charset="0"/>
                <a:cs typeface="Arial" charset="0"/>
              </a:rPr>
              <a:t>JDBC</a:t>
            </a:r>
          </a:p>
          <a:p>
            <a:pPr defTabSz="914395">
              <a:defRPr/>
            </a:pPr>
            <a:endParaRPr lang="es-ES" altLang="es-ES" sz="800" b="0" dirty="0">
              <a:solidFill>
                <a:srgbClr val="000000"/>
              </a:solidFill>
              <a:latin typeface="Calibri" pitchFamily="34" charset="0"/>
              <a:cs typeface="Arial" charset="0"/>
            </a:endParaRPr>
          </a:p>
        </p:txBody>
      </p:sp>
      <p:sp>
        <p:nvSpPr>
          <p:cNvPr id="103" name="Rectángulo: esquinas redondeadas 102">
            <a:extLst>
              <a:ext uri="{FF2B5EF4-FFF2-40B4-BE49-F238E27FC236}">
                <a16:creationId xmlns:a16="http://schemas.microsoft.com/office/drawing/2014/main" id="{B6B2F949-3DCA-40F0-B4B1-04F288B30D26}"/>
              </a:ext>
            </a:extLst>
          </p:cNvPr>
          <p:cNvSpPr/>
          <p:nvPr/>
        </p:nvSpPr>
        <p:spPr>
          <a:xfrm>
            <a:off x="7089481" y="1958623"/>
            <a:ext cx="3524836" cy="3648942"/>
          </a:xfrm>
          <a:prstGeom prst="round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a:p>
        </p:txBody>
      </p:sp>
      <p:grpSp>
        <p:nvGrpSpPr>
          <p:cNvPr id="150" name="Grupo 149">
            <a:extLst>
              <a:ext uri="{FF2B5EF4-FFF2-40B4-BE49-F238E27FC236}">
                <a16:creationId xmlns:a16="http://schemas.microsoft.com/office/drawing/2014/main" id="{7BC4577D-E3E6-468C-9E95-66F30DA9214B}"/>
              </a:ext>
            </a:extLst>
          </p:cNvPr>
          <p:cNvGrpSpPr/>
          <p:nvPr/>
        </p:nvGrpSpPr>
        <p:grpSpPr>
          <a:xfrm>
            <a:off x="8929561" y="2037835"/>
            <a:ext cx="1425131" cy="1663935"/>
            <a:chOff x="4214162" y="2214374"/>
            <a:chExt cx="3501284" cy="3857088"/>
          </a:xfrm>
        </p:grpSpPr>
        <p:sp>
          <p:nvSpPr>
            <p:cNvPr id="151" name="Oval 465">
              <a:extLst>
                <a:ext uri="{FF2B5EF4-FFF2-40B4-BE49-F238E27FC236}">
                  <a16:creationId xmlns:a16="http://schemas.microsoft.com/office/drawing/2014/main" id="{4FCC1F58-BEF2-4355-A29D-C9DF443C487E}"/>
                </a:ext>
              </a:extLst>
            </p:cNvPr>
            <p:cNvSpPr>
              <a:spLocks noChangeArrowheads="1"/>
            </p:cNvSpPr>
            <p:nvPr/>
          </p:nvSpPr>
          <p:spPr bwMode="auto">
            <a:xfrm>
              <a:off x="6152189" y="3941550"/>
              <a:ext cx="148851" cy="150886"/>
            </a:xfrm>
            <a:prstGeom prst="ellipse">
              <a:avLst/>
            </a:prstGeom>
            <a:solidFill>
              <a:schemeClr val="tx1"/>
            </a:solidFill>
            <a:ln w="9525">
              <a:solidFill>
                <a:schemeClr val="tx1"/>
              </a:solidFill>
              <a:round/>
              <a:headEnd/>
              <a:tailEnd/>
            </a:ln>
          </p:spPr>
          <p:txBody>
            <a:bodyPr wrap="none" anchor="ct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710" b="0" dirty="0">
                  <a:solidFill>
                    <a:schemeClr val="bg1"/>
                  </a:solidFill>
                </a:rPr>
                <a:t>9</a:t>
              </a:r>
            </a:p>
          </p:txBody>
        </p:sp>
        <p:grpSp>
          <p:nvGrpSpPr>
            <p:cNvPr id="152" name="Grupo 151">
              <a:extLst>
                <a:ext uri="{FF2B5EF4-FFF2-40B4-BE49-F238E27FC236}">
                  <a16:creationId xmlns:a16="http://schemas.microsoft.com/office/drawing/2014/main" id="{A6E20238-53ED-4FDD-A3D3-93A512F043A1}"/>
                </a:ext>
              </a:extLst>
            </p:cNvPr>
            <p:cNvGrpSpPr/>
            <p:nvPr/>
          </p:nvGrpSpPr>
          <p:grpSpPr>
            <a:xfrm>
              <a:off x="4214162" y="2214374"/>
              <a:ext cx="3501284" cy="3857088"/>
              <a:chOff x="4484038" y="3393298"/>
              <a:chExt cx="2193246" cy="2458882"/>
            </a:xfrm>
          </p:grpSpPr>
          <p:sp>
            <p:nvSpPr>
              <p:cNvPr id="153" name="Rectángulo: esquinas redondeadas 152">
                <a:extLst>
                  <a:ext uri="{FF2B5EF4-FFF2-40B4-BE49-F238E27FC236}">
                    <a16:creationId xmlns:a16="http://schemas.microsoft.com/office/drawing/2014/main" id="{E918FAAA-EE70-4506-9174-97C86755B4FB}"/>
                  </a:ext>
                </a:extLst>
              </p:cNvPr>
              <p:cNvSpPr/>
              <p:nvPr/>
            </p:nvSpPr>
            <p:spPr>
              <a:xfrm>
                <a:off x="4484038" y="3393298"/>
                <a:ext cx="2193246" cy="2458882"/>
              </a:xfrm>
              <a:prstGeom prst="roundRect">
                <a:avLst/>
              </a:prstGeom>
              <a:solidFill>
                <a:schemeClr val="bg1"/>
              </a:solidFill>
              <a:ln>
                <a:solidFill>
                  <a:srgbClr val="0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dirty="0"/>
              </a:p>
            </p:txBody>
          </p:sp>
          <p:sp>
            <p:nvSpPr>
              <p:cNvPr id="154" name="CuadroTexto 153">
                <a:extLst>
                  <a:ext uri="{FF2B5EF4-FFF2-40B4-BE49-F238E27FC236}">
                    <a16:creationId xmlns:a16="http://schemas.microsoft.com/office/drawing/2014/main" id="{E3A8925E-622B-4671-97E0-41AFF66F9BB5}"/>
                  </a:ext>
                </a:extLst>
              </p:cNvPr>
              <p:cNvSpPr txBox="1"/>
              <p:nvPr/>
            </p:nvSpPr>
            <p:spPr>
              <a:xfrm>
                <a:off x="4866700" y="3608586"/>
                <a:ext cx="1471642" cy="1185842"/>
              </a:xfrm>
              <a:prstGeom prst="rect">
                <a:avLst/>
              </a:prstGeom>
              <a:noFill/>
            </p:spPr>
            <p:txBody>
              <a:bodyPr wrap="square" rtlCol="0">
                <a:spAutoFit/>
              </a:bodyPr>
              <a:lstStyle/>
              <a:p>
                <a:pPr algn="ctr"/>
                <a:r>
                  <a:rPr lang="es-ES" sz="923" b="1" dirty="0">
                    <a:solidFill>
                      <a:srgbClr val="1BB3BC"/>
                    </a:solidFill>
                  </a:rPr>
                  <a:t>Servidor Procesos BATCH</a:t>
                </a:r>
              </a:p>
              <a:p>
                <a:pPr algn="ctr"/>
                <a:r>
                  <a:rPr lang="es-ES" sz="923" b="1" dirty="0">
                    <a:solidFill>
                      <a:srgbClr val="1BB3BC"/>
                    </a:solidFill>
                  </a:rPr>
                  <a:t>Linux</a:t>
                </a:r>
              </a:p>
              <a:p>
                <a:endParaRPr lang="es-ES" sz="923" b="1" dirty="0">
                  <a:solidFill>
                    <a:srgbClr val="1BB3BC"/>
                  </a:solidFill>
                </a:endParaRPr>
              </a:p>
            </p:txBody>
          </p:sp>
        </p:grpSp>
      </p:grpSp>
      <p:pic>
        <p:nvPicPr>
          <p:cNvPr id="156" name="Imagen 155">
            <a:extLst>
              <a:ext uri="{FF2B5EF4-FFF2-40B4-BE49-F238E27FC236}">
                <a16:creationId xmlns:a16="http://schemas.microsoft.com/office/drawing/2014/main" id="{482C29D0-042D-4119-B604-FBA2E093EB6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458916" y="2943719"/>
            <a:ext cx="385446" cy="386633"/>
          </a:xfrm>
          <a:prstGeom prst="rect">
            <a:avLst/>
          </a:prstGeom>
        </p:spPr>
      </p:pic>
      <p:cxnSp>
        <p:nvCxnSpPr>
          <p:cNvPr id="157" name="Conector recto de flecha 156">
            <a:extLst>
              <a:ext uri="{FF2B5EF4-FFF2-40B4-BE49-F238E27FC236}">
                <a16:creationId xmlns:a16="http://schemas.microsoft.com/office/drawing/2014/main" id="{80713E8B-0320-4F00-B249-317D1C3D4512}"/>
              </a:ext>
            </a:extLst>
          </p:cNvPr>
          <p:cNvCxnSpPr>
            <a:cxnSpLocks/>
            <a:stCxn id="153" idx="1"/>
          </p:cNvCxnSpPr>
          <p:nvPr/>
        </p:nvCxnSpPr>
        <p:spPr>
          <a:xfrm flipH="1">
            <a:off x="6751287" y="2869803"/>
            <a:ext cx="2178274" cy="42801"/>
          </a:xfrm>
          <a:prstGeom prst="straightConnector1">
            <a:avLst/>
          </a:prstGeom>
          <a:ln>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159" name="Group 605">
            <a:extLst>
              <a:ext uri="{FF2B5EF4-FFF2-40B4-BE49-F238E27FC236}">
                <a16:creationId xmlns:a16="http://schemas.microsoft.com/office/drawing/2014/main" id="{797620A9-3414-4DC0-817D-08288421F68F}"/>
              </a:ext>
            </a:extLst>
          </p:cNvPr>
          <p:cNvGrpSpPr>
            <a:grpSpLocks/>
          </p:cNvGrpSpPr>
          <p:nvPr/>
        </p:nvGrpSpPr>
        <p:grpSpPr bwMode="auto">
          <a:xfrm>
            <a:off x="9263424" y="4359597"/>
            <a:ext cx="708276" cy="636587"/>
            <a:chOff x="2769" y="1896"/>
            <a:chExt cx="530" cy="493"/>
          </a:xfrm>
        </p:grpSpPr>
        <p:pic>
          <p:nvPicPr>
            <p:cNvPr id="160" name="Picture 577" descr="j0431637">
              <a:extLst>
                <a:ext uri="{FF2B5EF4-FFF2-40B4-BE49-F238E27FC236}">
                  <a16:creationId xmlns:a16="http://schemas.microsoft.com/office/drawing/2014/main" id="{0AFBC39F-AC7B-45B0-A551-96F6FFC421C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24" y="1934"/>
              <a:ext cx="359"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1" name="Picture 578" descr="j0432635">
              <a:extLst>
                <a:ext uri="{FF2B5EF4-FFF2-40B4-BE49-F238E27FC236}">
                  <a16:creationId xmlns:a16="http://schemas.microsoft.com/office/drawing/2014/main" id="{AD52BF99-86E2-42C6-B178-114A668DB52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55" y="1896"/>
              <a:ext cx="209"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2" name="Text Box 579">
              <a:extLst>
                <a:ext uri="{FF2B5EF4-FFF2-40B4-BE49-F238E27FC236}">
                  <a16:creationId xmlns:a16="http://schemas.microsoft.com/office/drawing/2014/main" id="{28689D5A-1CA1-4C13-BE22-883DBDFD8C8A}"/>
                </a:ext>
              </a:extLst>
            </p:cNvPr>
            <p:cNvSpPr txBox="1">
              <a:spLocks noChangeArrowheads="1"/>
            </p:cNvSpPr>
            <p:nvPr/>
          </p:nvSpPr>
          <p:spPr bwMode="auto">
            <a:xfrm>
              <a:off x="2769" y="2270"/>
              <a:ext cx="530"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0" tIns="0" rIns="0" bIns="0">
              <a:spAutoFit/>
            </a:bodyP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eaLnBrk="1" hangingPunct="1">
                <a:buClr>
                  <a:schemeClr val="accent2"/>
                </a:buClr>
                <a:buFont typeface="Wingdings" panose="05000000000000000000" pitchFamily="2" charset="2"/>
                <a:buNone/>
              </a:pPr>
              <a:r>
                <a:rPr lang="es-ES" altLang="es-ES" sz="1000" dirty="0">
                  <a:solidFill>
                    <a:schemeClr val="tx1"/>
                  </a:solidFill>
                  <a:latin typeface="Verdana" panose="020B0604030504040204" pitchFamily="34" charset="0"/>
                </a:rPr>
                <a:t>Control-M</a:t>
              </a:r>
            </a:p>
          </p:txBody>
        </p:sp>
      </p:grpSp>
      <p:cxnSp>
        <p:nvCxnSpPr>
          <p:cNvPr id="163" name="Conector recto 162">
            <a:extLst>
              <a:ext uri="{FF2B5EF4-FFF2-40B4-BE49-F238E27FC236}">
                <a16:creationId xmlns:a16="http://schemas.microsoft.com/office/drawing/2014/main" id="{9D6ECA07-8448-478A-B529-377FBE5BF8D9}"/>
              </a:ext>
            </a:extLst>
          </p:cNvPr>
          <p:cNvCxnSpPr>
            <a:cxnSpLocks/>
            <a:endCxn id="153" idx="2"/>
          </p:cNvCxnSpPr>
          <p:nvPr/>
        </p:nvCxnSpPr>
        <p:spPr>
          <a:xfrm flipV="1">
            <a:off x="9642126" y="3701770"/>
            <a:ext cx="0" cy="551064"/>
          </a:xfrm>
          <a:prstGeom prst="line">
            <a:avLst/>
          </a:prstGeom>
          <a:ln w="9525" cap="flat" cmpd="sng" algn="ctr">
            <a:solidFill>
              <a:schemeClr val="dk1"/>
            </a:solidFill>
            <a:prstDash val="dash"/>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164" name="Conector recto de flecha 163">
            <a:extLst>
              <a:ext uri="{FF2B5EF4-FFF2-40B4-BE49-F238E27FC236}">
                <a16:creationId xmlns:a16="http://schemas.microsoft.com/office/drawing/2014/main" id="{788932D7-DEEA-4DD8-AE5C-2DBC74022164}"/>
              </a:ext>
            </a:extLst>
          </p:cNvPr>
          <p:cNvCxnSpPr>
            <a:cxnSpLocks/>
          </p:cNvCxnSpPr>
          <p:nvPr/>
        </p:nvCxnSpPr>
        <p:spPr>
          <a:xfrm>
            <a:off x="8116761" y="2697604"/>
            <a:ext cx="169834" cy="1484436"/>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66" name="AutoShape 206">
            <a:extLst>
              <a:ext uri="{FF2B5EF4-FFF2-40B4-BE49-F238E27FC236}">
                <a16:creationId xmlns:a16="http://schemas.microsoft.com/office/drawing/2014/main" id="{615C7E4E-5579-4BA9-9BCC-982D2912D82D}"/>
              </a:ext>
            </a:extLst>
          </p:cNvPr>
          <p:cNvSpPr>
            <a:spLocks noChangeArrowheads="1"/>
          </p:cNvSpPr>
          <p:nvPr/>
        </p:nvSpPr>
        <p:spPr bwMode="auto">
          <a:xfrm>
            <a:off x="7340536" y="4182040"/>
            <a:ext cx="1240008" cy="997338"/>
          </a:xfrm>
          <a:prstGeom prst="can">
            <a:avLst>
              <a:gd name="adj" fmla="val 24963"/>
            </a:avLst>
          </a:prstGeom>
          <a:solidFill>
            <a:srgbClr val="C00000">
              <a:alpha val="49019"/>
            </a:srgbClr>
          </a:solidFill>
          <a:ln w="9525">
            <a:solidFill>
              <a:schemeClr val="tx1"/>
            </a:solidFill>
            <a:round/>
            <a:headEnd/>
            <a:tailEnd/>
          </a:ln>
        </p:spPr>
        <p:txBody>
          <a:bodyPr wrap="none" anchor="ctr"/>
          <a:lstStyle/>
          <a:p>
            <a:pPr algn="ctr" defTabSz="914395">
              <a:defRPr/>
            </a:pPr>
            <a:endParaRPr lang="es-ES" sz="800" dirty="0">
              <a:solidFill>
                <a:prstClr val="black"/>
              </a:solidFill>
              <a:latin typeface="Verdana" pitchFamily="34" charset="0"/>
            </a:endParaRPr>
          </a:p>
          <a:p>
            <a:pPr algn="ctr" defTabSz="914395">
              <a:defRPr/>
            </a:pPr>
            <a:endParaRPr lang="es-ES" sz="800" dirty="0">
              <a:solidFill>
                <a:prstClr val="black"/>
              </a:solidFill>
              <a:latin typeface="Verdana" pitchFamily="34" charset="0"/>
            </a:endParaRPr>
          </a:p>
        </p:txBody>
      </p:sp>
      <p:pic>
        <p:nvPicPr>
          <p:cNvPr id="168" name="Imagen 167">
            <a:extLst>
              <a:ext uri="{FF2B5EF4-FFF2-40B4-BE49-F238E27FC236}">
                <a16:creationId xmlns:a16="http://schemas.microsoft.com/office/drawing/2014/main" id="{DB14F2C3-E494-4216-AED9-454CEFFA113F}"/>
              </a:ext>
            </a:extLst>
          </p:cNvPr>
          <p:cNvPicPr>
            <a:picLocks noChangeAspect="1"/>
          </p:cNvPicPr>
          <p:nvPr/>
        </p:nvPicPr>
        <p:blipFill>
          <a:blip r:embed="rId10"/>
          <a:stretch>
            <a:fillRect/>
          </a:stretch>
        </p:blipFill>
        <p:spPr>
          <a:xfrm>
            <a:off x="7883720" y="5274914"/>
            <a:ext cx="192401" cy="286971"/>
          </a:xfrm>
          <a:prstGeom prst="rect">
            <a:avLst/>
          </a:prstGeom>
        </p:spPr>
      </p:pic>
      <p:sp>
        <p:nvSpPr>
          <p:cNvPr id="170" name="Oval 18">
            <a:extLst>
              <a:ext uri="{FF2B5EF4-FFF2-40B4-BE49-F238E27FC236}">
                <a16:creationId xmlns:a16="http://schemas.microsoft.com/office/drawing/2014/main" id="{9DBA7D7C-DF32-4D3D-A945-4124E3303068}"/>
              </a:ext>
            </a:extLst>
          </p:cNvPr>
          <p:cNvSpPr>
            <a:spLocks noChangeArrowheads="1"/>
          </p:cNvSpPr>
          <p:nvPr/>
        </p:nvSpPr>
        <p:spPr bwMode="auto">
          <a:xfrm>
            <a:off x="7878692" y="3998533"/>
            <a:ext cx="226800" cy="227917"/>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
        <p:nvSpPr>
          <p:cNvPr id="171" name="Elipse 170">
            <a:extLst>
              <a:ext uri="{FF2B5EF4-FFF2-40B4-BE49-F238E27FC236}">
                <a16:creationId xmlns:a16="http://schemas.microsoft.com/office/drawing/2014/main" id="{A6D67E47-98A8-4B36-9E60-0CF0D330CBF4}"/>
              </a:ext>
            </a:extLst>
          </p:cNvPr>
          <p:cNvSpPr/>
          <p:nvPr/>
        </p:nvSpPr>
        <p:spPr>
          <a:xfrm>
            <a:off x="6425553" y="3895483"/>
            <a:ext cx="247702" cy="25814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t>2</a:t>
            </a:r>
          </a:p>
        </p:txBody>
      </p:sp>
      <p:sp>
        <p:nvSpPr>
          <p:cNvPr id="174" name="Oval 18">
            <a:extLst>
              <a:ext uri="{FF2B5EF4-FFF2-40B4-BE49-F238E27FC236}">
                <a16:creationId xmlns:a16="http://schemas.microsoft.com/office/drawing/2014/main" id="{ADAD2F46-0649-4098-BAC7-AA92086CB20A}"/>
              </a:ext>
            </a:extLst>
          </p:cNvPr>
          <p:cNvSpPr>
            <a:spLocks noChangeArrowheads="1"/>
          </p:cNvSpPr>
          <p:nvPr/>
        </p:nvSpPr>
        <p:spPr bwMode="auto">
          <a:xfrm>
            <a:off x="5592835" y="2487057"/>
            <a:ext cx="226800" cy="227917"/>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
        <p:nvSpPr>
          <p:cNvPr id="176" name="Elipse 175">
            <a:extLst>
              <a:ext uri="{FF2B5EF4-FFF2-40B4-BE49-F238E27FC236}">
                <a16:creationId xmlns:a16="http://schemas.microsoft.com/office/drawing/2014/main" id="{9A34815B-FA6E-4AAB-9966-B0F96E2E8B49}"/>
              </a:ext>
            </a:extLst>
          </p:cNvPr>
          <p:cNvSpPr/>
          <p:nvPr/>
        </p:nvSpPr>
        <p:spPr>
          <a:xfrm>
            <a:off x="9291805" y="3558455"/>
            <a:ext cx="247702" cy="25814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t>1</a:t>
            </a:r>
          </a:p>
        </p:txBody>
      </p:sp>
      <p:grpSp>
        <p:nvGrpSpPr>
          <p:cNvPr id="63" name="Grupo 50212">
            <a:extLst>
              <a:ext uri="{FF2B5EF4-FFF2-40B4-BE49-F238E27FC236}">
                <a16:creationId xmlns:a16="http://schemas.microsoft.com/office/drawing/2014/main" id="{885B33CB-49CF-4989-8226-D881404A3FD1}"/>
              </a:ext>
            </a:extLst>
          </p:cNvPr>
          <p:cNvGrpSpPr>
            <a:grpSpLocks/>
          </p:cNvGrpSpPr>
          <p:nvPr/>
        </p:nvGrpSpPr>
        <p:grpSpPr bwMode="auto">
          <a:xfrm>
            <a:off x="7556540" y="4590655"/>
            <a:ext cx="812800" cy="423863"/>
            <a:chOff x="374824" y="2549525"/>
            <a:chExt cx="812800" cy="424128"/>
          </a:xfrm>
        </p:grpSpPr>
        <p:sp>
          <p:nvSpPr>
            <p:cNvPr id="64" name="7 Cilindro">
              <a:extLst>
                <a:ext uri="{FF2B5EF4-FFF2-40B4-BE49-F238E27FC236}">
                  <a16:creationId xmlns:a16="http://schemas.microsoft.com/office/drawing/2014/main" id="{96A39BA0-B072-43E0-B6DE-FEB5C0B24E05}"/>
                </a:ext>
              </a:extLst>
            </p:cNvPr>
            <p:cNvSpPr/>
            <p:nvPr/>
          </p:nvSpPr>
          <p:spPr>
            <a:xfrm>
              <a:off x="374824" y="2549525"/>
              <a:ext cx="812800" cy="424128"/>
            </a:xfrm>
            <a:prstGeom prst="can">
              <a:avLst/>
            </a:prstGeom>
            <a:solidFill>
              <a:schemeClr val="accent2">
                <a:lumMod val="40000"/>
                <a:lumOff val="60000"/>
              </a:schemeClr>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ES" sz="1100" dirty="0">
                <a:solidFill>
                  <a:srgbClr val="FFFF99"/>
                </a:solidFill>
              </a:endParaRPr>
            </a:p>
          </p:txBody>
        </p:sp>
        <p:pic>
          <p:nvPicPr>
            <p:cNvPr id="65" name="Imagen 27">
              <a:extLst>
                <a:ext uri="{FF2B5EF4-FFF2-40B4-BE49-F238E27FC236}">
                  <a16:creationId xmlns:a16="http://schemas.microsoft.com/office/drawing/2014/main" id="{B916105C-52FD-4296-838D-F045185F2B01}"/>
                </a:ext>
              </a:extLst>
            </p:cNvPr>
            <p:cNvPicPr>
              <a:picLocks noChangeAspect="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397049" y="2691012"/>
              <a:ext cx="790575"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2" name="56 Rectángulo redondeado">
            <a:extLst>
              <a:ext uri="{FF2B5EF4-FFF2-40B4-BE49-F238E27FC236}">
                <a16:creationId xmlns:a16="http://schemas.microsoft.com/office/drawing/2014/main" id="{C2EA1AA2-39BE-438A-9C03-19C01938AF38}"/>
              </a:ext>
            </a:extLst>
          </p:cNvPr>
          <p:cNvSpPr/>
          <p:nvPr>
            <p:custDataLst>
              <p:tags r:id="rId1"/>
            </p:custDataLst>
          </p:nvPr>
        </p:nvSpPr>
        <p:spPr>
          <a:xfrm>
            <a:off x="2662730" y="2241883"/>
            <a:ext cx="1638245" cy="2348772"/>
          </a:xfrm>
          <a:prstGeom prst="roundRect">
            <a:avLst/>
          </a:prstGeom>
          <a:solidFill>
            <a:schemeClr val="accent1">
              <a:lumMod val="40000"/>
              <a:lumOff val="60000"/>
              <a:alpha val="63000"/>
            </a:schemeClr>
          </a:solidFill>
          <a:ln w="12700">
            <a:solidFill>
              <a:srgbClr val="7B9EC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vert="horz" anchor="t" anchorCtr="0"/>
          <a:lstStyle/>
          <a:p>
            <a:pPr algn="ctr" eaLnBrk="1" hangingPunct="1">
              <a:buClr>
                <a:schemeClr val="accent2"/>
              </a:buClr>
              <a:buFont typeface="Wingdings" panose="05000000000000000000" pitchFamily="2" charset="2"/>
              <a:buNone/>
              <a:defRPr/>
            </a:pPr>
            <a:r>
              <a:rPr lang="es-ES" sz="2000" b="1" dirty="0">
                <a:solidFill>
                  <a:schemeClr val="tx1"/>
                </a:solidFill>
              </a:rPr>
              <a:t>Universia</a:t>
            </a:r>
          </a:p>
          <a:p>
            <a:pPr algn="ctr" eaLnBrk="1" hangingPunct="1">
              <a:buClr>
                <a:schemeClr val="accent2"/>
              </a:buClr>
              <a:buFont typeface="Wingdings" panose="05000000000000000000" pitchFamily="2" charset="2"/>
              <a:buNone/>
              <a:defRPr/>
            </a:pPr>
            <a:r>
              <a:rPr lang="es-ES" sz="2000" b="1" dirty="0">
                <a:solidFill>
                  <a:schemeClr val="tx1"/>
                </a:solidFill>
              </a:rPr>
              <a:t>(Fuera de perímetro)</a:t>
            </a:r>
          </a:p>
        </p:txBody>
      </p:sp>
      <p:grpSp>
        <p:nvGrpSpPr>
          <p:cNvPr id="53" name="Grupo 52">
            <a:extLst>
              <a:ext uri="{FF2B5EF4-FFF2-40B4-BE49-F238E27FC236}">
                <a16:creationId xmlns:a16="http://schemas.microsoft.com/office/drawing/2014/main" id="{A67B464F-1D8C-4D24-8FAE-FADC23675B47}"/>
              </a:ext>
            </a:extLst>
          </p:cNvPr>
          <p:cNvGrpSpPr/>
          <p:nvPr/>
        </p:nvGrpSpPr>
        <p:grpSpPr>
          <a:xfrm>
            <a:off x="4232596" y="2969470"/>
            <a:ext cx="558130" cy="420499"/>
            <a:chOff x="6180645" y="3487953"/>
            <a:chExt cx="434670" cy="420499"/>
          </a:xfrm>
        </p:grpSpPr>
        <p:pic>
          <p:nvPicPr>
            <p:cNvPr id="59" name="Imagen 58">
              <a:extLst>
                <a:ext uri="{FF2B5EF4-FFF2-40B4-BE49-F238E27FC236}">
                  <a16:creationId xmlns:a16="http://schemas.microsoft.com/office/drawing/2014/main" id="{0BF2348E-1A21-44DC-86CF-9AA6897C6E5D}"/>
                </a:ext>
              </a:extLst>
            </p:cNvPr>
            <p:cNvPicPr>
              <a:picLocks noChangeAspect="1"/>
            </p:cNvPicPr>
            <p:nvPr/>
          </p:nvPicPr>
          <p:blipFill>
            <a:blip r:embed="rId12"/>
            <a:stretch>
              <a:fillRect/>
            </a:stretch>
          </p:blipFill>
          <p:spPr>
            <a:xfrm>
              <a:off x="6180645" y="3487953"/>
              <a:ext cx="434670" cy="420499"/>
            </a:xfrm>
            <a:prstGeom prst="rect">
              <a:avLst/>
            </a:prstGeom>
            <a:ln w="25400">
              <a:solidFill>
                <a:schemeClr val="tx1"/>
              </a:solidFill>
              <a:tailEnd type="triangle"/>
            </a:ln>
          </p:spPr>
        </p:pic>
        <p:sp>
          <p:nvSpPr>
            <p:cNvPr id="60" name="Rectángulo 59">
              <a:extLst>
                <a:ext uri="{FF2B5EF4-FFF2-40B4-BE49-F238E27FC236}">
                  <a16:creationId xmlns:a16="http://schemas.microsoft.com/office/drawing/2014/main" id="{6EBBE29B-B818-4FA8-AC78-1DD2F815405A}"/>
                </a:ext>
              </a:extLst>
            </p:cNvPr>
            <p:cNvSpPr/>
            <p:nvPr/>
          </p:nvSpPr>
          <p:spPr>
            <a:xfrm>
              <a:off x="6180645" y="3544313"/>
              <a:ext cx="408691" cy="307777"/>
            </a:xfrm>
            <a:prstGeom prst="rect">
              <a:avLst/>
            </a:prstGeom>
          </p:spPr>
          <p:txBody>
            <a:bodyPr wrap="square">
              <a:spAutoFit/>
            </a:bodyPr>
            <a:lstStyle/>
            <a:p>
              <a:r>
                <a:rPr lang="es-ES_tradnl" sz="1400" b="1" dirty="0"/>
                <a:t>(A)</a:t>
              </a:r>
            </a:p>
          </p:txBody>
        </p:sp>
      </p:grpSp>
      <p:sp>
        <p:nvSpPr>
          <p:cNvPr id="61" name="Elipse 60">
            <a:extLst>
              <a:ext uri="{FF2B5EF4-FFF2-40B4-BE49-F238E27FC236}">
                <a16:creationId xmlns:a16="http://schemas.microsoft.com/office/drawing/2014/main" id="{251F2A4D-7C17-4C16-8C51-A81C2140E9C8}"/>
              </a:ext>
            </a:extLst>
          </p:cNvPr>
          <p:cNvSpPr/>
          <p:nvPr/>
        </p:nvSpPr>
        <p:spPr>
          <a:xfrm>
            <a:off x="4394203" y="2454532"/>
            <a:ext cx="252000" cy="260442"/>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s-ES_tradnl" sz="1200" b="1" dirty="0"/>
              <a:t>3</a:t>
            </a:r>
          </a:p>
        </p:txBody>
      </p:sp>
      <p:cxnSp>
        <p:nvCxnSpPr>
          <p:cNvPr id="62" name="Conector recto de flecha 61">
            <a:extLst>
              <a:ext uri="{FF2B5EF4-FFF2-40B4-BE49-F238E27FC236}">
                <a16:creationId xmlns:a16="http://schemas.microsoft.com/office/drawing/2014/main" id="{6E4002CB-AF4D-4B94-BF4C-0AF83BF6635D}"/>
              </a:ext>
            </a:extLst>
          </p:cNvPr>
          <p:cNvCxnSpPr>
            <a:cxnSpLocks/>
            <a:endCxn id="59" idx="3"/>
          </p:cNvCxnSpPr>
          <p:nvPr/>
        </p:nvCxnSpPr>
        <p:spPr>
          <a:xfrm flipH="1">
            <a:off x="4790726" y="3179720"/>
            <a:ext cx="918754"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7" name="56 Rectángulo redondeado">
            <a:extLst>
              <a:ext uri="{FF2B5EF4-FFF2-40B4-BE49-F238E27FC236}">
                <a16:creationId xmlns:a16="http://schemas.microsoft.com/office/drawing/2014/main" id="{323B2C64-04BB-4750-B62C-2145A346AC3B}"/>
              </a:ext>
            </a:extLst>
          </p:cNvPr>
          <p:cNvSpPr/>
          <p:nvPr>
            <p:custDataLst>
              <p:tags r:id="rId2"/>
            </p:custDataLst>
          </p:nvPr>
        </p:nvSpPr>
        <p:spPr>
          <a:xfrm>
            <a:off x="5478443" y="2774374"/>
            <a:ext cx="1432392" cy="831012"/>
          </a:xfrm>
          <a:prstGeom prst="roundRect">
            <a:avLst/>
          </a:prstGeom>
          <a:solidFill>
            <a:schemeClr val="accent1">
              <a:lumMod val="40000"/>
              <a:lumOff val="60000"/>
              <a:alpha val="63000"/>
            </a:schemeClr>
          </a:solidFill>
          <a:ln w="12700">
            <a:solidFill>
              <a:srgbClr val="7B9EC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vert="horz" anchor="t" anchorCtr="0"/>
          <a:lstStyle/>
          <a:p>
            <a:pPr algn="ctr" eaLnBrk="1" hangingPunct="1">
              <a:buClr>
                <a:schemeClr val="accent2"/>
              </a:buClr>
              <a:buFont typeface="Wingdings" panose="05000000000000000000" pitchFamily="2" charset="2"/>
              <a:buNone/>
              <a:defRPr/>
            </a:pPr>
            <a:r>
              <a:rPr lang="es-ES" sz="1200" b="1" dirty="0">
                <a:solidFill>
                  <a:schemeClr val="tx1"/>
                </a:solidFill>
              </a:rPr>
              <a:t>Transmisiones</a:t>
            </a:r>
          </a:p>
        </p:txBody>
      </p:sp>
      <p:cxnSp>
        <p:nvCxnSpPr>
          <p:cNvPr id="68" name="25 Conector recto de flecha">
            <a:extLst>
              <a:ext uri="{FF2B5EF4-FFF2-40B4-BE49-F238E27FC236}">
                <a16:creationId xmlns:a16="http://schemas.microsoft.com/office/drawing/2014/main" id="{9120B803-820E-4B05-B6B8-4D74FD6BBF70}"/>
              </a:ext>
            </a:extLst>
          </p:cNvPr>
          <p:cNvCxnSpPr>
            <a:cxnSpLocks/>
          </p:cNvCxnSpPr>
          <p:nvPr/>
        </p:nvCxnSpPr>
        <p:spPr bwMode="auto">
          <a:xfrm flipV="1">
            <a:off x="5089934" y="1409804"/>
            <a:ext cx="26539" cy="3277518"/>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pic>
        <p:nvPicPr>
          <p:cNvPr id="69" name="Picture 578" descr="j0432635">
            <a:extLst>
              <a:ext uri="{FF2B5EF4-FFF2-40B4-BE49-F238E27FC236}">
                <a16:creationId xmlns:a16="http://schemas.microsoft.com/office/drawing/2014/main" id="{301A16C8-6258-4C2C-AFFE-126CCDD480CE}"/>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978344" y="3048563"/>
            <a:ext cx="379207" cy="315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 name="56 Rectángulo redondeado">
            <a:extLst>
              <a:ext uri="{FF2B5EF4-FFF2-40B4-BE49-F238E27FC236}">
                <a16:creationId xmlns:a16="http://schemas.microsoft.com/office/drawing/2014/main" id="{2072EEE5-AF86-4988-A4BA-66E38977FA8F}"/>
              </a:ext>
            </a:extLst>
          </p:cNvPr>
          <p:cNvSpPr/>
          <p:nvPr>
            <p:custDataLst>
              <p:tags r:id="rId3"/>
            </p:custDataLst>
          </p:nvPr>
        </p:nvSpPr>
        <p:spPr>
          <a:xfrm>
            <a:off x="514155" y="2279864"/>
            <a:ext cx="1638245" cy="2348772"/>
          </a:xfrm>
          <a:prstGeom prst="roundRect">
            <a:avLst/>
          </a:prstGeom>
          <a:solidFill>
            <a:schemeClr val="accent1">
              <a:lumMod val="40000"/>
              <a:lumOff val="60000"/>
              <a:alpha val="63000"/>
            </a:schemeClr>
          </a:solidFill>
          <a:ln w="12700">
            <a:solidFill>
              <a:srgbClr val="7B9EC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vert="horz" anchor="t" anchorCtr="0"/>
          <a:lstStyle/>
          <a:p>
            <a:pPr algn="ctr" eaLnBrk="1" hangingPunct="1">
              <a:buClr>
                <a:schemeClr val="accent2"/>
              </a:buClr>
              <a:buFont typeface="Wingdings" panose="05000000000000000000" pitchFamily="2" charset="2"/>
              <a:buNone/>
              <a:defRPr/>
            </a:pPr>
            <a:r>
              <a:rPr lang="es-ES" sz="2000" b="1" dirty="0">
                <a:solidFill>
                  <a:schemeClr val="tx1"/>
                </a:solidFill>
              </a:rPr>
              <a:t>Confirma</a:t>
            </a:r>
          </a:p>
          <a:p>
            <a:pPr algn="ctr" eaLnBrk="1" hangingPunct="1">
              <a:buClr>
                <a:schemeClr val="accent2"/>
              </a:buClr>
              <a:buFont typeface="Wingdings" panose="05000000000000000000" pitchFamily="2" charset="2"/>
              <a:buNone/>
              <a:defRPr/>
            </a:pPr>
            <a:r>
              <a:rPr lang="es-ES" sz="2000" b="1" dirty="0">
                <a:solidFill>
                  <a:schemeClr val="tx1"/>
                </a:solidFill>
              </a:rPr>
              <a:t>(Fuera de perímetro)</a:t>
            </a:r>
          </a:p>
        </p:txBody>
      </p:sp>
      <p:grpSp>
        <p:nvGrpSpPr>
          <p:cNvPr id="75" name="Grupo 74">
            <a:extLst>
              <a:ext uri="{FF2B5EF4-FFF2-40B4-BE49-F238E27FC236}">
                <a16:creationId xmlns:a16="http://schemas.microsoft.com/office/drawing/2014/main" id="{C523AFF8-3E67-405D-8EE4-92DBED5D066D}"/>
              </a:ext>
            </a:extLst>
          </p:cNvPr>
          <p:cNvGrpSpPr/>
          <p:nvPr/>
        </p:nvGrpSpPr>
        <p:grpSpPr>
          <a:xfrm>
            <a:off x="1919949" y="3761541"/>
            <a:ext cx="558130" cy="420499"/>
            <a:chOff x="6180645" y="3487953"/>
            <a:chExt cx="434670" cy="420499"/>
          </a:xfrm>
        </p:grpSpPr>
        <p:pic>
          <p:nvPicPr>
            <p:cNvPr id="76" name="Imagen 75">
              <a:extLst>
                <a:ext uri="{FF2B5EF4-FFF2-40B4-BE49-F238E27FC236}">
                  <a16:creationId xmlns:a16="http://schemas.microsoft.com/office/drawing/2014/main" id="{10DBD04F-1180-4DC8-B871-3DA769526391}"/>
                </a:ext>
              </a:extLst>
            </p:cNvPr>
            <p:cNvPicPr>
              <a:picLocks noChangeAspect="1"/>
            </p:cNvPicPr>
            <p:nvPr/>
          </p:nvPicPr>
          <p:blipFill>
            <a:blip r:embed="rId12"/>
            <a:stretch>
              <a:fillRect/>
            </a:stretch>
          </p:blipFill>
          <p:spPr>
            <a:xfrm>
              <a:off x="6180645" y="3487953"/>
              <a:ext cx="434670" cy="420499"/>
            </a:xfrm>
            <a:prstGeom prst="rect">
              <a:avLst/>
            </a:prstGeom>
            <a:ln w="25400">
              <a:solidFill>
                <a:schemeClr val="tx1"/>
              </a:solidFill>
              <a:tailEnd type="triangle"/>
            </a:ln>
          </p:spPr>
        </p:pic>
        <p:sp>
          <p:nvSpPr>
            <p:cNvPr id="77" name="Rectángulo 76">
              <a:extLst>
                <a:ext uri="{FF2B5EF4-FFF2-40B4-BE49-F238E27FC236}">
                  <a16:creationId xmlns:a16="http://schemas.microsoft.com/office/drawing/2014/main" id="{09BADC71-63F3-4D1D-93A5-284C0B7716E5}"/>
                </a:ext>
              </a:extLst>
            </p:cNvPr>
            <p:cNvSpPr/>
            <p:nvPr/>
          </p:nvSpPr>
          <p:spPr>
            <a:xfrm>
              <a:off x="6180645" y="3544313"/>
              <a:ext cx="408691" cy="307777"/>
            </a:xfrm>
            <a:prstGeom prst="rect">
              <a:avLst/>
            </a:prstGeom>
          </p:spPr>
          <p:txBody>
            <a:bodyPr wrap="square">
              <a:spAutoFit/>
            </a:bodyPr>
            <a:lstStyle/>
            <a:p>
              <a:r>
                <a:rPr lang="es-ES_tradnl" sz="1400" b="1" dirty="0"/>
                <a:t>(B)</a:t>
              </a:r>
            </a:p>
          </p:txBody>
        </p:sp>
      </p:grpSp>
      <p:cxnSp>
        <p:nvCxnSpPr>
          <p:cNvPr id="78" name="Conector recto de flecha 77">
            <a:extLst>
              <a:ext uri="{FF2B5EF4-FFF2-40B4-BE49-F238E27FC236}">
                <a16:creationId xmlns:a16="http://schemas.microsoft.com/office/drawing/2014/main" id="{8FC14C4B-E086-47ED-9068-D4C7B665C4CD}"/>
              </a:ext>
            </a:extLst>
          </p:cNvPr>
          <p:cNvCxnSpPr>
            <a:cxnSpLocks/>
            <a:stCxn id="67" idx="1"/>
            <a:endCxn id="76" idx="3"/>
          </p:cNvCxnSpPr>
          <p:nvPr/>
        </p:nvCxnSpPr>
        <p:spPr>
          <a:xfrm flipH="1">
            <a:off x="2478079" y="3189880"/>
            <a:ext cx="3000364" cy="78191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9" name="Rectángulo 78">
            <a:extLst>
              <a:ext uri="{FF2B5EF4-FFF2-40B4-BE49-F238E27FC236}">
                <a16:creationId xmlns:a16="http://schemas.microsoft.com/office/drawing/2014/main" id="{052D21A4-0DFF-4AE1-8FA6-B8B68BF9D34F}"/>
              </a:ext>
            </a:extLst>
          </p:cNvPr>
          <p:cNvSpPr/>
          <p:nvPr/>
        </p:nvSpPr>
        <p:spPr bwMode="auto">
          <a:xfrm>
            <a:off x="7408608" y="2129647"/>
            <a:ext cx="1328592" cy="462763"/>
          </a:xfrm>
          <a:prstGeom prst="rect">
            <a:avLst/>
          </a:prstGeom>
          <a:noFill/>
          <a:ln w="0">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vert="horz" wrap="square" lIns="97749" tIns="48875" rIns="97749" bIns="48875" numCol="1" rtlCol="0" anchor="t" anchorCtr="0" compatLnSpc="1">
            <a:prstTxWarp prst="textNoShape">
              <a:avLst/>
            </a:prstTxWarp>
            <a:spAutoFit/>
          </a:bodyPr>
          <a:lstStyle>
            <a:defPPr>
              <a:defRPr lang="es-ES"/>
            </a:defPPr>
            <a:lvl1pPr algn="l" rtl="0" fontAlgn="base">
              <a:spcBef>
                <a:spcPct val="20000"/>
              </a:spcBef>
              <a:spcAft>
                <a:spcPct val="0"/>
              </a:spcAft>
              <a:buClr>
                <a:schemeClr val="accent2"/>
              </a:buClr>
              <a:buFont typeface="Wingdings" pitchFamily="2" charset="2"/>
              <a:defRPr sz="2400" kern="1200">
                <a:solidFill>
                  <a:schemeClr val="dk1"/>
                </a:solidFill>
                <a:latin typeface="+mn-lt"/>
                <a:ea typeface="+mn-ea"/>
                <a:cs typeface="+mn-cs"/>
              </a:defRPr>
            </a:lvl1pPr>
            <a:lvl2pPr marL="457200" algn="l" rtl="0" fontAlgn="base">
              <a:spcBef>
                <a:spcPct val="20000"/>
              </a:spcBef>
              <a:spcAft>
                <a:spcPct val="0"/>
              </a:spcAft>
              <a:buClr>
                <a:schemeClr val="accent2"/>
              </a:buClr>
              <a:buFont typeface="Wingdings" pitchFamily="2" charset="2"/>
              <a:defRPr sz="2400" kern="1200">
                <a:solidFill>
                  <a:schemeClr val="dk1"/>
                </a:solidFill>
                <a:latin typeface="+mn-lt"/>
                <a:ea typeface="+mn-ea"/>
                <a:cs typeface="+mn-cs"/>
              </a:defRPr>
            </a:lvl2pPr>
            <a:lvl3pPr marL="914400" algn="l" rtl="0" fontAlgn="base">
              <a:spcBef>
                <a:spcPct val="20000"/>
              </a:spcBef>
              <a:spcAft>
                <a:spcPct val="0"/>
              </a:spcAft>
              <a:buClr>
                <a:schemeClr val="accent2"/>
              </a:buClr>
              <a:buFont typeface="Wingdings" pitchFamily="2" charset="2"/>
              <a:defRPr sz="2400" kern="1200">
                <a:solidFill>
                  <a:schemeClr val="dk1"/>
                </a:solidFill>
                <a:latin typeface="+mn-lt"/>
                <a:ea typeface="+mn-ea"/>
                <a:cs typeface="+mn-cs"/>
              </a:defRPr>
            </a:lvl3pPr>
            <a:lvl4pPr marL="1371600" algn="l" rtl="0" fontAlgn="base">
              <a:spcBef>
                <a:spcPct val="20000"/>
              </a:spcBef>
              <a:spcAft>
                <a:spcPct val="0"/>
              </a:spcAft>
              <a:buClr>
                <a:schemeClr val="accent2"/>
              </a:buClr>
              <a:buFont typeface="Wingdings" pitchFamily="2" charset="2"/>
              <a:defRPr sz="2400" kern="1200">
                <a:solidFill>
                  <a:schemeClr val="dk1"/>
                </a:solidFill>
                <a:latin typeface="+mn-lt"/>
                <a:ea typeface="+mn-ea"/>
                <a:cs typeface="+mn-cs"/>
              </a:defRPr>
            </a:lvl4pPr>
            <a:lvl5pPr marL="1828800" algn="l" rtl="0" fontAlgn="base">
              <a:spcBef>
                <a:spcPct val="20000"/>
              </a:spcBef>
              <a:spcAft>
                <a:spcPct val="0"/>
              </a:spcAft>
              <a:buClr>
                <a:schemeClr val="accent2"/>
              </a:buClr>
              <a:buFont typeface="Wingdings" pitchFamily="2" charset="2"/>
              <a:defRPr sz="2400" kern="1200">
                <a:solidFill>
                  <a:schemeClr val="dk1"/>
                </a:solidFill>
                <a:latin typeface="+mn-lt"/>
                <a:ea typeface="+mn-ea"/>
                <a:cs typeface="+mn-cs"/>
              </a:defRPr>
            </a:lvl5pPr>
            <a:lvl6pPr marL="2286000" algn="l" defTabSz="914400" rtl="0" eaLnBrk="1" latinLnBrk="0" hangingPunct="1">
              <a:defRPr sz="2400" kern="1200">
                <a:solidFill>
                  <a:schemeClr val="dk1"/>
                </a:solidFill>
                <a:latin typeface="+mn-lt"/>
                <a:ea typeface="+mn-ea"/>
                <a:cs typeface="+mn-cs"/>
              </a:defRPr>
            </a:lvl6pPr>
            <a:lvl7pPr marL="2743200" algn="l" defTabSz="914400" rtl="0" eaLnBrk="1" latinLnBrk="0" hangingPunct="1">
              <a:defRPr sz="2400" kern="1200">
                <a:solidFill>
                  <a:schemeClr val="dk1"/>
                </a:solidFill>
                <a:latin typeface="+mn-lt"/>
                <a:ea typeface="+mn-ea"/>
                <a:cs typeface="+mn-cs"/>
              </a:defRPr>
            </a:lvl7pPr>
            <a:lvl8pPr marL="3200400" algn="l" defTabSz="914400" rtl="0" eaLnBrk="1" latinLnBrk="0" hangingPunct="1">
              <a:defRPr sz="2400" kern="1200">
                <a:solidFill>
                  <a:schemeClr val="dk1"/>
                </a:solidFill>
                <a:latin typeface="+mn-lt"/>
                <a:ea typeface="+mn-ea"/>
                <a:cs typeface="+mn-cs"/>
              </a:defRPr>
            </a:lvl8pPr>
            <a:lvl9pPr marL="3657600" algn="l" defTabSz="914400" rtl="0" eaLnBrk="1" latinLnBrk="0" hangingPunct="1">
              <a:defRPr sz="2400" kern="1200">
                <a:solidFill>
                  <a:schemeClr val="dk1"/>
                </a:solidFill>
                <a:latin typeface="+mn-lt"/>
                <a:ea typeface="+mn-ea"/>
                <a:cs typeface="+mn-cs"/>
              </a:defRPr>
            </a:lvl9pPr>
          </a:lstStyle>
          <a:p>
            <a:pPr defTabSz="977900"/>
            <a:endParaRPr lang="es-ES">
              <a:solidFill>
                <a:schemeClr val="tx1"/>
              </a:solidFill>
              <a:latin typeface="Arial" charset="0"/>
            </a:endParaRPr>
          </a:p>
        </p:txBody>
      </p:sp>
      <p:pic>
        <p:nvPicPr>
          <p:cNvPr id="80" name="Picture 10" descr="Resultado de imagen de Openshift icon">
            <a:extLst>
              <a:ext uri="{FF2B5EF4-FFF2-40B4-BE49-F238E27FC236}">
                <a16:creationId xmlns:a16="http://schemas.microsoft.com/office/drawing/2014/main" id="{750B3EAC-3AFE-47B4-A6B8-0F229BB34F94}"/>
              </a:ext>
            </a:extLst>
          </p:cNvPr>
          <p:cNvPicPr>
            <a:picLocks noChangeAspect="1" noChangeArrowheads="1"/>
          </p:cNvPicPr>
          <p:nvPr/>
        </p:nvPicPr>
        <p:blipFill>
          <a:blip r:embed="rId13" cstate="email">
            <a:extLst>
              <a:ext uri="{28A0092B-C50C-407E-A947-70E740481C1C}">
                <a14:useLocalDpi xmlns:a14="http://schemas.microsoft.com/office/drawing/2010/main"/>
              </a:ext>
            </a:extLst>
          </a:blip>
          <a:srcRect/>
          <a:stretch>
            <a:fillRect/>
          </a:stretch>
        </p:blipFill>
        <p:spPr bwMode="auto">
          <a:xfrm>
            <a:off x="8402029" y="2267294"/>
            <a:ext cx="239828" cy="282164"/>
          </a:xfrm>
          <a:prstGeom prst="rect">
            <a:avLst/>
          </a:prstGeom>
          <a:noFill/>
          <a:extLst>
            <a:ext uri="{909E8E84-426E-40DD-AFC4-6F175D3DCCD1}">
              <a14:hiddenFill xmlns:a14="http://schemas.microsoft.com/office/drawing/2010/main">
                <a:solidFill>
                  <a:srgbClr val="FFFFFF"/>
                </a:solidFill>
              </a14:hiddenFill>
            </a:ext>
          </a:extLst>
        </p:spPr>
      </p:pic>
      <p:sp>
        <p:nvSpPr>
          <p:cNvPr id="81" name="CuadroTexto 80">
            <a:extLst>
              <a:ext uri="{FF2B5EF4-FFF2-40B4-BE49-F238E27FC236}">
                <a16:creationId xmlns:a16="http://schemas.microsoft.com/office/drawing/2014/main" id="{9C39C633-DAF9-442E-95B8-389D0B1B3BD2}"/>
              </a:ext>
            </a:extLst>
          </p:cNvPr>
          <p:cNvSpPr txBox="1"/>
          <p:nvPr/>
        </p:nvSpPr>
        <p:spPr>
          <a:xfrm>
            <a:off x="7408608" y="2143029"/>
            <a:ext cx="1685929" cy="248530"/>
          </a:xfrm>
          <a:prstGeom prst="rect">
            <a:avLst/>
          </a:prstGeom>
          <a:noFill/>
        </p:spPr>
        <p:txBody>
          <a:bodyPr wrap="square" rtlCol="0">
            <a:spAutoFit/>
          </a:bodyPr>
          <a:lstStyle/>
          <a:p>
            <a:r>
              <a:rPr lang="es-ES" sz="1015" b="1" dirty="0">
                <a:solidFill>
                  <a:srgbClr val="1BB3BC"/>
                </a:solidFill>
              </a:rPr>
              <a:t>PaaS Intranet HC 2.0</a:t>
            </a:r>
          </a:p>
        </p:txBody>
      </p:sp>
      <p:cxnSp>
        <p:nvCxnSpPr>
          <p:cNvPr id="82" name="451 Conector recto de flecha">
            <a:extLst>
              <a:ext uri="{FF2B5EF4-FFF2-40B4-BE49-F238E27FC236}">
                <a16:creationId xmlns:a16="http://schemas.microsoft.com/office/drawing/2014/main" id="{FFDC5FF0-2374-499C-A82E-34448F20685A}"/>
              </a:ext>
            </a:extLst>
          </p:cNvPr>
          <p:cNvCxnSpPr>
            <a:cxnSpLocks/>
            <a:stCxn id="153" idx="1"/>
          </p:cNvCxnSpPr>
          <p:nvPr/>
        </p:nvCxnSpPr>
        <p:spPr bwMode="auto">
          <a:xfrm flipH="1" flipV="1">
            <a:off x="8737200" y="2487057"/>
            <a:ext cx="192361" cy="382746"/>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70" name="Oval 18">
            <a:extLst>
              <a:ext uri="{FF2B5EF4-FFF2-40B4-BE49-F238E27FC236}">
                <a16:creationId xmlns:a16="http://schemas.microsoft.com/office/drawing/2014/main" id="{7F46673F-D4A2-492C-9A71-93DC295C8BEC}"/>
              </a:ext>
            </a:extLst>
          </p:cNvPr>
          <p:cNvSpPr>
            <a:spLocks noChangeArrowheads="1"/>
          </p:cNvSpPr>
          <p:nvPr/>
        </p:nvSpPr>
        <p:spPr bwMode="auto">
          <a:xfrm>
            <a:off x="6456902" y="2678430"/>
            <a:ext cx="226800" cy="227917"/>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
        <p:nvSpPr>
          <p:cNvPr id="71" name="Oval 18">
            <a:extLst>
              <a:ext uri="{FF2B5EF4-FFF2-40B4-BE49-F238E27FC236}">
                <a16:creationId xmlns:a16="http://schemas.microsoft.com/office/drawing/2014/main" id="{3442E8B3-B733-403C-8946-628CEE0916C0}"/>
              </a:ext>
            </a:extLst>
          </p:cNvPr>
          <p:cNvSpPr>
            <a:spLocks noChangeArrowheads="1"/>
          </p:cNvSpPr>
          <p:nvPr/>
        </p:nvSpPr>
        <p:spPr bwMode="auto">
          <a:xfrm>
            <a:off x="10021054" y="2601015"/>
            <a:ext cx="226800" cy="227917"/>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Tree>
    <p:extLst>
      <p:ext uri="{BB962C8B-B14F-4D97-AF65-F5344CB8AC3E}">
        <p14:creationId xmlns:p14="http://schemas.microsoft.com/office/powerpoint/2010/main" val="38540824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711024" y="337100"/>
            <a:ext cx="10758734" cy="304800"/>
          </a:xfrm>
        </p:spPr>
        <p:txBody>
          <a:bodyPr/>
          <a:lstStyle/>
          <a:p>
            <a:r>
              <a:rPr lang="es-ES" sz="1477" dirty="0">
                <a:solidFill>
                  <a:srgbClr val="FF0000"/>
                </a:solidFill>
                <a:latin typeface="Gadugi" panose="020B0502040204020203" pitchFamily="34" charset="0"/>
              </a:rPr>
              <a:t>Solución Técnica – </a:t>
            </a:r>
            <a:r>
              <a:rPr lang="pt-BR" sz="1477" dirty="0">
                <a:solidFill>
                  <a:srgbClr val="FF0000"/>
                </a:solidFill>
                <a:latin typeface="Gadugi" panose="020B0502040204020203" pitchFamily="34" charset="0"/>
              </a:rPr>
              <a:t>Mapa Técnico de Arquitectura </a:t>
            </a:r>
            <a:r>
              <a:rPr lang="es-ES" sz="1477" dirty="0">
                <a:solidFill>
                  <a:srgbClr val="FF0000"/>
                </a:solidFill>
                <a:latin typeface="Gadugi" panose="020B0502040204020203" pitchFamily="34" charset="0"/>
              </a:rPr>
              <a:t>del Proyecto</a:t>
            </a:r>
          </a:p>
        </p:txBody>
      </p:sp>
      <p:sp>
        <p:nvSpPr>
          <p:cNvPr id="230" name="Título 4">
            <a:extLst>
              <a:ext uri="{FF2B5EF4-FFF2-40B4-BE49-F238E27FC236}">
                <a16:creationId xmlns:a16="http://schemas.microsoft.com/office/drawing/2014/main" id="{DC1FAD1E-C729-4AC4-B217-967B5ACFFD49}"/>
              </a:ext>
            </a:extLst>
          </p:cNvPr>
          <p:cNvSpPr txBox="1">
            <a:spLocks/>
          </p:cNvSpPr>
          <p:nvPr/>
        </p:nvSpPr>
        <p:spPr>
          <a:xfrm>
            <a:off x="686870" y="622151"/>
            <a:ext cx="11196488" cy="468000"/>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kern="1200">
                <a:solidFill>
                  <a:schemeClr val="accent1"/>
                </a:solidFill>
                <a:latin typeface="+mj-lt"/>
                <a:ea typeface="+mj-ea"/>
                <a:cs typeface="+mj-cs"/>
              </a:defRPr>
            </a:lvl1pPr>
          </a:lstStyle>
          <a:p>
            <a:r>
              <a:rPr lang="es-ES" sz="2400" dirty="0">
                <a:solidFill>
                  <a:srgbClr val="FF0000"/>
                </a:solidFill>
              </a:rPr>
              <a:t>Descripción </a:t>
            </a:r>
            <a:r>
              <a:rPr lang="es-ES" altLang="es-ES" sz="2400" dirty="0">
                <a:solidFill>
                  <a:srgbClr val="FF0000"/>
                </a:solidFill>
              </a:rPr>
              <a:t>Proceso Envío de información a servidor FTP de Universia y Confirma</a:t>
            </a:r>
            <a:endParaRPr lang="es-ES_tradnl" altLang="es-ES" sz="2400" dirty="0">
              <a:solidFill>
                <a:srgbClr val="FF0000"/>
              </a:solidFill>
            </a:endParaRPr>
          </a:p>
          <a:p>
            <a:endParaRPr lang="es-ES" sz="2400" dirty="0">
              <a:solidFill>
                <a:srgbClr val="FF0000"/>
              </a:solidFill>
            </a:endParaRPr>
          </a:p>
        </p:txBody>
      </p:sp>
      <p:graphicFrame>
        <p:nvGraphicFramePr>
          <p:cNvPr id="5" name="Group 6">
            <a:extLst>
              <a:ext uri="{FF2B5EF4-FFF2-40B4-BE49-F238E27FC236}">
                <a16:creationId xmlns:a16="http://schemas.microsoft.com/office/drawing/2014/main" id="{11F2916E-E302-4CCE-8E20-2FC50649118A}"/>
              </a:ext>
            </a:extLst>
          </p:cNvPr>
          <p:cNvGraphicFramePr>
            <a:graphicFrameLocks/>
          </p:cNvGraphicFramePr>
          <p:nvPr>
            <p:extLst>
              <p:ext uri="{D42A27DB-BD31-4B8C-83A1-F6EECF244321}">
                <p14:modId xmlns:p14="http://schemas.microsoft.com/office/powerpoint/2010/main" val="2190333768"/>
              </p:ext>
            </p:extLst>
          </p:nvPr>
        </p:nvGraphicFramePr>
        <p:xfrm>
          <a:off x="1173707" y="1318063"/>
          <a:ext cx="9976514" cy="3590015"/>
        </p:xfrm>
        <a:graphic>
          <a:graphicData uri="http://schemas.openxmlformats.org/drawingml/2006/table">
            <a:tbl>
              <a:tblPr/>
              <a:tblGrid>
                <a:gridCol w="1119117">
                  <a:extLst>
                    <a:ext uri="{9D8B030D-6E8A-4147-A177-3AD203B41FA5}">
                      <a16:colId xmlns:a16="http://schemas.microsoft.com/office/drawing/2014/main" val="20000"/>
                    </a:ext>
                  </a:extLst>
                </a:gridCol>
                <a:gridCol w="8857397">
                  <a:extLst>
                    <a:ext uri="{9D8B030D-6E8A-4147-A177-3AD203B41FA5}">
                      <a16:colId xmlns:a16="http://schemas.microsoft.com/office/drawing/2014/main" val="20001"/>
                    </a:ext>
                  </a:extLst>
                </a:gridCol>
              </a:tblGrid>
              <a:tr h="453517">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200" b="1" i="0" u="none" strike="noStrike" cap="none" normalizeH="0" baseline="0" dirty="0">
                          <a:ln>
                            <a:noFill/>
                          </a:ln>
                          <a:solidFill>
                            <a:schemeClr val="bg1"/>
                          </a:solidFill>
                          <a:effectLst/>
                          <a:latin typeface="Arial" charset="0"/>
                        </a:rPr>
                        <a:t>Paso</a:t>
                      </a:r>
                    </a:p>
                  </a:txBody>
                  <a:tcPr marL="90007" marR="90007" marT="46789" marB="4678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200" b="1" i="0" u="none" strike="noStrike" cap="none" normalizeH="0" baseline="0" dirty="0">
                          <a:ln>
                            <a:noFill/>
                          </a:ln>
                          <a:solidFill>
                            <a:schemeClr val="bg1"/>
                          </a:solidFill>
                          <a:effectLst/>
                          <a:latin typeface="Arial" charset="0"/>
                        </a:rPr>
                        <a:t>Descripción </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0"/>
                  </a:ext>
                </a:extLst>
              </a:tr>
              <a:tr h="749090">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endParaRPr lang="es-ES" sz="1600" kern="1200" dirty="0">
                        <a:solidFill>
                          <a:schemeClr val="bg1">
                            <a:lumMod val="50000"/>
                          </a:schemeClr>
                        </a:solidFill>
                        <a:latin typeface="Arial" charset="0"/>
                        <a:ea typeface="+mn-ea"/>
                        <a:cs typeface="Arial" charset="0"/>
                      </a:endParaRPr>
                    </a:p>
                  </a:txBody>
                  <a:tcPr marL="95255" marR="95255" marT="50646" marB="506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defRPr/>
                      </a:pPr>
                      <a:r>
                        <a:rPr lang="es-ES_tradnl" altLang="es-ES" sz="1200" kern="1200" dirty="0">
                          <a:solidFill>
                            <a:schemeClr val="bg1">
                              <a:lumMod val="50000"/>
                            </a:schemeClr>
                          </a:solidFill>
                          <a:latin typeface="Arial" charset="0"/>
                          <a:ea typeface="+mn-ea"/>
                          <a:cs typeface="Arial" charset="0"/>
                        </a:rPr>
                        <a:t>En un máquina de procesos Batch en sistemas medios estará alojado el proceso que </a:t>
                      </a:r>
                      <a:r>
                        <a:rPr lang="es-ES" altLang="es-ES" sz="1200" kern="1200" dirty="0">
                          <a:solidFill>
                            <a:schemeClr val="bg1">
                              <a:lumMod val="50000"/>
                            </a:schemeClr>
                          </a:solidFill>
                          <a:latin typeface="Arial" charset="0"/>
                          <a:ea typeface="+mn-ea"/>
                          <a:cs typeface="Arial" charset="0"/>
                        </a:rPr>
                        <a:t>g</a:t>
                      </a:r>
                      <a:r>
                        <a:rPr lang="es-ES" sz="1200" kern="1200" dirty="0">
                          <a:solidFill>
                            <a:schemeClr val="bg1">
                              <a:lumMod val="50000"/>
                            </a:schemeClr>
                          </a:solidFill>
                          <a:latin typeface="Arial" charset="0"/>
                          <a:ea typeface="+mn-ea"/>
                          <a:cs typeface="Arial" charset="0"/>
                        </a:rPr>
                        <a:t>enerar fichero diario con información de los potenciales clientes que seleccionan la opción de “autorizo cesión de datos a Universia”.</a:t>
                      </a:r>
                    </a:p>
                    <a:p>
                      <a:pPr>
                        <a:defRPr/>
                      </a:pPr>
                      <a:endParaRPr lang="es-ES" altLang="es-ES" sz="1200" kern="1200" dirty="0">
                        <a:solidFill>
                          <a:schemeClr val="bg1">
                            <a:lumMod val="50000"/>
                          </a:schemeClr>
                        </a:solidFill>
                        <a:latin typeface="Arial" charset="0"/>
                        <a:ea typeface="+mn-ea"/>
                        <a:cs typeface="Arial"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bg1">
                              <a:lumMod val="50000"/>
                            </a:schemeClr>
                          </a:solidFill>
                          <a:latin typeface="Arial" charset="0"/>
                          <a:ea typeface="+mn-ea"/>
                          <a:cs typeface="Arial" charset="0"/>
                        </a:rPr>
                        <a:t>Para Confirma se genera un archivo con un listado de expedientes activados en las ultimas 24h, indicando el numero de solicitud al realizar la consulta en el fichero Confirma.</a:t>
                      </a:r>
                    </a:p>
                    <a:p>
                      <a:pPr>
                        <a:defRPr/>
                      </a:pPr>
                      <a:endParaRPr lang="es-ES_tradnl" altLang="es-ES" sz="1200" kern="1200" dirty="0">
                        <a:solidFill>
                          <a:schemeClr val="bg1">
                            <a:lumMod val="50000"/>
                          </a:schemeClr>
                        </a:solidFill>
                        <a:latin typeface="Arial" charset="0"/>
                        <a:ea typeface="+mn-ea"/>
                        <a:cs typeface="Arial" charset="0"/>
                      </a:endParaRPr>
                    </a:p>
                  </a:txBody>
                  <a:tcPr marL="95255" marR="95255" marT="50646" marB="506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10282">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endParaRPr lang="es-ES" sz="1600" kern="1200" dirty="0">
                        <a:solidFill>
                          <a:schemeClr val="bg1">
                            <a:lumMod val="50000"/>
                          </a:schemeClr>
                        </a:solidFill>
                        <a:latin typeface="Arial" charset="0"/>
                        <a:ea typeface="+mn-ea"/>
                        <a:cs typeface="Arial" charset="0"/>
                      </a:endParaRPr>
                    </a:p>
                  </a:txBody>
                  <a:tcPr marL="95255" marR="95255" marT="50646" marB="506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2400"/>
                        </a:lnSpc>
                        <a:spcBef>
                          <a:spcPct val="20000"/>
                        </a:spcBef>
                        <a:spcAft>
                          <a:spcPct val="0"/>
                        </a:spcAft>
                        <a:buClrTx/>
                        <a:buSzTx/>
                        <a:buFontTx/>
                        <a:buNone/>
                        <a:tabLst/>
                        <a:defRPr/>
                      </a:pPr>
                      <a:r>
                        <a:rPr lang="es-ES_tradnl" altLang="es-ES" sz="1200" kern="1200" dirty="0">
                          <a:solidFill>
                            <a:schemeClr val="bg1">
                              <a:lumMod val="50000"/>
                            </a:schemeClr>
                          </a:solidFill>
                          <a:latin typeface="Arial" charset="0"/>
                          <a:ea typeface="+mn-ea"/>
                          <a:cs typeface="Arial" charset="0"/>
                        </a:rPr>
                        <a:t>Desde transmisiones y a través de nuevo proceso planificado se obtiene el fichero desde un FS del servidor Linux de sistemas medios y se envía a Universia y Confirma</a:t>
                      </a:r>
                    </a:p>
                  </a:txBody>
                  <a:tcPr marL="95255" marR="95255" marT="50646" marB="506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20947646"/>
                  </a:ext>
                </a:extLst>
              </a:tr>
              <a:tr h="1227644">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endParaRPr lang="es-ES" sz="1600" kern="1200" dirty="0">
                        <a:solidFill>
                          <a:schemeClr val="bg1">
                            <a:lumMod val="50000"/>
                          </a:schemeClr>
                        </a:solidFill>
                        <a:latin typeface="Arial" charset="0"/>
                        <a:ea typeface="+mn-ea"/>
                        <a:cs typeface="Arial" charset="0"/>
                      </a:endParaRPr>
                    </a:p>
                  </a:txBody>
                  <a:tcPr marL="95255" marR="95255" marT="50646" marB="506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2400"/>
                        </a:lnSpc>
                        <a:spcBef>
                          <a:spcPct val="20000"/>
                        </a:spcBef>
                        <a:spcAft>
                          <a:spcPct val="0"/>
                        </a:spcAft>
                        <a:buClrTx/>
                        <a:buSzTx/>
                        <a:buFontTx/>
                        <a:buNone/>
                        <a:tabLst/>
                        <a:defRPr/>
                      </a:pPr>
                      <a:r>
                        <a:rPr lang="es-ES_tradnl" altLang="es-ES" sz="1200" kern="1200" dirty="0">
                          <a:solidFill>
                            <a:schemeClr val="bg1">
                              <a:lumMod val="50000"/>
                            </a:schemeClr>
                          </a:solidFill>
                          <a:latin typeface="Arial" charset="0"/>
                          <a:ea typeface="+mn-ea"/>
                          <a:cs typeface="Arial" charset="0"/>
                        </a:rPr>
                        <a:t>Universia expone una carpeta donde el FTP alojará el fichero y Confirma expone </a:t>
                      </a:r>
                      <a:r>
                        <a:rPr lang="es-ES_tradnl" altLang="es-ES" sz="1200" kern="1200" dirty="0" err="1">
                          <a:solidFill>
                            <a:schemeClr val="bg1">
                              <a:lumMod val="50000"/>
                            </a:schemeClr>
                          </a:solidFill>
                          <a:latin typeface="Arial" charset="0"/>
                          <a:ea typeface="+mn-ea"/>
                          <a:cs typeface="Arial" charset="0"/>
                        </a:rPr>
                        <a:t>ua</a:t>
                      </a:r>
                      <a:r>
                        <a:rPr lang="es-ES_tradnl" altLang="es-ES" sz="1200" kern="1200" dirty="0">
                          <a:solidFill>
                            <a:schemeClr val="bg1">
                              <a:lumMod val="50000"/>
                            </a:schemeClr>
                          </a:solidFill>
                          <a:latin typeface="Arial" charset="0"/>
                          <a:ea typeface="+mn-ea"/>
                          <a:cs typeface="Arial" charset="0"/>
                        </a:rPr>
                        <a:t> carpeta donde el FTP alojará el </a:t>
                      </a:r>
                      <a:r>
                        <a:rPr lang="es-ES_tradnl" altLang="es-ES" sz="1200" kern="1200" dirty="0" err="1">
                          <a:solidFill>
                            <a:schemeClr val="bg1">
                              <a:lumMod val="50000"/>
                            </a:schemeClr>
                          </a:solidFill>
                          <a:latin typeface="Arial" charset="0"/>
                          <a:ea typeface="+mn-ea"/>
                          <a:cs typeface="Arial" charset="0"/>
                        </a:rPr>
                        <a:t>fichro</a:t>
                      </a:r>
                      <a:r>
                        <a:rPr lang="es-ES_tradnl" altLang="es-ES" sz="1200" kern="1200" dirty="0">
                          <a:solidFill>
                            <a:schemeClr val="bg1">
                              <a:lumMod val="50000"/>
                            </a:schemeClr>
                          </a:solidFill>
                          <a:latin typeface="Arial" charset="0"/>
                          <a:ea typeface="+mn-ea"/>
                          <a:cs typeface="Arial" charset="0"/>
                        </a:rPr>
                        <a:t>.</a:t>
                      </a:r>
                    </a:p>
                  </a:txBody>
                  <a:tcPr marL="95255" marR="95255" marT="50646" marB="506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93965434"/>
                  </a:ext>
                </a:extLst>
              </a:tr>
            </a:tbl>
          </a:graphicData>
        </a:graphic>
      </p:graphicFrame>
      <p:sp>
        <p:nvSpPr>
          <p:cNvPr id="7" name="Oval 18">
            <a:extLst>
              <a:ext uri="{FF2B5EF4-FFF2-40B4-BE49-F238E27FC236}">
                <a16:creationId xmlns:a16="http://schemas.microsoft.com/office/drawing/2014/main" id="{921EBAC9-B09B-4214-B61E-FA7BB41D1960}"/>
              </a:ext>
            </a:extLst>
          </p:cNvPr>
          <p:cNvSpPr>
            <a:spLocks noChangeArrowheads="1"/>
          </p:cNvSpPr>
          <p:nvPr/>
        </p:nvSpPr>
        <p:spPr bwMode="auto">
          <a:xfrm>
            <a:off x="1598024" y="1935312"/>
            <a:ext cx="252000" cy="2520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a:buNone/>
            </a:pPr>
            <a:r>
              <a:rPr lang="es-ES" altLang="es-ES" sz="1200" dirty="0">
                <a:solidFill>
                  <a:schemeClr val="lt1"/>
                </a:solidFill>
              </a:rPr>
              <a:t>1</a:t>
            </a:r>
          </a:p>
        </p:txBody>
      </p:sp>
      <p:sp>
        <p:nvSpPr>
          <p:cNvPr id="9" name="Elipse 8">
            <a:extLst>
              <a:ext uri="{FF2B5EF4-FFF2-40B4-BE49-F238E27FC236}">
                <a16:creationId xmlns:a16="http://schemas.microsoft.com/office/drawing/2014/main" id="{98BD64C7-0D94-4570-933C-8921B284064A}"/>
              </a:ext>
            </a:extLst>
          </p:cNvPr>
          <p:cNvSpPr/>
          <p:nvPr/>
        </p:nvSpPr>
        <p:spPr>
          <a:xfrm>
            <a:off x="1605790" y="3049666"/>
            <a:ext cx="252000" cy="260442"/>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s-ES_tradnl" sz="1200" b="1" dirty="0"/>
              <a:t>2</a:t>
            </a:r>
          </a:p>
        </p:txBody>
      </p:sp>
      <p:sp>
        <p:nvSpPr>
          <p:cNvPr id="10" name="Elipse 9">
            <a:extLst>
              <a:ext uri="{FF2B5EF4-FFF2-40B4-BE49-F238E27FC236}">
                <a16:creationId xmlns:a16="http://schemas.microsoft.com/office/drawing/2014/main" id="{07F2F1EC-C639-4114-ACF4-05DA82F8B094}"/>
              </a:ext>
            </a:extLst>
          </p:cNvPr>
          <p:cNvSpPr/>
          <p:nvPr/>
        </p:nvSpPr>
        <p:spPr>
          <a:xfrm>
            <a:off x="1613309" y="3915467"/>
            <a:ext cx="252000" cy="260442"/>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s-ES_tradnl" sz="1200" b="1" dirty="0"/>
              <a:t>3</a:t>
            </a:r>
          </a:p>
        </p:txBody>
      </p:sp>
    </p:spTree>
    <p:extLst>
      <p:ext uri="{BB962C8B-B14F-4D97-AF65-F5344CB8AC3E}">
        <p14:creationId xmlns:p14="http://schemas.microsoft.com/office/powerpoint/2010/main" val="3674967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2 Marcador de pie de página"/>
          <p:cNvSpPr txBox="1">
            <a:spLocks/>
          </p:cNvSpPr>
          <p:nvPr/>
        </p:nvSpPr>
        <p:spPr>
          <a:xfrm>
            <a:off x="1" y="42181"/>
            <a:ext cx="5549669" cy="442035"/>
          </a:xfrm>
          <a:prstGeom prst="rect">
            <a:avLst/>
          </a:prstGeom>
        </p:spPr>
        <p:txBody>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2400" dirty="0">
                <a:solidFill>
                  <a:srgbClr val="FF0000"/>
                </a:solidFill>
                <a:latin typeface="Gadugi" panose="020B0502040204020203" pitchFamily="34" charset="0"/>
              </a:rPr>
              <a:t>Solución Técnica - Intranet</a:t>
            </a:r>
          </a:p>
        </p:txBody>
      </p:sp>
      <p:sp>
        <p:nvSpPr>
          <p:cNvPr id="155" name="2 Marcador de contenido"/>
          <p:cNvSpPr txBox="1">
            <a:spLocks/>
          </p:cNvSpPr>
          <p:nvPr/>
        </p:nvSpPr>
        <p:spPr bwMode="auto">
          <a:xfrm>
            <a:off x="274563" y="549600"/>
            <a:ext cx="9353666" cy="387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749" tIns="48875" rIns="97749" bIns="48875"/>
          <a:lstStyle>
            <a:lvl1pPr marL="457200" indent="-457200" defTabSz="977900" eaLnBrk="0" hangingPunct="0">
              <a:defRPr sz="2400">
                <a:solidFill>
                  <a:schemeClr val="tx1"/>
                </a:solidFill>
                <a:latin typeface="Arial" charset="0"/>
                <a:cs typeface="Arial" charset="0"/>
              </a:defRPr>
            </a:lvl1pPr>
            <a:lvl2pPr marL="742950" indent="-285750" defTabSz="977900" eaLnBrk="0" hangingPunct="0">
              <a:defRPr sz="2400">
                <a:solidFill>
                  <a:schemeClr val="tx1"/>
                </a:solidFill>
                <a:latin typeface="Arial" charset="0"/>
                <a:cs typeface="Arial" charset="0"/>
              </a:defRPr>
            </a:lvl2pPr>
            <a:lvl3pPr marL="1143000" indent="-228600" defTabSz="977900" eaLnBrk="0" hangingPunct="0">
              <a:defRPr sz="2400">
                <a:solidFill>
                  <a:schemeClr val="tx1"/>
                </a:solidFill>
                <a:latin typeface="Arial" charset="0"/>
                <a:cs typeface="Arial" charset="0"/>
              </a:defRPr>
            </a:lvl3pPr>
            <a:lvl4pPr marL="1600200" indent="-228600" defTabSz="977900" eaLnBrk="0" hangingPunct="0">
              <a:defRPr sz="2400">
                <a:solidFill>
                  <a:schemeClr val="tx1"/>
                </a:solidFill>
                <a:latin typeface="Arial" charset="0"/>
                <a:cs typeface="Arial" charset="0"/>
              </a:defRPr>
            </a:lvl4pPr>
            <a:lvl5pPr marL="2057400" indent="-228600" defTabSz="977900" eaLnBrk="0" hangingPunct="0">
              <a:defRPr sz="2400">
                <a:solidFill>
                  <a:schemeClr val="tx1"/>
                </a:solidFill>
                <a:latin typeface="Arial" charset="0"/>
                <a:cs typeface="Arial" charset="0"/>
              </a:defRPr>
            </a:lvl5pPr>
            <a:lvl6pPr marL="2514600" indent="-228600" defTabSz="977900" eaLnBrk="0" fontAlgn="base" hangingPunct="0">
              <a:spcBef>
                <a:spcPct val="0"/>
              </a:spcBef>
              <a:spcAft>
                <a:spcPct val="0"/>
              </a:spcAft>
              <a:defRPr sz="2400">
                <a:solidFill>
                  <a:schemeClr val="tx1"/>
                </a:solidFill>
                <a:latin typeface="Arial" charset="0"/>
                <a:cs typeface="Arial" charset="0"/>
              </a:defRPr>
            </a:lvl6pPr>
            <a:lvl7pPr marL="2971800" indent="-228600" defTabSz="977900" eaLnBrk="0" fontAlgn="base" hangingPunct="0">
              <a:spcBef>
                <a:spcPct val="0"/>
              </a:spcBef>
              <a:spcAft>
                <a:spcPct val="0"/>
              </a:spcAft>
              <a:defRPr sz="2400">
                <a:solidFill>
                  <a:schemeClr val="tx1"/>
                </a:solidFill>
                <a:latin typeface="Arial" charset="0"/>
                <a:cs typeface="Arial" charset="0"/>
              </a:defRPr>
            </a:lvl7pPr>
            <a:lvl8pPr marL="3429000" indent="-228600" defTabSz="977900" eaLnBrk="0" fontAlgn="base" hangingPunct="0">
              <a:spcBef>
                <a:spcPct val="0"/>
              </a:spcBef>
              <a:spcAft>
                <a:spcPct val="0"/>
              </a:spcAft>
              <a:defRPr sz="2400">
                <a:solidFill>
                  <a:schemeClr val="tx1"/>
                </a:solidFill>
                <a:latin typeface="Arial" charset="0"/>
                <a:cs typeface="Arial" charset="0"/>
              </a:defRPr>
            </a:lvl8pPr>
            <a:lvl9pPr marL="3886200" indent="-228600" defTabSz="977900" eaLnBrk="0" fontAlgn="base" hangingPunct="0">
              <a:spcBef>
                <a:spcPct val="0"/>
              </a:spcBef>
              <a:spcAft>
                <a:spcPct val="0"/>
              </a:spcAft>
              <a:defRPr sz="2400">
                <a:solidFill>
                  <a:schemeClr val="tx1"/>
                </a:solidFill>
                <a:latin typeface="Arial" charset="0"/>
                <a:cs typeface="Arial" charset="0"/>
              </a:defRPr>
            </a:lvl9pPr>
          </a:lstStyle>
          <a:p>
            <a:pPr marL="0" indent="0">
              <a:spcBef>
                <a:spcPts val="300"/>
              </a:spcBef>
              <a:buNone/>
            </a:pPr>
            <a:r>
              <a:rPr lang="es-ES" sz="2000" b="1" dirty="0">
                <a:solidFill>
                  <a:srgbClr val="EB0000"/>
                </a:solidFill>
                <a:ea typeface="Segoe UI" panose="020B0502040204020203" pitchFamily="34" charset="0"/>
                <a:cs typeface="Segoe UI" panose="020B0502040204020203" pitchFamily="34" charset="0"/>
              </a:rPr>
              <a:t>Mapa técnico de arquitectura: </a:t>
            </a:r>
            <a:r>
              <a:rPr lang="en-GB" sz="2000" b="1" dirty="0">
                <a:solidFill>
                  <a:srgbClr val="EB0000"/>
                </a:solidFill>
                <a:cs typeface="Segoe UI" panose="020B0502040204020203" pitchFamily="34" charset="0"/>
              </a:rPr>
              <a:t>procesos </a:t>
            </a:r>
            <a:r>
              <a:rPr lang="en-GB" sz="2000" b="1" dirty="0" err="1">
                <a:solidFill>
                  <a:srgbClr val="EB0000"/>
                </a:solidFill>
                <a:cs typeface="Segoe UI" panose="020B0502040204020203" pitchFamily="34" charset="0"/>
              </a:rPr>
              <a:t>planificados</a:t>
            </a:r>
            <a:r>
              <a:rPr lang="en-GB" sz="2000" b="1" dirty="0">
                <a:solidFill>
                  <a:srgbClr val="EB0000"/>
                </a:solidFill>
                <a:cs typeface="Segoe UI" panose="020B0502040204020203" pitchFamily="34" charset="0"/>
              </a:rPr>
              <a:t>.</a:t>
            </a:r>
          </a:p>
          <a:p>
            <a:pPr marL="0" indent="0">
              <a:spcBef>
                <a:spcPts val="300"/>
              </a:spcBef>
              <a:buNone/>
            </a:pPr>
            <a:r>
              <a:rPr lang="es-ES" altLang="es-ES" sz="1800" dirty="0">
                <a:solidFill>
                  <a:srgbClr val="FF0000"/>
                </a:solidFill>
              </a:rPr>
              <a:t>Proceso de e</a:t>
            </a:r>
            <a:r>
              <a:rPr lang="es-ES" sz="1800" dirty="0">
                <a:solidFill>
                  <a:srgbClr val="FF0000"/>
                </a:solidFill>
              </a:rPr>
              <a:t>nvío de información a Sistema de adhesión de campañas por MGM</a:t>
            </a:r>
            <a:endParaRPr lang="es-ES_tradnl" altLang="es-ES" sz="1800" dirty="0">
              <a:solidFill>
                <a:srgbClr val="FF0000"/>
              </a:solidFill>
            </a:endParaRPr>
          </a:p>
          <a:p>
            <a:pPr marL="0" indent="0">
              <a:spcBef>
                <a:spcPts val="300"/>
              </a:spcBef>
            </a:pPr>
            <a:endParaRPr lang="es-ES_tradnl" altLang="es-ES" sz="1800" dirty="0">
              <a:solidFill>
                <a:srgbClr val="FF0000"/>
              </a:solidFill>
            </a:endParaRPr>
          </a:p>
          <a:p>
            <a:pPr marL="0" indent="0">
              <a:spcBef>
                <a:spcPts val="300"/>
              </a:spcBef>
              <a:buNone/>
            </a:pPr>
            <a:endParaRPr lang="es-ES" sz="1800" b="1" dirty="0">
              <a:solidFill>
                <a:srgbClr val="EB0000"/>
              </a:solidFill>
              <a:cs typeface="Segoe UI" panose="020B0502040204020203" pitchFamily="34" charset="0"/>
            </a:endParaRPr>
          </a:p>
          <a:p>
            <a:pPr algn="ctr">
              <a:buClr>
                <a:srgbClr val="FF0000"/>
              </a:buClr>
              <a:buFont typeface="Wingdings" pitchFamily="2" charset="2"/>
              <a:buChar char="w"/>
              <a:defRPr/>
            </a:pPr>
            <a:endParaRPr lang="es-ES" sz="2200" dirty="0">
              <a:solidFill>
                <a:srgbClr val="FF0000"/>
              </a:solidFill>
            </a:endParaRPr>
          </a:p>
        </p:txBody>
      </p:sp>
      <p:sp>
        <p:nvSpPr>
          <p:cNvPr id="54" name="Rectangle 331">
            <a:extLst>
              <a:ext uri="{FF2B5EF4-FFF2-40B4-BE49-F238E27FC236}">
                <a16:creationId xmlns:a16="http://schemas.microsoft.com/office/drawing/2014/main" id="{08D803E7-4D55-4E27-8BF9-54DEDEC69874}"/>
              </a:ext>
            </a:extLst>
          </p:cNvPr>
          <p:cNvSpPr>
            <a:spLocks noChangeArrowheads="1"/>
          </p:cNvSpPr>
          <p:nvPr/>
        </p:nvSpPr>
        <p:spPr bwMode="auto">
          <a:xfrm>
            <a:off x="9316398" y="549600"/>
            <a:ext cx="2754263" cy="723395"/>
          </a:xfrm>
          <a:prstGeom prst="rect">
            <a:avLst/>
          </a:prstGeom>
          <a:solidFill>
            <a:schemeClr val="bg1"/>
          </a:solidFill>
          <a:ln>
            <a:solidFill>
              <a:srgbClr val="FF0000"/>
            </a:solidFill>
            <a:headEnd/>
            <a:tailEnd/>
          </a:ln>
        </p:spPr>
        <p:style>
          <a:lnRef idx="1">
            <a:schemeClr val="accent2"/>
          </a:lnRef>
          <a:fillRef idx="2">
            <a:schemeClr val="accent2"/>
          </a:fillRef>
          <a:effectRef idx="1">
            <a:schemeClr val="accent2"/>
          </a:effectRef>
          <a:fontRef idx="minor">
            <a:schemeClr val="dk1"/>
          </a:fontRef>
        </p:style>
        <p:txBody>
          <a:bodyPr wrap="none">
            <a:flatTx/>
          </a:bodyPr>
          <a:lstStyle/>
          <a:p>
            <a:pPr defTabSz="914395">
              <a:defRPr/>
            </a:pPr>
            <a:endParaRPr lang="en-US" sz="1100" b="1" dirty="0">
              <a:solidFill>
                <a:sysClr val="windowText" lastClr="000000"/>
              </a:solidFill>
              <a:latin typeface="Calibri" panose="020F0502020204030204"/>
            </a:endParaRPr>
          </a:p>
        </p:txBody>
      </p:sp>
      <p:sp>
        <p:nvSpPr>
          <p:cNvPr id="55" name="TextBox 181">
            <a:extLst>
              <a:ext uri="{FF2B5EF4-FFF2-40B4-BE49-F238E27FC236}">
                <a16:creationId xmlns:a16="http://schemas.microsoft.com/office/drawing/2014/main" id="{B0993E16-2E6E-48B2-B8D0-B92CF9975265}"/>
              </a:ext>
            </a:extLst>
          </p:cNvPr>
          <p:cNvSpPr txBox="1">
            <a:spLocks noChangeArrowheads="1"/>
          </p:cNvSpPr>
          <p:nvPr/>
        </p:nvSpPr>
        <p:spPr bwMode="auto">
          <a:xfrm>
            <a:off x="11307949" y="839810"/>
            <a:ext cx="34977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pPr defTabSz="914395">
              <a:defRPr/>
            </a:pPr>
            <a:r>
              <a:rPr lang="es-ES" altLang="es-ES" sz="800" b="0" dirty="0">
                <a:solidFill>
                  <a:srgbClr val="000000"/>
                </a:solidFill>
                <a:latin typeface="Calibri" pitchFamily="34" charset="0"/>
                <a:cs typeface="Arial" charset="0"/>
              </a:rPr>
              <a:t>FILE</a:t>
            </a:r>
          </a:p>
        </p:txBody>
      </p:sp>
      <p:cxnSp>
        <p:nvCxnSpPr>
          <p:cNvPr id="56" name="25 Conector recto de flecha">
            <a:extLst>
              <a:ext uri="{FF2B5EF4-FFF2-40B4-BE49-F238E27FC236}">
                <a16:creationId xmlns:a16="http://schemas.microsoft.com/office/drawing/2014/main" id="{129F735C-883A-485B-90AF-307FBA15EABA}"/>
              </a:ext>
            </a:extLst>
          </p:cNvPr>
          <p:cNvCxnSpPr/>
          <p:nvPr/>
        </p:nvCxnSpPr>
        <p:spPr bwMode="auto">
          <a:xfrm>
            <a:off x="11072320" y="726657"/>
            <a:ext cx="255395" cy="4015"/>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181">
            <a:extLst>
              <a:ext uri="{FF2B5EF4-FFF2-40B4-BE49-F238E27FC236}">
                <a16:creationId xmlns:a16="http://schemas.microsoft.com/office/drawing/2014/main" id="{862E7350-5B4B-4C2A-9C65-ACBA613A7C36}"/>
              </a:ext>
            </a:extLst>
          </p:cNvPr>
          <p:cNvSpPr txBox="1">
            <a:spLocks noChangeArrowheads="1"/>
          </p:cNvSpPr>
          <p:nvPr/>
        </p:nvSpPr>
        <p:spPr bwMode="auto">
          <a:xfrm>
            <a:off x="11330854" y="622950"/>
            <a:ext cx="57900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pPr defTabSz="914395">
              <a:defRPr/>
            </a:pPr>
            <a:r>
              <a:rPr lang="es-ES" altLang="es-ES" sz="800" b="0" dirty="0">
                <a:solidFill>
                  <a:srgbClr val="000000"/>
                </a:solidFill>
                <a:latin typeface="Calibri" pitchFamily="34" charset="0"/>
                <a:cs typeface="Arial" charset="0"/>
              </a:rPr>
              <a:t>Rest/json</a:t>
            </a:r>
          </a:p>
        </p:txBody>
      </p:sp>
      <p:sp>
        <p:nvSpPr>
          <p:cNvPr id="58" name="CuadroTexto 57">
            <a:extLst>
              <a:ext uri="{FF2B5EF4-FFF2-40B4-BE49-F238E27FC236}">
                <a16:creationId xmlns:a16="http://schemas.microsoft.com/office/drawing/2014/main" id="{0F25A5E7-CD35-4DB0-9C2C-9E9E6D17C515}"/>
              </a:ext>
            </a:extLst>
          </p:cNvPr>
          <p:cNvSpPr txBox="1"/>
          <p:nvPr/>
        </p:nvSpPr>
        <p:spPr>
          <a:xfrm>
            <a:off x="10492204" y="610292"/>
            <a:ext cx="666959" cy="200055"/>
          </a:xfrm>
          <a:prstGeom prst="rect">
            <a:avLst/>
          </a:prstGeom>
          <a:noFill/>
        </p:spPr>
        <p:txBody>
          <a:bodyPr wrap="square" rtlCol="0">
            <a:spAutoFit/>
          </a:bodyPr>
          <a:lstStyle/>
          <a:p>
            <a:pPr defTabSz="914395">
              <a:defRPr/>
            </a:pPr>
            <a:r>
              <a:rPr lang="es-ES" sz="700" dirty="0">
                <a:solidFill>
                  <a:prstClr val="black"/>
                </a:solidFill>
                <a:latin typeface="Calibri" panose="020F0502020204030204"/>
              </a:rPr>
              <a:t>Nuevo</a:t>
            </a:r>
          </a:p>
        </p:txBody>
      </p:sp>
      <p:cxnSp>
        <p:nvCxnSpPr>
          <p:cNvPr id="90" name="25 Conector recto de flecha">
            <a:extLst>
              <a:ext uri="{FF2B5EF4-FFF2-40B4-BE49-F238E27FC236}">
                <a16:creationId xmlns:a16="http://schemas.microsoft.com/office/drawing/2014/main" id="{BF5E2641-20C5-4F1C-9BD8-8B3EEF040753}"/>
              </a:ext>
            </a:extLst>
          </p:cNvPr>
          <p:cNvCxnSpPr>
            <a:cxnSpLocks/>
          </p:cNvCxnSpPr>
          <p:nvPr/>
        </p:nvCxnSpPr>
        <p:spPr bwMode="auto">
          <a:xfrm>
            <a:off x="11072320" y="1101128"/>
            <a:ext cx="235629" cy="7529"/>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6" name="Oval 18">
            <a:extLst>
              <a:ext uri="{FF2B5EF4-FFF2-40B4-BE49-F238E27FC236}">
                <a16:creationId xmlns:a16="http://schemas.microsoft.com/office/drawing/2014/main" id="{365B39D2-0F6C-4078-A60F-9207B71586A2}"/>
              </a:ext>
            </a:extLst>
          </p:cNvPr>
          <p:cNvSpPr>
            <a:spLocks noChangeArrowheads="1"/>
          </p:cNvSpPr>
          <p:nvPr/>
        </p:nvSpPr>
        <p:spPr bwMode="auto">
          <a:xfrm>
            <a:off x="10237971" y="578862"/>
            <a:ext cx="226800" cy="227917"/>
          </a:xfrm>
          <a:prstGeom prst="ellipse">
            <a:avLst/>
          </a:prstGeom>
          <a:solidFill>
            <a:srgbClr val="FF0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N</a:t>
            </a:r>
          </a:p>
        </p:txBody>
      </p:sp>
      <p:cxnSp>
        <p:nvCxnSpPr>
          <p:cNvPr id="107" name="25 Conector recto de flecha">
            <a:extLst>
              <a:ext uri="{FF2B5EF4-FFF2-40B4-BE49-F238E27FC236}">
                <a16:creationId xmlns:a16="http://schemas.microsoft.com/office/drawing/2014/main" id="{62E7BDDC-5F97-42D8-AA36-484B8970DFC1}"/>
              </a:ext>
            </a:extLst>
          </p:cNvPr>
          <p:cNvCxnSpPr/>
          <p:nvPr/>
        </p:nvCxnSpPr>
        <p:spPr bwMode="auto">
          <a:xfrm>
            <a:off x="11072320" y="954936"/>
            <a:ext cx="255395" cy="401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08" name="TextBox 181">
            <a:extLst>
              <a:ext uri="{FF2B5EF4-FFF2-40B4-BE49-F238E27FC236}">
                <a16:creationId xmlns:a16="http://schemas.microsoft.com/office/drawing/2014/main" id="{B37783E5-57BC-43F8-B89C-415B9E4FBF70}"/>
              </a:ext>
            </a:extLst>
          </p:cNvPr>
          <p:cNvSpPr txBox="1">
            <a:spLocks noChangeArrowheads="1"/>
          </p:cNvSpPr>
          <p:nvPr/>
        </p:nvSpPr>
        <p:spPr bwMode="auto">
          <a:xfrm>
            <a:off x="11330855" y="1004457"/>
            <a:ext cx="61427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pPr defTabSz="914395">
              <a:defRPr/>
            </a:pPr>
            <a:r>
              <a:rPr lang="es-ES" altLang="es-ES" sz="800" b="0" dirty="0">
                <a:solidFill>
                  <a:srgbClr val="000000"/>
                </a:solidFill>
                <a:latin typeface="Calibri" pitchFamily="34" charset="0"/>
                <a:cs typeface="Arial" charset="0"/>
              </a:rPr>
              <a:t>FTP / SFTP</a:t>
            </a:r>
          </a:p>
        </p:txBody>
      </p:sp>
      <p:sp>
        <p:nvSpPr>
          <p:cNvPr id="99" name="5 Marcador de número de diapositiva">
            <a:extLst>
              <a:ext uri="{FF2B5EF4-FFF2-40B4-BE49-F238E27FC236}">
                <a16:creationId xmlns:a16="http://schemas.microsoft.com/office/drawing/2014/main" id="{4E3BA852-17D8-4F6E-8C0E-8FA6502E525D}"/>
              </a:ext>
            </a:extLst>
          </p:cNvPr>
          <p:cNvSpPr txBox="1">
            <a:spLocks/>
          </p:cNvSpPr>
          <p:nvPr/>
        </p:nvSpPr>
        <p:spPr>
          <a:xfrm>
            <a:off x="6113782" y="6387833"/>
            <a:ext cx="267971" cy="2911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2202" rIns="42202"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300"/>
              </a:spcBef>
              <a:spcAft>
                <a:spcPts val="0"/>
              </a:spcAft>
              <a:buClrTx/>
              <a:buSzTx/>
              <a:buFontTx/>
              <a:buNone/>
              <a:tabLst/>
              <a:defRPr kumimoji="0" sz="1400" b="1" i="0" u="none" strike="noStrike" cap="none" spc="0" normalizeH="0" baseline="0">
                <a:ln>
                  <a:noFill/>
                </a:ln>
                <a:solidFill>
                  <a:srgbClr val="5F5F5F"/>
                </a:solidFill>
                <a:effectLst/>
                <a:uFillTx/>
                <a:latin typeface="Arial"/>
                <a:ea typeface="Arial"/>
                <a:cs typeface="Arial"/>
                <a:sym typeface="Arial"/>
              </a:defRPr>
            </a:lvl1pPr>
            <a:lvl2pPr marL="0" marR="0" indent="4572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s-ES" sz="1292"/>
              <a:pPr/>
              <a:t>31</a:t>
            </a:fld>
            <a:endParaRPr lang="es-ES" sz="1292" dirty="0"/>
          </a:p>
        </p:txBody>
      </p:sp>
      <p:sp>
        <p:nvSpPr>
          <p:cNvPr id="122" name="Oval 18">
            <a:extLst>
              <a:ext uri="{FF2B5EF4-FFF2-40B4-BE49-F238E27FC236}">
                <a16:creationId xmlns:a16="http://schemas.microsoft.com/office/drawing/2014/main" id="{72065270-A747-4C06-BAD5-0AF90182670E}"/>
              </a:ext>
            </a:extLst>
          </p:cNvPr>
          <p:cNvSpPr>
            <a:spLocks noChangeArrowheads="1"/>
          </p:cNvSpPr>
          <p:nvPr/>
        </p:nvSpPr>
        <p:spPr bwMode="auto">
          <a:xfrm>
            <a:off x="10255782" y="819635"/>
            <a:ext cx="226800" cy="227917"/>
          </a:xfrm>
          <a:prstGeom prst="ellipse">
            <a:avLst/>
          </a:prstGeom>
          <a:solidFill>
            <a:srgbClr val="FFC00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M</a:t>
            </a:r>
          </a:p>
        </p:txBody>
      </p:sp>
      <p:sp>
        <p:nvSpPr>
          <p:cNvPr id="123" name="CuadroTexto 122">
            <a:extLst>
              <a:ext uri="{FF2B5EF4-FFF2-40B4-BE49-F238E27FC236}">
                <a16:creationId xmlns:a16="http://schemas.microsoft.com/office/drawing/2014/main" id="{EA79CB3B-5B2B-45C0-AE11-038DA3E27C7A}"/>
              </a:ext>
            </a:extLst>
          </p:cNvPr>
          <p:cNvSpPr txBox="1"/>
          <p:nvPr/>
        </p:nvSpPr>
        <p:spPr>
          <a:xfrm>
            <a:off x="10482583" y="837147"/>
            <a:ext cx="666959" cy="200055"/>
          </a:xfrm>
          <a:prstGeom prst="rect">
            <a:avLst/>
          </a:prstGeom>
          <a:noFill/>
        </p:spPr>
        <p:txBody>
          <a:bodyPr wrap="square" rtlCol="0">
            <a:spAutoFit/>
          </a:bodyPr>
          <a:lstStyle/>
          <a:p>
            <a:pPr defTabSz="914395">
              <a:defRPr/>
            </a:pPr>
            <a:r>
              <a:rPr lang="es-ES" sz="700" dirty="0">
                <a:solidFill>
                  <a:prstClr val="black"/>
                </a:solidFill>
                <a:latin typeface="Calibri" panose="020F0502020204030204"/>
              </a:rPr>
              <a:t>Modificado</a:t>
            </a:r>
          </a:p>
        </p:txBody>
      </p:sp>
      <p:sp>
        <p:nvSpPr>
          <p:cNvPr id="124" name="Oval 18">
            <a:extLst>
              <a:ext uri="{FF2B5EF4-FFF2-40B4-BE49-F238E27FC236}">
                <a16:creationId xmlns:a16="http://schemas.microsoft.com/office/drawing/2014/main" id="{18ABAF1B-F41F-4894-BF67-0E1CC94E4F41}"/>
              </a:ext>
            </a:extLst>
          </p:cNvPr>
          <p:cNvSpPr>
            <a:spLocks noChangeArrowheads="1"/>
          </p:cNvSpPr>
          <p:nvPr/>
        </p:nvSpPr>
        <p:spPr bwMode="auto">
          <a:xfrm>
            <a:off x="10267356" y="1045998"/>
            <a:ext cx="226800" cy="227917"/>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
        <p:nvSpPr>
          <p:cNvPr id="125" name="CuadroTexto 124">
            <a:extLst>
              <a:ext uri="{FF2B5EF4-FFF2-40B4-BE49-F238E27FC236}">
                <a16:creationId xmlns:a16="http://schemas.microsoft.com/office/drawing/2014/main" id="{71391F6D-C5BB-4299-8552-3DCD23C661D9}"/>
              </a:ext>
            </a:extLst>
          </p:cNvPr>
          <p:cNvSpPr txBox="1"/>
          <p:nvPr/>
        </p:nvSpPr>
        <p:spPr>
          <a:xfrm>
            <a:off x="10505488" y="1061412"/>
            <a:ext cx="666959" cy="200055"/>
          </a:xfrm>
          <a:prstGeom prst="rect">
            <a:avLst/>
          </a:prstGeom>
          <a:noFill/>
        </p:spPr>
        <p:txBody>
          <a:bodyPr wrap="square" rtlCol="0">
            <a:spAutoFit/>
          </a:bodyPr>
          <a:lstStyle/>
          <a:p>
            <a:pPr defTabSz="914395">
              <a:defRPr/>
            </a:pPr>
            <a:r>
              <a:rPr lang="es-ES" sz="700" dirty="0">
                <a:solidFill>
                  <a:prstClr val="black"/>
                </a:solidFill>
                <a:latin typeface="Calibri" panose="020F0502020204030204"/>
              </a:rPr>
              <a:t>Existente</a:t>
            </a:r>
          </a:p>
        </p:txBody>
      </p:sp>
      <p:pic>
        <p:nvPicPr>
          <p:cNvPr id="7" name="Imagen 6">
            <a:extLst>
              <a:ext uri="{FF2B5EF4-FFF2-40B4-BE49-F238E27FC236}">
                <a16:creationId xmlns:a16="http://schemas.microsoft.com/office/drawing/2014/main" id="{D65E0D2A-D80B-4A96-B04A-BA4BEEEAAAA2}"/>
              </a:ext>
            </a:extLst>
          </p:cNvPr>
          <p:cNvPicPr>
            <a:picLocks noChangeAspect="1"/>
          </p:cNvPicPr>
          <p:nvPr/>
        </p:nvPicPr>
        <p:blipFill>
          <a:blip r:embed="rId3"/>
          <a:stretch>
            <a:fillRect/>
          </a:stretch>
        </p:blipFill>
        <p:spPr>
          <a:xfrm>
            <a:off x="6888985" y="3996776"/>
            <a:ext cx="694592" cy="1134208"/>
          </a:xfrm>
          <a:prstGeom prst="rect">
            <a:avLst/>
          </a:prstGeom>
        </p:spPr>
      </p:pic>
      <p:grpSp>
        <p:nvGrpSpPr>
          <p:cNvPr id="105" name="Grupo 104">
            <a:extLst>
              <a:ext uri="{FF2B5EF4-FFF2-40B4-BE49-F238E27FC236}">
                <a16:creationId xmlns:a16="http://schemas.microsoft.com/office/drawing/2014/main" id="{6B3F35BD-AA75-449C-83D3-826C0703AB6E}"/>
              </a:ext>
            </a:extLst>
          </p:cNvPr>
          <p:cNvGrpSpPr/>
          <p:nvPr/>
        </p:nvGrpSpPr>
        <p:grpSpPr>
          <a:xfrm>
            <a:off x="9379329" y="618385"/>
            <a:ext cx="288789" cy="128483"/>
            <a:chOff x="10457075" y="2470064"/>
            <a:chExt cx="431319" cy="225978"/>
          </a:xfrm>
        </p:grpSpPr>
        <p:sp>
          <p:nvSpPr>
            <p:cNvPr id="109" name="Rectángulo 108">
              <a:extLst>
                <a:ext uri="{FF2B5EF4-FFF2-40B4-BE49-F238E27FC236}">
                  <a16:creationId xmlns:a16="http://schemas.microsoft.com/office/drawing/2014/main" id="{6AA7EC62-B94F-4ACA-B951-CF9C0CAE6AD4}"/>
                </a:ext>
              </a:extLst>
            </p:cNvPr>
            <p:cNvSpPr/>
            <p:nvPr/>
          </p:nvSpPr>
          <p:spPr>
            <a:xfrm>
              <a:off x="10457075" y="2470064"/>
              <a:ext cx="431319" cy="22597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dirty="0"/>
            </a:p>
          </p:txBody>
        </p:sp>
        <p:sp>
          <p:nvSpPr>
            <p:cNvPr id="116" name="Rectángulo 115">
              <a:extLst>
                <a:ext uri="{FF2B5EF4-FFF2-40B4-BE49-F238E27FC236}">
                  <a16:creationId xmlns:a16="http://schemas.microsoft.com/office/drawing/2014/main" id="{83589C93-02FD-4524-8067-F9259B54C3DD}"/>
                </a:ext>
              </a:extLst>
            </p:cNvPr>
            <p:cNvSpPr/>
            <p:nvPr/>
          </p:nvSpPr>
          <p:spPr>
            <a:xfrm>
              <a:off x="10526091" y="2539957"/>
              <a:ext cx="290153" cy="953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dirty="0"/>
            </a:p>
          </p:txBody>
        </p:sp>
      </p:grpSp>
      <p:sp>
        <p:nvSpPr>
          <p:cNvPr id="119" name="CuadroTexto 118">
            <a:extLst>
              <a:ext uri="{FF2B5EF4-FFF2-40B4-BE49-F238E27FC236}">
                <a16:creationId xmlns:a16="http://schemas.microsoft.com/office/drawing/2014/main" id="{FB877C06-5586-43A2-89A2-7C60EF752D54}"/>
              </a:ext>
            </a:extLst>
          </p:cNvPr>
          <p:cNvSpPr txBox="1"/>
          <p:nvPr/>
        </p:nvSpPr>
        <p:spPr>
          <a:xfrm>
            <a:off x="9676536" y="596009"/>
            <a:ext cx="617932" cy="191719"/>
          </a:xfrm>
          <a:prstGeom prst="rect">
            <a:avLst/>
          </a:prstGeom>
          <a:noFill/>
        </p:spPr>
        <p:txBody>
          <a:bodyPr wrap="square" rtlCol="0">
            <a:spAutoFit/>
          </a:bodyPr>
          <a:lstStyle/>
          <a:p>
            <a:r>
              <a:rPr lang="es-ES" sz="646" dirty="0"/>
              <a:t>Token JWT </a:t>
            </a:r>
          </a:p>
        </p:txBody>
      </p:sp>
      <p:cxnSp>
        <p:nvCxnSpPr>
          <p:cNvPr id="128" name="25 Conector recto de flecha">
            <a:extLst>
              <a:ext uri="{FF2B5EF4-FFF2-40B4-BE49-F238E27FC236}">
                <a16:creationId xmlns:a16="http://schemas.microsoft.com/office/drawing/2014/main" id="{E3FB340E-2A12-4BEB-A7E8-42C13F420025}"/>
              </a:ext>
            </a:extLst>
          </p:cNvPr>
          <p:cNvCxnSpPr/>
          <p:nvPr/>
        </p:nvCxnSpPr>
        <p:spPr bwMode="auto">
          <a:xfrm>
            <a:off x="9408489" y="976226"/>
            <a:ext cx="255395" cy="4015"/>
          </a:xfrm>
          <a:prstGeom prst="straightConnector1">
            <a:avLst/>
          </a:prstGeom>
          <a:ln>
            <a:solidFill>
              <a:srgbClr val="FFFF00"/>
            </a:solidFill>
            <a:tailEnd type="triangle"/>
          </a:ln>
        </p:spPr>
        <p:style>
          <a:lnRef idx="3">
            <a:schemeClr val="dk1"/>
          </a:lnRef>
          <a:fillRef idx="0">
            <a:schemeClr val="dk1"/>
          </a:fillRef>
          <a:effectRef idx="2">
            <a:schemeClr val="dk1"/>
          </a:effectRef>
          <a:fontRef idx="minor">
            <a:schemeClr val="tx1"/>
          </a:fontRef>
        </p:style>
      </p:cxnSp>
      <p:sp>
        <p:nvSpPr>
          <p:cNvPr id="140" name="TextBox 181">
            <a:extLst>
              <a:ext uri="{FF2B5EF4-FFF2-40B4-BE49-F238E27FC236}">
                <a16:creationId xmlns:a16="http://schemas.microsoft.com/office/drawing/2014/main" id="{9FD8555C-3ED4-4B6A-8793-1E0E45735F43}"/>
              </a:ext>
            </a:extLst>
          </p:cNvPr>
          <p:cNvSpPr txBox="1">
            <a:spLocks noChangeArrowheads="1"/>
          </p:cNvSpPr>
          <p:nvPr/>
        </p:nvSpPr>
        <p:spPr bwMode="auto">
          <a:xfrm>
            <a:off x="9672521" y="861350"/>
            <a:ext cx="397866" cy="343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rgbClr val="FF0000"/>
                </a:solidFill>
                <a:latin typeface="Arial" charset="0"/>
              </a:defRPr>
            </a:lvl1pPr>
            <a:lvl2pPr marL="742950" indent="-285750">
              <a:defRPr sz="2600">
                <a:solidFill>
                  <a:srgbClr val="808080"/>
                </a:solidFill>
                <a:latin typeface="Arial" charset="0"/>
              </a:defRPr>
            </a:lvl2pPr>
            <a:lvl3pPr marL="1143000" indent="-228600">
              <a:defRPr sz="2000">
                <a:solidFill>
                  <a:schemeClr val="bg2"/>
                </a:solidFill>
                <a:latin typeface="Arial" charset="0"/>
              </a:defRPr>
            </a:lvl3pPr>
            <a:lvl4pPr marL="1600200" indent="-228600">
              <a:defRPr sz="2000">
                <a:solidFill>
                  <a:schemeClr val="bg2"/>
                </a:solidFill>
                <a:latin typeface="Arial" charset="0"/>
              </a:defRPr>
            </a:lvl4pPr>
            <a:lvl5pPr marL="2057400" indent="-228600">
              <a:defRPr sz="2000">
                <a:solidFill>
                  <a:schemeClr val="bg2"/>
                </a:solidFill>
                <a:latin typeface="Arial" charset="0"/>
              </a:defRPr>
            </a:lvl5pPr>
            <a:lvl6pPr marL="2514600" indent="-228600" eaLnBrk="0" hangingPunct="0">
              <a:defRPr sz="2000">
                <a:solidFill>
                  <a:schemeClr val="bg2"/>
                </a:solidFill>
                <a:latin typeface="Arial" charset="0"/>
              </a:defRPr>
            </a:lvl6pPr>
            <a:lvl7pPr marL="2971800" indent="-228600" eaLnBrk="0" hangingPunct="0">
              <a:defRPr sz="2000">
                <a:solidFill>
                  <a:schemeClr val="bg2"/>
                </a:solidFill>
                <a:latin typeface="Arial" charset="0"/>
              </a:defRPr>
            </a:lvl7pPr>
            <a:lvl8pPr marL="3429000" indent="-228600" eaLnBrk="0" hangingPunct="0">
              <a:defRPr sz="2000">
                <a:solidFill>
                  <a:schemeClr val="bg2"/>
                </a:solidFill>
                <a:latin typeface="Arial" charset="0"/>
              </a:defRPr>
            </a:lvl8pPr>
            <a:lvl9pPr marL="3886200" indent="-228600" eaLnBrk="0" hangingPunct="0">
              <a:defRPr sz="2000">
                <a:solidFill>
                  <a:schemeClr val="bg2"/>
                </a:solidFill>
                <a:latin typeface="Arial" charset="0"/>
              </a:defRPr>
            </a:lvl9pPr>
          </a:lstStyle>
          <a:p>
            <a:pPr defTabSz="914395">
              <a:defRPr/>
            </a:pPr>
            <a:r>
              <a:rPr lang="es-ES" altLang="es-ES" sz="831" b="0" dirty="0">
                <a:solidFill>
                  <a:srgbClr val="000000"/>
                </a:solidFill>
                <a:latin typeface="Calibri" pitchFamily="34" charset="0"/>
                <a:cs typeface="Arial" charset="0"/>
              </a:rPr>
              <a:t>JDBC</a:t>
            </a:r>
          </a:p>
          <a:p>
            <a:pPr defTabSz="914395">
              <a:defRPr/>
            </a:pPr>
            <a:endParaRPr lang="es-ES" altLang="es-ES" sz="800" b="0" dirty="0">
              <a:solidFill>
                <a:srgbClr val="000000"/>
              </a:solidFill>
              <a:latin typeface="Calibri" pitchFamily="34" charset="0"/>
              <a:cs typeface="Arial" charset="0"/>
            </a:endParaRPr>
          </a:p>
        </p:txBody>
      </p:sp>
      <p:sp>
        <p:nvSpPr>
          <p:cNvPr id="103" name="Rectángulo: esquinas redondeadas 102">
            <a:extLst>
              <a:ext uri="{FF2B5EF4-FFF2-40B4-BE49-F238E27FC236}">
                <a16:creationId xmlns:a16="http://schemas.microsoft.com/office/drawing/2014/main" id="{B6B2F949-3DCA-40F0-B4B1-04F288B30D26}"/>
              </a:ext>
            </a:extLst>
          </p:cNvPr>
          <p:cNvSpPr/>
          <p:nvPr/>
        </p:nvSpPr>
        <p:spPr>
          <a:xfrm>
            <a:off x="4398558" y="1413808"/>
            <a:ext cx="6673762" cy="4261277"/>
          </a:xfrm>
          <a:prstGeom prst="round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a:p>
        </p:txBody>
      </p:sp>
      <p:sp>
        <p:nvSpPr>
          <p:cNvPr id="104" name="Diagrama de flujo: disco magnético 103">
            <a:extLst>
              <a:ext uri="{FF2B5EF4-FFF2-40B4-BE49-F238E27FC236}">
                <a16:creationId xmlns:a16="http://schemas.microsoft.com/office/drawing/2014/main" id="{A47E222F-1295-4C6F-8A1E-C73E6AA5814C}"/>
              </a:ext>
            </a:extLst>
          </p:cNvPr>
          <p:cNvSpPr/>
          <p:nvPr/>
        </p:nvSpPr>
        <p:spPr>
          <a:xfrm>
            <a:off x="4912235" y="1668645"/>
            <a:ext cx="800777" cy="883018"/>
          </a:xfrm>
          <a:prstGeom prst="flowChartMagneticDisk">
            <a:avLst/>
          </a:prstGeom>
          <a:solidFill>
            <a:srgbClr val="FF5050"/>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108" dirty="0"/>
              <a:t>FILE </a:t>
            </a:r>
            <a:r>
              <a:rPr lang="es-ES" sz="1108" dirty="0" err="1"/>
              <a:t>System</a:t>
            </a:r>
            <a:r>
              <a:rPr lang="es-ES" sz="1108" dirty="0"/>
              <a:t> BATCH</a:t>
            </a:r>
          </a:p>
        </p:txBody>
      </p:sp>
      <p:sp>
        <p:nvSpPr>
          <p:cNvPr id="142" name="CuadroTexto 141">
            <a:extLst>
              <a:ext uri="{FF2B5EF4-FFF2-40B4-BE49-F238E27FC236}">
                <a16:creationId xmlns:a16="http://schemas.microsoft.com/office/drawing/2014/main" id="{7881B931-7F4D-49F0-B91B-0619AA96076D}"/>
              </a:ext>
            </a:extLst>
          </p:cNvPr>
          <p:cNvSpPr txBox="1"/>
          <p:nvPr/>
        </p:nvSpPr>
        <p:spPr>
          <a:xfrm>
            <a:off x="3077055" y="2606875"/>
            <a:ext cx="1025404" cy="348109"/>
          </a:xfrm>
          <a:prstGeom prst="rect">
            <a:avLst/>
          </a:prstGeom>
          <a:noFill/>
        </p:spPr>
        <p:txBody>
          <a:bodyPr wrap="square" rtlCol="0">
            <a:spAutoFit/>
          </a:bodyPr>
          <a:lstStyle/>
          <a:p>
            <a:r>
              <a:rPr lang="es-ES" sz="1662" dirty="0"/>
              <a:t>sFTP</a:t>
            </a:r>
          </a:p>
        </p:txBody>
      </p:sp>
      <p:grpSp>
        <p:nvGrpSpPr>
          <p:cNvPr id="145" name="Grupo 144">
            <a:extLst>
              <a:ext uri="{FF2B5EF4-FFF2-40B4-BE49-F238E27FC236}">
                <a16:creationId xmlns:a16="http://schemas.microsoft.com/office/drawing/2014/main" id="{C644BC4C-990D-48D1-932D-A74CF665DE05}"/>
              </a:ext>
            </a:extLst>
          </p:cNvPr>
          <p:cNvGrpSpPr/>
          <p:nvPr/>
        </p:nvGrpSpPr>
        <p:grpSpPr>
          <a:xfrm>
            <a:off x="2341832" y="4087169"/>
            <a:ext cx="800777" cy="672041"/>
            <a:chOff x="3785964" y="903795"/>
            <a:chExt cx="1485900" cy="1524000"/>
          </a:xfrm>
        </p:grpSpPr>
        <p:pic>
          <p:nvPicPr>
            <p:cNvPr id="146" name="Imagen 145">
              <a:extLst>
                <a:ext uri="{FF2B5EF4-FFF2-40B4-BE49-F238E27FC236}">
                  <a16:creationId xmlns:a16="http://schemas.microsoft.com/office/drawing/2014/main" id="{2EABAFB0-1938-4B3C-98E1-8BCC29EC40AF}"/>
                </a:ext>
              </a:extLst>
            </p:cNvPr>
            <p:cNvPicPr>
              <a:picLocks noChangeAspect="1"/>
            </p:cNvPicPr>
            <p:nvPr/>
          </p:nvPicPr>
          <p:blipFill>
            <a:blip r:embed="rId4"/>
            <a:stretch>
              <a:fillRect/>
            </a:stretch>
          </p:blipFill>
          <p:spPr>
            <a:xfrm>
              <a:off x="3785964" y="903795"/>
              <a:ext cx="1485900" cy="1524000"/>
            </a:xfrm>
            <a:prstGeom prst="rect">
              <a:avLst/>
            </a:prstGeom>
          </p:spPr>
        </p:pic>
        <p:sp>
          <p:nvSpPr>
            <p:cNvPr id="147" name="Rectángulo 146">
              <a:extLst>
                <a:ext uri="{FF2B5EF4-FFF2-40B4-BE49-F238E27FC236}">
                  <a16:creationId xmlns:a16="http://schemas.microsoft.com/office/drawing/2014/main" id="{54482192-0C7A-4666-AF88-FCBF31B97DEA}"/>
                </a:ext>
              </a:extLst>
            </p:cNvPr>
            <p:cNvSpPr/>
            <p:nvPr/>
          </p:nvSpPr>
          <p:spPr>
            <a:xfrm>
              <a:off x="4189289" y="1758462"/>
              <a:ext cx="894209" cy="4759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969" dirty="0">
                <a:solidFill>
                  <a:schemeClr val="tx1"/>
                </a:solidFill>
              </a:endParaRPr>
            </a:p>
          </p:txBody>
        </p:sp>
      </p:grpSp>
      <p:grpSp>
        <p:nvGrpSpPr>
          <p:cNvPr id="150" name="Grupo 149">
            <a:extLst>
              <a:ext uri="{FF2B5EF4-FFF2-40B4-BE49-F238E27FC236}">
                <a16:creationId xmlns:a16="http://schemas.microsoft.com/office/drawing/2014/main" id="{7BC4577D-E3E6-468C-9E95-66F30DA9214B}"/>
              </a:ext>
            </a:extLst>
          </p:cNvPr>
          <p:cNvGrpSpPr/>
          <p:nvPr/>
        </p:nvGrpSpPr>
        <p:grpSpPr>
          <a:xfrm>
            <a:off x="6298662" y="1588659"/>
            <a:ext cx="1425131" cy="1663935"/>
            <a:chOff x="4214162" y="2214374"/>
            <a:chExt cx="3501284" cy="3857088"/>
          </a:xfrm>
        </p:grpSpPr>
        <p:sp>
          <p:nvSpPr>
            <p:cNvPr id="151" name="Oval 465">
              <a:extLst>
                <a:ext uri="{FF2B5EF4-FFF2-40B4-BE49-F238E27FC236}">
                  <a16:creationId xmlns:a16="http://schemas.microsoft.com/office/drawing/2014/main" id="{4FCC1F58-BEF2-4355-A29D-C9DF443C487E}"/>
                </a:ext>
              </a:extLst>
            </p:cNvPr>
            <p:cNvSpPr>
              <a:spLocks noChangeArrowheads="1"/>
            </p:cNvSpPr>
            <p:nvPr/>
          </p:nvSpPr>
          <p:spPr bwMode="auto">
            <a:xfrm>
              <a:off x="6152189" y="3941550"/>
              <a:ext cx="148851" cy="150886"/>
            </a:xfrm>
            <a:prstGeom prst="ellipse">
              <a:avLst/>
            </a:prstGeom>
            <a:solidFill>
              <a:schemeClr val="tx1"/>
            </a:solidFill>
            <a:ln w="9525">
              <a:solidFill>
                <a:schemeClr val="tx1"/>
              </a:solidFill>
              <a:round/>
              <a:headEnd/>
              <a:tailEnd/>
            </a:ln>
          </p:spPr>
          <p:txBody>
            <a:bodyPr wrap="none" anchor="ct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eaLnBrk="1" hangingPunct="1">
                <a:buClr>
                  <a:schemeClr val="accent2"/>
                </a:buClr>
                <a:buFont typeface="Wingdings" panose="05000000000000000000" pitchFamily="2" charset="2"/>
                <a:buNone/>
              </a:pPr>
              <a:r>
                <a:rPr lang="es-ES" altLang="es-ES" sz="710" b="0" dirty="0">
                  <a:solidFill>
                    <a:schemeClr val="bg1"/>
                  </a:solidFill>
                </a:rPr>
                <a:t>9</a:t>
              </a:r>
            </a:p>
          </p:txBody>
        </p:sp>
        <p:grpSp>
          <p:nvGrpSpPr>
            <p:cNvPr id="152" name="Grupo 151">
              <a:extLst>
                <a:ext uri="{FF2B5EF4-FFF2-40B4-BE49-F238E27FC236}">
                  <a16:creationId xmlns:a16="http://schemas.microsoft.com/office/drawing/2014/main" id="{A6E20238-53ED-4FDD-A3D3-93A512F043A1}"/>
                </a:ext>
              </a:extLst>
            </p:cNvPr>
            <p:cNvGrpSpPr/>
            <p:nvPr/>
          </p:nvGrpSpPr>
          <p:grpSpPr>
            <a:xfrm>
              <a:off x="4214162" y="2214374"/>
              <a:ext cx="3501284" cy="3857088"/>
              <a:chOff x="4484038" y="3393298"/>
              <a:chExt cx="2193246" cy="2458882"/>
            </a:xfrm>
          </p:grpSpPr>
          <p:sp>
            <p:nvSpPr>
              <p:cNvPr id="153" name="Rectángulo: esquinas redondeadas 152">
                <a:extLst>
                  <a:ext uri="{FF2B5EF4-FFF2-40B4-BE49-F238E27FC236}">
                    <a16:creationId xmlns:a16="http://schemas.microsoft.com/office/drawing/2014/main" id="{E918FAAA-EE70-4506-9174-97C86755B4FB}"/>
                  </a:ext>
                </a:extLst>
              </p:cNvPr>
              <p:cNvSpPr/>
              <p:nvPr/>
            </p:nvSpPr>
            <p:spPr>
              <a:xfrm>
                <a:off x="4484038" y="3393298"/>
                <a:ext cx="2193246" cy="2458882"/>
              </a:xfrm>
              <a:prstGeom prst="roundRect">
                <a:avLst/>
              </a:prstGeom>
              <a:solidFill>
                <a:schemeClr val="bg1"/>
              </a:solidFill>
              <a:ln>
                <a:solidFill>
                  <a:srgbClr val="0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dirty="0"/>
              </a:p>
            </p:txBody>
          </p:sp>
          <p:sp>
            <p:nvSpPr>
              <p:cNvPr id="154" name="CuadroTexto 153">
                <a:extLst>
                  <a:ext uri="{FF2B5EF4-FFF2-40B4-BE49-F238E27FC236}">
                    <a16:creationId xmlns:a16="http://schemas.microsoft.com/office/drawing/2014/main" id="{E3A8925E-622B-4671-97E0-41AFF66F9BB5}"/>
                  </a:ext>
                </a:extLst>
              </p:cNvPr>
              <p:cNvSpPr txBox="1"/>
              <p:nvPr/>
            </p:nvSpPr>
            <p:spPr>
              <a:xfrm>
                <a:off x="4866700" y="3608586"/>
                <a:ext cx="1471642" cy="1185842"/>
              </a:xfrm>
              <a:prstGeom prst="rect">
                <a:avLst/>
              </a:prstGeom>
              <a:noFill/>
            </p:spPr>
            <p:txBody>
              <a:bodyPr wrap="square" rtlCol="0">
                <a:spAutoFit/>
              </a:bodyPr>
              <a:lstStyle/>
              <a:p>
                <a:pPr algn="ctr"/>
                <a:r>
                  <a:rPr lang="es-ES" sz="923" b="1" dirty="0">
                    <a:solidFill>
                      <a:srgbClr val="1BB3BC"/>
                    </a:solidFill>
                  </a:rPr>
                  <a:t>Servidor Procesos BATCH</a:t>
                </a:r>
              </a:p>
              <a:p>
                <a:pPr algn="ctr"/>
                <a:r>
                  <a:rPr lang="es-ES" sz="923" b="1" dirty="0">
                    <a:solidFill>
                      <a:srgbClr val="1BB3BC"/>
                    </a:solidFill>
                  </a:rPr>
                  <a:t>Linux</a:t>
                </a:r>
              </a:p>
              <a:p>
                <a:endParaRPr lang="es-ES" sz="923" b="1" dirty="0">
                  <a:solidFill>
                    <a:srgbClr val="1BB3BC"/>
                  </a:solidFill>
                </a:endParaRPr>
              </a:p>
            </p:txBody>
          </p:sp>
        </p:grpSp>
      </p:grpSp>
      <p:pic>
        <p:nvPicPr>
          <p:cNvPr id="156" name="Imagen 155">
            <a:extLst>
              <a:ext uri="{FF2B5EF4-FFF2-40B4-BE49-F238E27FC236}">
                <a16:creationId xmlns:a16="http://schemas.microsoft.com/office/drawing/2014/main" id="{482C29D0-042D-4119-B604-FBA2E093EB6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828017" y="2189745"/>
            <a:ext cx="385446" cy="386633"/>
          </a:xfrm>
          <a:prstGeom prst="rect">
            <a:avLst/>
          </a:prstGeom>
        </p:spPr>
      </p:pic>
      <p:cxnSp>
        <p:nvCxnSpPr>
          <p:cNvPr id="157" name="Conector recto de flecha 156">
            <a:extLst>
              <a:ext uri="{FF2B5EF4-FFF2-40B4-BE49-F238E27FC236}">
                <a16:creationId xmlns:a16="http://schemas.microsoft.com/office/drawing/2014/main" id="{80713E8B-0320-4F00-B249-317D1C3D4512}"/>
              </a:ext>
            </a:extLst>
          </p:cNvPr>
          <p:cNvCxnSpPr>
            <a:cxnSpLocks/>
          </p:cNvCxnSpPr>
          <p:nvPr/>
        </p:nvCxnSpPr>
        <p:spPr>
          <a:xfrm flipH="1">
            <a:off x="2706508" y="2232011"/>
            <a:ext cx="2151551" cy="1507831"/>
          </a:xfrm>
          <a:prstGeom prst="straightConnector1">
            <a:avLst/>
          </a:prstGeom>
          <a:ln>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58" name="Conector recto 157">
            <a:extLst>
              <a:ext uri="{FF2B5EF4-FFF2-40B4-BE49-F238E27FC236}">
                <a16:creationId xmlns:a16="http://schemas.microsoft.com/office/drawing/2014/main" id="{F314C771-91DC-42B0-B567-7CE52370C987}"/>
              </a:ext>
            </a:extLst>
          </p:cNvPr>
          <p:cNvCxnSpPr>
            <a:stCxn id="104" idx="4"/>
            <a:endCxn id="153" idx="1"/>
          </p:cNvCxnSpPr>
          <p:nvPr/>
        </p:nvCxnSpPr>
        <p:spPr>
          <a:xfrm>
            <a:off x="5713012" y="2110154"/>
            <a:ext cx="585650" cy="310473"/>
          </a:xfrm>
          <a:prstGeom prst="line">
            <a:avLst/>
          </a:prstGeom>
          <a:ln>
            <a:solidFill>
              <a:schemeClr val="tx1"/>
            </a:solidFill>
            <a:headEnd type="triangle"/>
          </a:ln>
        </p:spPr>
        <p:style>
          <a:lnRef idx="1">
            <a:schemeClr val="accent1"/>
          </a:lnRef>
          <a:fillRef idx="0">
            <a:schemeClr val="accent1"/>
          </a:fillRef>
          <a:effectRef idx="0">
            <a:schemeClr val="accent1"/>
          </a:effectRef>
          <a:fontRef idx="minor">
            <a:schemeClr val="tx1"/>
          </a:fontRef>
        </p:style>
      </p:cxnSp>
      <p:grpSp>
        <p:nvGrpSpPr>
          <p:cNvPr id="159" name="Group 605">
            <a:extLst>
              <a:ext uri="{FF2B5EF4-FFF2-40B4-BE49-F238E27FC236}">
                <a16:creationId xmlns:a16="http://schemas.microsoft.com/office/drawing/2014/main" id="{797620A9-3414-4DC0-817D-08288421F68F}"/>
              </a:ext>
            </a:extLst>
          </p:cNvPr>
          <p:cNvGrpSpPr>
            <a:grpSpLocks/>
          </p:cNvGrpSpPr>
          <p:nvPr/>
        </p:nvGrpSpPr>
        <p:grpSpPr bwMode="auto">
          <a:xfrm>
            <a:off x="6632525" y="3605623"/>
            <a:ext cx="708276" cy="636587"/>
            <a:chOff x="2769" y="1896"/>
            <a:chExt cx="530" cy="493"/>
          </a:xfrm>
        </p:grpSpPr>
        <p:pic>
          <p:nvPicPr>
            <p:cNvPr id="160" name="Picture 577" descr="j0431637">
              <a:extLst>
                <a:ext uri="{FF2B5EF4-FFF2-40B4-BE49-F238E27FC236}">
                  <a16:creationId xmlns:a16="http://schemas.microsoft.com/office/drawing/2014/main" id="{0AFBC39F-AC7B-45B0-A551-96F6FFC421C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24" y="1934"/>
              <a:ext cx="359"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1" name="Picture 578" descr="j0432635">
              <a:extLst>
                <a:ext uri="{FF2B5EF4-FFF2-40B4-BE49-F238E27FC236}">
                  <a16:creationId xmlns:a16="http://schemas.microsoft.com/office/drawing/2014/main" id="{AD52BF99-86E2-42C6-B178-114A668DB52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55" y="1896"/>
              <a:ext cx="209"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2" name="Text Box 579">
              <a:extLst>
                <a:ext uri="{FF2B5EF4-FFF2-40B4-BE49-F238E27FC236}">
                  <a16:creationId xmlns:a16="http://schemas.microsoft.com/office/drawing/2014/main" id="{28689D5A-1CA1-4C13-BE22-883DBDFD8C8A}"/>
                </a:ext>
              </a:extLst>
            </p:cNvPr>
            <p:cNvSpPr txBox="1">
              <a:spLocks noChangeArrowheads="1"/>
            </p:cNvSpPr>
            <p:nvPr/>
          </p:nvSpPr>
          <p:spPr bwMode="auto">
            <a:xfrm>
              <a:off x="2769" y="2270"/>
              <a:ext cx="530"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0" tIns="0" rIns="0" bIns="0">
              <a:spAutoFit/>
            </a:bodyP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eaLnBrk="1" hangingPunct="1">
                <a:buClr>
                  <a:schemeClr val="accent2"/>
                </a:buClr>
                <a:buFont typeface="Wingdings" panose="05000000000000000000" pitchFamily="2" charset="2"/>
                <a:buNone/>
              </a:pPr>
              <a:r>
                <a:rPr lang="es-ES" altLang="es-ES" sz="1000" dirty="0">
                  <a:solidFill>
                    <a:schemeClr val="tx1"/>
                  </a:solidFill>
                  <a:latin typeface="Verdana" panose="020B0604030504040204" pitchFamily="34" charset="0"/>
                </a:rPr>
                <a:t>Control-M</a:t>
              </a:r>
            </a:p>
          </p:txBody>
        </p:sp>
      </p:grpSp>
      <p:cxnSp>
        <p:nvCxnSpPr>
          <p:cNvPr id="163" name="Conector recto 162">
            <a:extLst>
              <a:ext uri="{FF2B5EF4-FFF2-40B4-BE49-F238E27FC236}">
                <a16:creationId xmlns:a16="http://schemas.microsoft.com/office/drawing/2014/main" id="{9D6ECA07-8448-478A-B529-377FBE5BF8D9}"/>
              </a:ext>
            </a:extLst>
          </p:cNvPr>
          <p:cNvCxnSpPr>
            <a:cxnSpLocks/>
            <a:endCxn id="153" idx="2"/>
          </p:cNvCxnSpPr>
          <p:nvPr/>
        </p:nvCxnSpPr>
        <p:spPr>
          <a:xfrm flipV="1">
            <a:off x="7011227" y="3252594"/>
            <a:ext cx="0" cy="551064"/>
          </a:xfrm>
          <a:prstGeom prst="line">
            <a:avLst/>
          </a:prstGeom>
          <a:ln w="9525" cap="flat" cmpd="sng" algn="ctr">
            <a:solidFill>
              <a:schemeClr val="dk1"/>
            </a:solidFill>
            <a:prstDash val="dash"/>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164" name="Conector recto de flecha 163">
            <a:extLst>
              <a:ext uri="{FF2B5EF4-FFF2-40B4-BE49-F238E27FC236}">
                <a16:creationId xmlns:a16="http://schemas.microsoft.com/office/drawing/2014/main" id="{788932D7-DEEA-4DD8-AE5C-2DBC74022164}"/>
              </a:ext>
            </a:extLst>
          </p:cNvPr>
          <p:cNvCxnSpPr>
            <a:cxnSpLocks/>
          </p:cNvCxnSpPr>
          <p:nvPr/>
        </p:nvCxnSpPr>
        <p:spPr>
          <a:xfrm flipH="1" flipV="1">
            <a:off x="5482932" y="4464053"/>
            <a:ext cx="3203678" cy="598840"/>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66" name="AutoShape 206">
            <a:extLst>
              <a:ext uri="{FF2B5EF4-FFF2-40B4-BE49-F238E27FC236}">
                <a16:creationId xmlns:a16="http://schemas.microsoft.com/office/drawing/2014/main" id="{615C7E4E-5579-4BA9-9BCC-982D2912D82D}"/>
              </a:ext>
            </a:extLst>
          </p:cNvPr>
          <p:cNvSpPr>
            <a:spLocks noChangeArrowheads="1"/>
          </p:cNvSpPr>
          <p:nvPr/>
        </p:nvSpPr>
        <p:spPr bwMode="auto">
          <a:xfrm>
            <a:off x="4709637" y="3428066"/>
            <a:ext cx="1240008" cy="997338"/>
          </a:xfrm>
          <a:prstGeom prst="can">
            <a:avLst>
              <a:gd name="adj" fmla="val 24963"/>
            </a:avLst>
          </a:prstGeom>
          <a:solidFill>
            <a:srgbClr val="C00000">
              <a:alpha val="49019"/>
            </a:srgbClr>
          </a:solidFill>
          <a:ln w="9525">
            <a:solidFill>
              <a:schemeClr val="tx1"/>
            </a:solidFill>
            <a:round/>
            <a:headEnd/>
            <a:tailEnd/>
          </a:ln>
        </p:spPr>
        <p:txBody>
          <a:bodyPr wrap="none" anchor="ctr"/>
          <a:lstStyle/>
          <a:p>
            <a:pPr algn="ctr" defTabSz="914395">
              <a:defRPr/>
            </a:pPr>
            <a:endParaRPr lang="es-ES" sz="800" dirty="0">
              <a:solidFill>
                <a:prstClr val="black"/>
              </a:solidFill>
              <a:latin typeface="Verdana" pitchFamily="34" charset="0"/>
            </a:endParaRPr>
          </a:p>
          <a:p>
            <a:pPr algn="ctr" defTabSz="914395">
              <a:defRPr/>
            </a:pPr>
            <a:endParaRPr lang="es-ES" sz="800" dirty="0">
              <a:solidFill>
                <a:prstClr val="black"/>
              </a:solidFill>
              <a:latin typeface="Verdana" pitchFamily="34" charset="0"/>
            </a:endParaRPr>
          </a:p>
        </p:txBody>
      </p:sp>
      <p:pic>
        <p:nvPicPr>
          <p:cNvPr id="168" name="Imagen 167">
            <a:extLst>
              <a:ext uri="{FF2B5EF4-FFF2-40B4-BE49-F238E27FC236}">
                <a16:creationId xmlns:a16="http://schemas.microsoft.com/office/drawing/2014/main" id="{DB14F2C3-E494-4216-AED9-454CEFFA113F}"/>
              </a:ext>
            </a:extLst>
          </p:cNvPr>
          <p:cNvPicPr>
            <a:picLocks noChangeAspect="1"/>
          </p:cNvPicPr>
          <p:nvPr/>
        </p:nvPicPr>
        <p:blipFill>
          <a:blip r:embed="rId8"/>
          <a:stretch>
            <a:fillRect/>
          </a:stretch>
        </p:blipFill>
        <p:spPr>
          <a:xfrm>
            <a:off x="5252821" y="4520940"/>
            <a:ext cx="192401" cy="286971"/>
          </a:xfrm>
          <a:prstGeom prst="rect">
            <a:avLst/>
          </a:prstGeom>
        </p:spPr>
      </p:pic>
      <p:sp>
        <p:nvSpPr>
          <p:cNvPr id="169" name="Elipse 168">
            <a:extLst>
              <a:ext uri="{FF2B5EF4-FFF2-40B4-BE49-F238E27FC236}">
                <a16:creationId xmlns:a16="http://schemas.microsoft.com/office/drawing/2014/main" id="{1E63AD2E-D95D-4546-92C0-198F6EE3F8B8}"/>
              </a:ext>
            </a:extLst>
          </p:cNvPr>
          <p:cNvSpPr/>
          <p:nvPr/>
        </p:nvSpPr>
        <p:spPr>
          <a:xfrm>
            <a:off x="1647234" y="3109210"/>
            <a:ext cx="247702" cy="25814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t>2</a:t>
            </a:r>
          </a:p>
        </p:txBody>
      </p:sp>
      <p:sp>
        <p:nvSpPr>
          <p:cNvPr id="170" name="Oval 18">
            <a:extLst>
              <a:ext uri="{FF2B5EF4-FFF2-40B4-BE49-F238E27FC236}">
                <a16:creationId xmlns:a16="http://schemas.microsoft.com/office/drawing/2014/main" id="{9DBA7D7C-DF32-4D3D-A945-4124E3303068}"/>
              </a:ext>
            </a:extLst>
          </p:cNvPr>
          <p:cNvSpPr>
            <a:spLocks noChangeArrowheads="1"/>
          </p:cNvSpPr>
          <p:nvPr/>
        </p:nvSpPr>
        <p:spPr bwMode="auto">
          <a:xfrm>
            <a:off x="5247793" y="3244559"/>
            <a:ext cx="226800" cy="227917"/>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
        <p:nvSpPr>
          <p:cNvPr id="174" name="Oval 18">
            <a:extLst>
              <a:ext uri="{FF2B5EF4-FFF2-40B4-BE49-F238E27FC236}">
                <a16:creationId xmlns:a16="http://schemas.microsoft.com/office/drawing/2014/main" id="{ADAD2F46-0649-4098-BAC7-AA92086CB20A}"/>
              </a:ext>
            </a:extLst>
          </p:cNvPr>
          <p:cNvSpPr>
            <a:spLocks noChangeArrowheads="1"/>
          </p:cNvSpPr>
          <p:nvPr/>
        </p:nvSpPr>
        <p:spPr bwMode="auto">
          <a:xfrm>
            <a:off x="2079269" y="3346352"/>
            <a:ext cx="226800" cy="227917"/>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
        <p:nvSpPr>
          <p:cNvPr id="176" name="Elipse 175">
            <a:extLst>
              <a:ext uri="{FF2B5EF4-FFF2-40B4-BE49-F238E27FC236}">
                <a16:creationId xmlns:a16="http://schemas.microsoft.com/office/drawing/2014/main" id="{9A34815B-FA6E-4AAB-9966-B0F96E2E8B49}"/>
              </a:ext>
            </a:extLst>
          </p:cNvPr>
          <p:cNvSpPr/>
          <p:nvPr/>
        </p:nvSpPr>
        <p:spPr>
          <a:xfrm>
            <a:off x="6530934" y="3331241"/>
            <a:ext cx="247702" cy="25814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t>1</a:t>
            </a:r>
          </a:p>
        </p:txBody>
      </p:sp>
      <p:sp>
        <p:nvSpPr>
          <p:cNvPr id="177" name="CuadroTexto 176">
            <a:extLst>
              <a:ext uri="{FF2B5EF4-FFF2-40B4-BE49-F238E27FC236}">
                <a16:creationId xmlns:a16="http://schemas.microsoft.com/office/drawing/2014/main" id="{5D57F1B5-9F6B-4B27-B84C-A4428A13115B}"/>
              </a:ext>
            </a:extLst>
          </p:cNvPr>
          <p:cNvSpPr txBox="1"/>
          <p:nvPr/>
        </p:nvSpPr>
        <p:spPr>
          <a:xfrm>
            <a:off x="3252112" y="2846445"/>
            <a:ext cx="468561" cy="3055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2202" tIns="42202" rIns="42202" bIns="42202" numCol="1" spcCol="38100" rtlCol="0" anchor="t">
            <a:spAutoFit/>
          </a:bodyPr>
          <a:lstStyle/>
          <a:p>
            <a:pPr defTabSz="844083" hangingPunct="0">
              <a:spcBef>
                <a:spcPts val="462"/>
              </a:spcBef>
            </a:pPr>
            <a:r>
              <a:rPr lang="es-ES" sz="1015" dirty="0" err="1">
                <a:solidFill>
                  <a:srgbClr val="000000"/>
                </a:solidFill>
                <a:latin typeface="Arial"/>
                <a:ea typeface="Arial"/>
                <a:cs typeface="Arial"/>
                <a:sym typeface="Arial"/>
              </a:rPr>
              <a:t>Put</a:t>
            </a:r>
            <a:endParaRPr lang="es-ES" sz="1015" dirty="0">
              <a:solidFill>
                <a:srgbClr val="000000"/>
              </a:solidFill>
              <a:latin typeface="Arial"/>
              <a:ea typeface="Arial"/>
              <a:cs typeface="Arial"/>
              <a:sym typeface="Arial"/>
            </a:endParaRPr>
          </a:p>
        </p:txBody>
      </p:sp>
      <p:grpSp>
        <p:nvGrpSpPr>
          <p:cNvPr id="63" name="Grupo 50212">
            <a:extLst>
              <a:ext uri="{FF2B5EF4-FFF2-40B4-BE49-F238E27FC236}">
                <a16:creationId xmlns:a16="http://schemas.microsoft.com/office/drawing/2014/main" id="{885B33CB-49CF-4989-8226-D881404A3FD1}"/>
              </a:ext>
            </a:extLst>
          </p:cNvPr>
          <p:cNvGrpSpPr>
            <a:grpSpLocks/>
          </p:cNvGrpSpPr>
          <p:nvPr/>
        </p:nvGrpSpPr>
        <p:grpSpPr bwMode="auto">
          <a:xfrm>
            <a:off x="4925641" y="3836681"/>
            <a:ext cx="812800" cy="423863"/>
            <a:chOff x="374824" y="2549525"/>
            <a:chExt cx="812800" cy="424128"/>
          </a:xfrm>
        </p:grpSpPr>
        <p:sp>
          <p:nvSpPr>
            <p:cNvPr id="64" name="7 Cilindro">
              <a:extLst>
                <a:ext uri="{FF2B5EF4-FFF2-40B4-BE49-F238E27FC236}">
                  <a16:creationId xmlns:a16="http://schemas.microsoft.com/office/drawing/2014/main" id="{96A39BA0-B072-43E0-B6DE-FEB5C0B24E05}"/>
                </a:ext>
              </a:extLst>
            </p:cNvPr>
            <p:cNvSpPr/>
            <p:nvPr/>
          </p:nvSpPr>
          <p:spPr>
            <a:xfrm>
              <a:off x="374824" y="2549525"/>
              <a:ext cx="812800" cy="424128"/>
            </a:xfrm>
            <a:prstGeom prst="can">
              <a:avLst/>
            </a:prstGeom>
            <a:solidFill>
              <a:schemeClr val="accent2">
                <a:lumMod val="40000"/>
                <a:lumOff val="60000"/>
              </a:schemeClr>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ES" sz="1100" dirty="0">
                <a:solidFill>
                  <a:srgbClr val="FFFF99"/>
                </a:solidFill>
              </a:endParaRPr>
            </a:p>
          </p:txBody>
        </p:sp>
        <p:pic>
          <p:nvPicPr>
            <p:cNvPr id="65" name="Imagen 27">
              <a:extLst>
                <a:ext uri="{FF2B5EF4-FFF2-40B4-BE49-F238E27FC236}">
                  <a16:creationId xmlns:a16="http://schemas.microsoft.com/office/drawing/2014/main" id="{B916105C-52FD-4296-838D-F045185F2B01}"/>
                </a:ext>
              </a:extLst>
            </p:cNvPr>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97049" y="2691012"/>
              <a:ext cx="790575"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0" name="Rectángulo: esquinas redondeadas 69">
            <a:extLst>
              <a:ext uri="{FF2B5EF4-FFF2-40B4-BE49-F238E27FC236}">
                <a16:creationId xmlns:a16="http://schemas.microsoft.com/office/drawing/2014/main" id="{3F69D461-1F83-48B0-A83A-4D18D65F8C6C}"/>
              </a:ext>
            </a:extLst>
          </p:cNvPr>
          <p:cNvSpPr/>
          <p:nvPr/>
        </p:nvSpPr>
        <p:spPr>
          <a:xfrm>
            <a:off x="8162089" y="3039689"/>
            <a:ext cx="2294223" cy="907348"/>
          </a:xfrm>
          <a:prstGeom prst="roundRect">
            <a:avLst/>
          </a:prstGeom>
          <a:solidFill>
            <a:schemeClr val="bg1">
              <a:lumMod val="95000"/>
            </a:schemeClr>
          </a:solidFill>
          <a:ln>
            <a:solidFill>
              <a:srgbClr val="0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s-ES" dirty="0"/>
          </a:p>
        </p:txBody>
      </p:sp>
      <p:cxnSp>
        <p:nvCxnSpPr>
          <p:cNvPr id="74" name="25 Conector recto de flecha">
            <a:extLst>
              <a:ext uri="{FF2B5EF4-FFF2-40B4-BE49-F238E27FC236}">
                <a16:creationId xmlns:a16="http://schemas.microsoft.com/office/drawing/2014/main" id="{026B45D2-CBCE-48CF-B65B-BA75BF132657}"/>
              </a:ext>
            </a:extLst>
          </p:cNvPr>
          <p:cNvCxnSpPr>
            <a:cxnSpLocks/>
            <a:endCxn id="70" idx="1"/>
          </p:cNvCxnSpPr>
          <p:nvPr/>
        </p:nvCxnSpPr>
        <p:spPr bwMode="auto">
          <a:xfrm>
            <a:off x="7749137" y="2536809"/>
            <a:ext cx="412952" cy="956554"/>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nvGrpSpPr>
          <p:cNvPr id="75" name="Grupo 74">
            <a:extLst>
              <a:ext uri="{FF2B5EF4-FFF2-40B4-BE49-F238E27FC236}">
                <a16:creationId xmlns:a16="http://schemas.microsoft.com/office/drawing/2014/main" id="{BA9E9A7A-B0E2-4EFA-A6E3-A4BCAB5F3AF1}"/>
              </a:ext>
            </a:extLst>
          </p:cNvPr>
          <p:cNvGrpSpPr/>
          <p:nvPr/>
        </p:nvGrpSpPr>
        <p:grpSpPr>
          <a:xfrm>
            <a:off x="8023113" y="2498117"/>
            <a:ext cx="288789" cy="128483"/>
            <a:chOff x="10457075" y="2470064"/>
            <a:chExt cx="431319" cy="225978"/>
          </a:xfrm>
        </p:grpSpPr>
        <p:sp>
          <p:nvSpPr>
            <p:cNvPr id="76" name="Rectángulo 75">
              <a:extLst>
                <a:ext uri="{FF2B5EF4-FFF2-40B4-BE49-F238E27FC236}">
                  <a16:creationId xmlns:a16="http://schemas.microsoft.com/office/drawing/2014/main" id="{6674A62F-E98B-46C0-92D4-355BB90D11AC}"/>
                </a:ext>
              </a:extLst>
            </p:cNvPr>
            <p:cNvSpPr/>
            <p:nvPr/>
          </p:nvSpPr>
          <p:spPr>
            <a:xfrm>
              <a:off x="10457075" y="2470064"/>
              <a:ext cx="431319" cy="22597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dirty="0"/>
            </a:p>
          </p:txBody>
        </p:sp>
        <p:sp>
          <p:nvSpPr>
            <p:cNvPr id="79" name="Rectángulo 78">
              <a:extLst>
                <a:ext uri="{FF2B5EF4-FFF2-40B4-BE49-F238E27FC236}">
                  <a16:creationId xmlns:a16="http://schemas.microsoft.com/office/drawing/2014/main" id="{60C25B3F-631A-4ABC-8715-3627C3D4B818}"/>
                </a:ext>
              </a:extLst>
            </p:cNvPr>
            <p:cNvSpPr/>
            <p:nvPr/>
          </p:nvSpPr>
          <p:spPr>
            <a:xfrm>
              <a:off x="10526091" y="2539957"/>
              <a:ext cx="290153" cy="953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62" dirty="0"/>
            </a:p>
          </p:txBody>
        </p:sp>
      </p:grpSp>
      <p:sp>
        <p:nvSpPr>
          <p:cNvPr id="81" name="Documento 16">
            <a:extLst>
              <a:ext uri="{FF2B5EF4-FFF2-40B4-BE49-F238E27FC236}">
                <a16:creationId xmlns:a16="http://schemas.microsoft.com/office/drawing/2014/main" id="{A89B15C9-F875-4A71-A93B-1E070E630643}"/>
              </a:ext>
            </a:extLst>
          </p:cNvPr>
          <p:cNvSpPr/>
          <p:nvPr/>
        </p:nvSpPr>
        <p:spPr>
          <a:xfrm>
            <a:off x="2104434" y="3710861"/>
            <a:ext cx="607772" cy="571829"/>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
        <p:nvSpPr>
          <p:cNvPr id="82" name="Rectángulo redondeado 15">
            <a:extLst>
              <a:ext uri="{FF2B5EF4-FFF2-40B4-BE49-F238E27FC236}">
                <a16:creationId xmlns:a16="http://schemas.microsoft.com/office/drawing/2014/main" id="{DD55BD97-2BE7-4743-A2E0-F36CCEAECFE9}"/>
              </a:ext>
            </a:extLst>
          </p:cNvPr>
          <p:cNvSpPr/>
          <p:nvPr/>
        </p:nvSpPr>
        <p:spPr bwMode="auto">
          <a:xfrm>
            <a:off x="8592266" y="3331868"/>
            <a:ext cx="1823676" cy="504569"/>
          </a:xfrm>
          <a:prstGeom prst="roundRect">
            <a:avLst/>
          </a:prstGeom>
          <a:solidFill>
            <a:schemeClr val="bg1">
              <a:lumMod val="95000"/>
            </a:schemeClr>
          </a:solidFill>
          <a:ln>
            <a:solidFill>
              <a:schemeClr val="tx1">
                <a:lumMod val="50000"/>
                <a:lumOff val="50000"/>
              </a:schemeClr>
            </a:solidFill>
            <a:headEnd type="none" w="med" len="med"/>
            <a:tailEnd type="none" w="med" len="med"/>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none" lIns="0" tIns="0" rIns="0" bIns="0" numCol="1" rtlCol="0" anchor="t" anchorCtr="0" compatLnSpc="1">
            <a:prstTxWarp prst="textNoShape">
              <a:avLst/>
            </a:prstTxWarp>
          </a:bodyPr>
          <a:lstStyle/>
          <a:p>
            <a:pPr algn="ctr"/>
            <a:endParaRPr lang="es-ES" sz="738" b="1" dirty="0">
              <a:solidFill>
                <a:schemeClr val="tx1"/>
              </a:solidFill>
            </a:endParaRPr>
          </a:p>
        </p:txBody>
      </p:sp>
      <p:sp>
        <p:nvSpPr>
          <p:cNvPr id="83" name="CuadroTexto 82">
            <a:extLst>
              <a:ext uri="{FF2B5EF4-FFF2-40B4-BE49-F238E27FC236}">
                <a16:creationId xmlns:a16="http://schemas.microsoft.com/office/drawing/2014/main" id="{5341E3DE-0B5B-40CF-AA2E-C64DD2D6039F}"/>
              </a:ext>
            </a:extLst>
          </p:cNvPr>
          <p:cNvSpPr txBox="1"/>
          <p:nvPr/>
        </p:nvSpPr>
        <p:spPr>
          <a:xfrm rot="16200000">
            <a:off x="8035422" y="3322542"/>
            <a:ext cx="673127" cy="215444"/>
          </a:xfrm>
          <a:prstGeom prst="rect">
            <a:avLst/>
          </a:prstGeom>
          <a:solidFill>
            <a:srgbClr val="E0F1E1"/>
          </a:solid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400" b="0" i="0" u="none" strike="noStrike" kern="1200" cap="none" spc="0" normalizeH="0" baseline="0" noProof="0" dirty="0">
                <a:ln>
                  <a:noFill/>
                </a:ln>
                <a:solidFill>
                  <a:srgbClr val="00B6DA"/>
                </a:solidFill>
                <a:effectLst/>
                <a:uLnTx/>
                <a:uFillTx/>
                <a:latin typeface="Arial Rounded MT Bold" panose="020F0704030504030204" pitchFamily="34" charset="0"/>
                <a:ea typeface="+mn-ea"/>
                <a:cs typeface="Aharoni" panose="02010803020104030203" pitchFamily="2" charset="-79"/>
              </a:rPr>
              <a:t>API GATEWAY</a:t>
            </a:r>
            <a:br>
              <a:rPr kumimoji="0" lang="es-ES" sz="400" b="0" i="0" u="none" strike="noStrike" kern="1200" cap="none" spc="0" normalizeH="0" baseline="0" noProof="0" dirty="0">
                <a:ln>
                  <a:noFill/>
                </a:ln>
                <a:solidFill>
                  <a:srgbClr val="00B6DA"/>
                </a:solidFill>
                <a:effectLst/>
                <a:uLnTx/>
                <a:uFillTx/>
                <a:latin typeface="Arial Rounded MT Bold" panose="020F0704030504030204" pitchFamily="34" charset="0"/>
                <a:ea typeface="+mn-ea"/>
                <a:cs typeface="Aharoni" panose="02010803020104030203" pitchFamily="2" charset="-79"/>
              </a:rPr>
            </a:br>
            <a:r>
              <a:rPr kumimoji="0" lang="es-ES" sz="400" b="0" i="0" u="none" strike="noStrike" kern="1200" cap="none" spc="0" normalizeH="0" baseline="0" noProof="0" dirty="0">
                <a:ln>
                  <a:noFill/>
                </a:ln>
                <a:solidFill>
                  <a:srgbClr val="00B6DA"/>
                </a:solidFill>
                <a:effectLst/>
                <a:uLnTx/>
                <a:uFillTx/>
                <a:latin typeface="Arial Rounded MT Bold" panose="020F0704030504030204" pitchFamily="34" charset="0"/>
                <a:ea typeface="+mn-ea"/>
                <a:cs typeface="Aharoni" panose="02010803020104030203" pitchFamily="2" charset="-79"/>
              </a:rPr>
              <a:t>Darwin</a:t>
            </a:r>
          </a:p>
        </p:txBody>
      </p:sp>
      <p:pic>
        <p:nvPicPr>
          <p:cNvPr id="84" name="161 Imagen">
            <a:extLst>
              <a:ext uri="{FF2B5EF4-FFF2-40B4-BE49-F238E27FC236}">
                <a16:creationId xmlns:a16="http://schemas.microsoft.com/office/drawing/2014/main" id="{6E3FF935-9121-472B-B76F-AA19F4522889}"/>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084256" y="3584153"/>
            <a:ext cx="428176" cy="128673"/>
          </a:xfrm>
          <a:prstGeom prst="rect">
            <a:avLst/>
          </a:prstGeom>
        </p:spPr>
      </p:pic>
      <p:sp>
        <p:nvSpPr>
          <p:cNvPr id="85" name="Oval 18">
            <a:extLst>
              <a:ext uri="{FF2B5EF4-FFF2-40B4-BE49-F238E27FC236}">
                <a16:creationId xmlns:a16="http://schemas.microsoft.com/office/drawing/2014/main" id="{01E8BDE7-09CB-4782-B75F-9997A430B3B3}"/>
              </a:ext>
            </a:extLst>
          </p:cNvPr>
          <p:cNvSpPr>
            <a:spLocks noChangeArrowheads="1"/>
          </p:cNvSpPr>
          <p:nvPr/>
        </p:nvSpPr>
        <p:spPr bwMode="auto">
          <a:xfrm>
            <a:off x="10544766" y="3109210"/>
            <a:ext cx="210128" cy="210943"/>
          </a:xfrm>
          <a:prstGeom prst="ellipse">
            <a:avLst/>
          </a:prstGeom>
          <a:solidFill>
            <a:srgbClr val="00B050"/>
          </a:solidFill>
          <a:ln w="9525">
            <a:solidFill>
              <a:sysClr val="windowText" lastClr="000000">
                <a:shade val="95000"/>
                <a:satMod val="105000"/>
              </a:sys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844083" eaLnBrk="1" hangingPunct="1">
              <a:spcBef>
                <a:spcPct val="0"/>
              </a:spcBef>
              <a:buClrTx/>
              <a:buSzTx/>
              <a:buNone/>
              <a:defRPr/>
            </a:pPr>
            <a:r>
              <a:rPr lang="es-ES" altLang="es-ES" sz="831" kern="0" dirty="0">
                <a:solidFill>
                  <a:prstClr val="white"/>
                </a:solidFill>
              </a:rPr>
              <a:t>E</a:t>
            </a:r>
          </a:p>
        </p:txBody>
      </p:sp>
      <p:sp>
        <p:nvSpPr>
          <p:cNvPr id="86" name="Rectángulo 85">
            <a:extLst>
              <a:ext uri="{FF2B5EF4-FFF2-40B4-BE49-F238E27FC236}">
                <a16:creationId xmlns:a16="http://schemas.microsoft.com/office/drawing/2014/main" id="{7BABE840-637F-4D16-96B8-EE0DCF2F236F}"/>
              </a:ext>
            </a:extLst>
          </p:cNvPr>
          <p:cNvSpPr/>
          <p:nvPr/>
        </p:nvSpPr>
        <p:spPr>
          <a:xfrm>
            <a:off x="8546816" y="3390325"/>
            <a:ext cx="1909497" cy="215444"/>
          </a:xfrm>
          <a:prstGeom prst="rect">
            <a:avLst/>
          </a:prstGeom>
        </p:spPr>
        <p:txBody>
          <a:bodyPr wrap="none">
            <a:spAutoFit/>
          </a:bodyPr>
          <a:lstStyle/>
          <a:p>
            <a:r>
              <a:rPr lang="es-ES" sz="800" b="1" dirty="0"/>
              <a:t>MICRO cuentas contratos </a:t>
            </a:r>
            <a:r>
              <a:rPr lang="es-ES" sz="800" b="1" dirty="0" err="1"/>
              <a:t>partenon</a:t>
            </a:r>
            <a:endParaRPr lang="es-ES" dirty="0"/>
          </a:p>
        </p:txBody>
      </p:sp>
      <p:sp>
        <p:nvSpPr>
          <p:cNvPr id="87" name="CuadroTexto 86">
            <a:extLst>
              <a:ext uri="{FF2B5EF4-FFF2-40B4-BE49-F238E27FC236}">
                <a16:creationId xmlns:a16="http://schemas.microsoft.com/office/drawing/2014/main" id="{F80C404B-DE52-489C-B94D-EB66901AFEEB}"/>
              </a:ext>
            </a:extLst>
          </p:cNvPr>
          <p:cNvSpPr txBox="1"/>
          <p:nvPr/>
        </p:nvSpPr>
        <p:spPr>
          <a:xfrm>
            <a:off x="8625496" y="3047861"/>
            <a:ext cx="1683290" cy="307777"/>
          </a:xfrm>
          <a:prstGeom prst="rect">
            <a:avLst/>
          </a:prstGeom>
          <a:noFill/>
        </p:spPr>
        <p:txBody>
          <a:bodyPr wrap="square" rtlCol="0">
            <a:spAutoFit/>
          </a:bodyPr>
          <a:lstStyle/>
          <a:p>
            <a:pPr algn="ctr"/>
            <a:r>
              <a:rPr lang="es-ES" sz="1400" b="1" dirty="0"/>
              <a:t>ADN360 Paas</a:t>
            </a:r>
          </a:p>
        </p:txBody>
      </p:sp>
      <p:cxnSp>
        <p:nvCxnSpPr>
          <p:cNvPr id="77" name="25 Conector recto de flecha">
            <a:extLst>
              <a:ext uri="{FF2B5EF4-FFF2-40B4-BE49-F238E27FC236}">
                <a16:creationId xmlns:a16="http://schemas.microsoft.com/office/drawing/2014/main" id="{0AF44588-C1EF-42CD-AC7B-674E4AAD8B23}"/>
              </a:ext>
            </a:extLst>
          </p:cNvPr>
          <p:cNvCxnSpPr>
            <a:cxnSpLocks/>
            <a:endCxn id="88" idx="1"/>
          </p:cNvCxnSpPr>
          <p:nvPr/>
        </p:nvCxnSpPr>
        <p:spPr bwMode="auto">
          <a:xfrm>
            <a:off x="7148086" y="3320153"/>
            <a:ext cx="1108347" cy="1399666"/>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88" name="Rectángulo: esquinas redondeadas 87">
            <a:extLst>
              <a:ext uri="{FF2B5EF4-FFF2-40B4-BE49-F238E27FC236}">
                <a16:creationId xmlns:a16="http://schemas.microsoft.com/office/drawing/2014/main" id="{E8C8B783-4101-4A96-A1E7-C458812D0CF7}"/>
              </a:ext>
            </a:extLst>
          </p:cNvPr>
          <p:cNvSpPr/>
          <p:nvPr/>
        </p:nvSpPr>
        <p:spPr>
          <a:xfrm>
            <a:off x="8256433" y="4266145"/>
            <a:ext cx="2294223" cy="907348"/>
          </a:xfrm>
          <a:prstGeom prst="roundRect">
            <a:avLst/>
          </a:prstGeom>
          <a:solidFill>
            <a:schemeClr val="bg1">
              <a:lumMod val="95000"/>
            </a:schemeClr>
          </a:solidFill>
          <a:ln>
            <a:solidFill>
              <a:srgbClr val="0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s-ES" dirty="0"/>
          </a:p>
        </p:txBody>
      </p:sp>
      <p:sp>
        <p:nvSpPr>
          <p:cNvPr id="89" name="Rectángulo redondeado 15">
            <a:extLst>
              <a:ext uri="{FF2B5EF4-FFF2-40B4-BE49-F238E27FC236}">
                <a16:creationId xmlns:a16="http://schemas.microsoft.com/office/drawing/2014/main" id="{4392A17A-AA4D-4544-8117-74E8EC8C2300}"/>
              </a:ext>
            </a:extLst>
          </p:cNvPr>
          <p:cNvSpPr/>
          <p:nvPr/>
        </p:nvSpPr>
        <p:spPr bwMode="auto">
          <a:xfrm>
            <a:off x="8686610" y="4558324"/>
            <a:ext cx="1823676" cy="504569"/>
          </a:xfrm>
          <a:prstGeom prst="roundRect">
            <a:avLst/>
          </a:prstGeom>
          <a:solidFill>
            <a:schemeClr val="bg1">
              <a:lumMod val="95000"/>
            </a:schemeClr>
          </a:solidFill>
          <a:ln>
            <a:solidFill>
              <a:schemeClr val="tx1">
                <a:lumMod val="50000"/>
                <a:lumOff val="50000"/>
              </a:schemeClr>
            </a:solidFill>
            <a:headEnd type="none" w="med" len="med"/>
            <a:tailEnd type="none" w="med" len="med"/>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none" lIns="0" tIns="0" rIns="0" bIns="0" numCol="1" rtlCol="0" anchor="t" anchorCtr="0" compatLnSpc="1">
            <a:prstTxWarp prst="textNoShape">
              <a:avLst/>
            </a:prstTxWarp>
          </a:bodyPr>
          <a:lstStyle/>
          <a:p>
            <a:pPr algn="ctr"/>
            <a:endParaRPr lang="es-ES" sz="738" b="1" dirty="0">
              <a:solidFill>
                <a:schemeClr val="tx1"/>
              </a:solidFill>
            </a:endParaRPr>
          </a:p>
        </p:txBody>
      </p:sp>
      <p:sp>
        <p:nvSpPr>
          <p:cNvPr id="91" name="CuadroTexto 90">
            <a:extLst>
              <a:ext uri="{FF2B5EF4-FFF2-40B4-BE49-F238E27FC236}">
                <a16:creationId xmlns:a16="http://schemas.microsoft.com/office/drawing/2014/main" id="{B0D7AC8D-3C07-45D6-87B5-D5A6447AE62E}"/>
              </a:ext>
            </a:extLst>
          </p:cNvPr>
          <p:cNvSpPr txBox="1"/>
          <p:nvPr/>
        </p:nvSpPr>
        <p:spPr>
          <a:xfrm rot="16200000">
            <a:off x="8129766" y="4548998"/>
            <a:ext cx="673127" cy="215444"/>
          </a:xfrm>
          <a:prstGeom prst="rect">
            <a:avLst/>
          </a:prstGeom>
          <a:solidFill>
            <a:srgbClr val="E0F1E1"/>
          </a:solid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400" b="0" i="0" u="none" strike="noStrike" kern="1200" cap="none" spc="0" normalizeH="0" baseline="0" noProof="0" dirty="0">
                <a:ln>
                  <a:noFill/>
                </a:ln>
                <a:solidFill>
                  <a:srgbClr val="00B6DA"/>
                </a:solidFill>
                <a:effectLst/>
                <a:uLnTx/>
                <a:uFillTx/>
                <a:latin typeface="Arial Rounded MT Bold" panose="020F0704030504030204" pitchFamily="34" charset="0"/>
                <a:ea typeface="+mn-ea"/>
                <a:cs typeface="Aharoni" panose="02010803020104030203" pitchFamily="2" charset="-79"/>
              </a:rPr>
              <a:t>API GATEWAY</a:t>
            </a:r>
            <a:br>
              <a:rPr kumimoji="0" lang="es-ES" sz="400" b="0" i="0" u="none" strike="noStrike" kern="1200" cap="none" spc="0" normalizeH="0" baseline="0" noProof="0" dirty="0">
                <a:ln>
                  <a:noFill/>
                </a:ln>
                <a:solidFill>
                  <a:srgbClr val="00B6DA"/>
                </a:solidFill>
                <a:effectLst/>
                <a:uLnTx/>
                <a:uFillTx/>
                <a:latin typeface="Arial Rounded MT Bold" panose="020F0704030504030204" pitchFamily="34" charset="0"/>
                <a:ea typeface="+mn-ea"/>
                <a:cs typeface="Aharoni" panose="02010803020104030203" pitchFamily="2" charset="-79"/>
              </a:rPr>
            </a:br>
            <a:r>
              <a:rPr kumimoji="0" lang="es-ES" sz="400" b="0" i="0" u="none" strike="noStrike" kern="1200" cap="none" spc="0" normalizeH="0" baseline="0" noProof="0" dirty="0">
                <a:ln>
                  <a:noFill/>
                </a:ln>
                <a:solidFill>
                  <a:srgbClr val="00B6DA"/>
                </a:solidFill>
                <a:effectLst/>
                <a:uLnTx/>
                <a:uFillTx/>
                <a:latin typeface="Arial Rounded MT Bold" panose="020F0704030504030204" pitchFamily="34" charset="0"/>
                <a:ea typeface="+mn-ea"/>
                <a:cs typeface="Aharoni" panose="02010803020104030203" pitchFamily="2" charset="-79"/>
              </a:rPr>
              <a:t>Darwin</a:t>
            </a:r>
          </a:p>
        </p:txBody>
      </p:sp>
      <p:sp>
        <p:nvSpPr>
          <p:cNvPr id="92" name="Oval 18">
            <a:extLst>
              <a:ext uri="{FF2B5EF4-FFF2-40B4-BE49-F238E27FC236}">
                <a16:creationId xmlns:a16="http://schemas.microsoft.com/office/drawing/2014/main" id="{6784F2BB-9790-4EE5-B4AE-DE0ED89F3833}"/>
              </a:ext>
            </a:extLst>
          </p:cNvPr>
          <p:cNvSpPr>
            <a:spLocks noChangeArrowheads="1"/>
          </p:cNvSpPr>
          <p:nvPr/>
        </p:nvSpPr>
        <p:spPr bwMode="auto">
          <a:xfrm>
            <a:off x="10639110" y="4335666"/>
            <a:ext cx="210128" cy="210943"/>
          </a:xfrm>
          <a:prstGeom prst="ellipse">
            <a:avLst/>
          </a:prstGeom>
          <a:solidFill>
            <a:srgbClr val="00B050"/>
          </a:solidFill>
          <a:ln w="9525">
            <a:solidFill>
              <a:sysClr val="windowText" lastClr="000000">
                <a:shade val="95000"/>
                <a:satMod val="105000"/>
              </a:sys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844083" eaLnBrk="1" hangingPunct="1">
              <a:spcBef>
                <a:spcPct val="0"/>
              </a:spcBef>
              <a:buClrTx/>
              <a:buSzTx/>
              <a:buNone/>
              <a:defRPr/>
            </a:pPr>
            <a:r>
              <a:rPr lang="es-ES" altLang="es-ES" sz="831" kern="0" dirty="0">
                <a:solidFill>
                  <a:prstClr val="white"/>
                </a:solidFill>
              </a:rPr>
              <a:t>E</a:t>
            </a:r>
          </a:p>
        </p:txBody>
      </p:sp>
      <p:sp>
        <p:nvSpPr>
          <p:cNvPr id="93" name="CuadroTexto 92">
            <a:extLst>
              <a:ext uri="{FF2B5EF4-FFF2-40B4-BE49-F238E27FC236}">
                <a16:creationId xmlns:a16="http://schemas.microsoft.com/office/drawing/2014/main" id="{DA613B8E-F307-485D-85A2-B9E1C8A96D5B}"/>
              </a:ext>
            </a:extLst>
          </p:cNvPr>
          <p:cNvSpPr txBox="1"/>
          <p:nvPr/>
        </p:nvSpPr>
        <p:spPr>
          <a:xfrm>
            <a:off x="8719840" y="4274317"/>
            <a:ext cx="1683290" cy="307777"/>
          </a:xfrm>
          <a:prstGeom prst="rect">
            <a:avLst/>
          </a:prstGeom>
          <a:noFill/>
        </p:spPr>
        <p:txBody>
          <a:bodyPr wrap="square" rtlCol="0">
            <a:spAutoFit/>
          </a:bodyPr>
          <a:lstStyle/>
          <a:p>
            <a:pPr algn="ctr"/>
            <a:r>
              <a:rPr lang="es-ES" sz="1400" b="1" dirty="0"/>
              <a:t>Intranet HC 20 Paas</a:t>
            </a:r>
          </a:p>
        </p:txBody>
      </p:sp>
      <p:pic>
        <p:nvPicPr>
          <p:cNvPr id="94" name="161 Imagen">
            <a:extLst>
              <a:ext uri="{FF2B5EF4-FFF2-40B4-BE49-F238E27FC236}">
                <a16:creationId xmlns:a16="http://schemas.microsoft.com/office/drawing/2014/main" id="{E568CE37-F590-4B18-B393-7C11075CE375}"/>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8861404" y="4901202"/>
            <a:ext cx="428176" cy="128673"/>
          </a:xfrm>
          <a:prstGeom prst="rect">
            <a:avLst/>
          </a:prstGeom>
        </p:spPr>
      </p:pic>
      <p:sp>
        <p:nvSpPr>
          <p:cNvPr id="95" name="Rectángulo 94">
            <a:extLst>
              <a:ext uri="{FF2B5EF4-FFF2-40B4-BE49-F238E27FC236}">
                <a16:creationId xmlns:a16="http://schemas.microsoft.com/office/drawing/2014/main" id="{0CB92A4B-D88C-4B00-A64C-93FCA9F74EA8}"/>
              </a:ext>
            </a:extLst>
          </p:cNvPr>
          <p:cNvSpPr/>
          <p:nvPr/>
        </p:nvSpPr>
        <p:spPr>
          <a:xfrm>
            <a:off x="8751464" y="4647391"/>
            <a:ext cx="1090363" cy="215444"/>
          </a:xfrm>
          <a:prstGeom prst="rect">
            <a:avLst/>
          </a:prstGeom>
        </p:spPr>
        <p:txBody>
          <a:bodyPr wrap="none">
            <a:spAutoFit/>
          </a:bodyPr>
          <a:lstStyle/>
          <a:p>
            <a:r>
              <a:rPr lang="es-ES" sz="800" b="1" dirty="0"/>
              <a:t>MICRO acceso Oracle</a:t>
            </a:r>
            <a:endParaRPr lang="es-ES" dirty="0"/>
          </a:p>
        </p:txBody>
      </p:sp>
      <p:sp>
        <p:nvSpPr>
          <p:cNvPr id="80" name="Oval 18">
            <a:extLst>
              <a:ext uri="{FF2B5EF4-FFF2-40B4-BE49-F238E27FC236}">
                <a16:creationId xmlns:a16="http://schemas.microsoft.com/office/drawing/2014/main" id="{6C151F48-048E-4A22-8071-26072FC70489}"/>
              </a:ext>
            </a:extLst>
          </p:cNvPr>
          <p:cNvSpPr>
            <a:spLocks noChangeArrowheads="1"/>
          </p:cNvSpPr>
          <p:nvPr/>
        </p:nvSpPr>
        <p:spPr bwMode="auto">
          <a:xfrm>
            <a:off x="7326127" y="1840971"/>
            <a:ext cx="226800" cy="227917"/>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
        <p:nvSpPr>
          <p:cNvPr id="96" name="Oval 18">
            <a:extLst>
              <a:ext uri="{FF2B5EF4-FFF2-40B4-BE49-F238E27FC236}">
                <a16:creationId xmlns:a16="http://schemas.microsoft.com/office/drawing/2014/main" id="{01CD9350-CA0B-4AAC-BEDD-8E20C039F11B}"/>
              </a:ext>
            </a:extLst>
          </p:cNvPr>
          <p:cNvSpPr>
            <a:spLocks noChangeArrowheads="1"/>
          </p:cNvSpPr>
          <p:nvPr/>
        </p:nvSpPr>
        <p:spPr bwMode="auto">
          <a:xfrm>
            <a:off x="5199223" y="1681497"/>
            <a:ext cx="226800" cy="227917"/>
          </a:xfrm>
          <a:prstGeom prst="ellipse">
            <a:avLst/>
          </a:prstGeom>
          <a:solidFill>
            <a:srgbClr val="00B050"/>
          </a:solidFill>
          <a:ln w="9525">
            <a:solidFill>
              <a:schemeClr val="dk1">
                <a:shade val="95000"/>
                <a:satMod val="105000"/>
              </a:schemeClr>
            </a:solidFill>
            <a:round/>
            <a:headEnd/>
            <a:tailEnd/>
          </a:ln>
        </p:spPr>
        <p:txBody>
          <a:bodyPr wrap="none" anchor="ctr"/>
          <a:lstStyle>
            <a:lvl1pPr eaLnBrk="0" hangingPunct="0">
              <a:spcBef>
                <a:spcPct val="20000"/>
              </a:spcBef>
              <a:buClr>
                <a:schemeClr val="bg1"/>
              </a:buClr>
              <a:buSzPct val="25000"/>
              <a:buFont typeface="Times"/>
              <a:buChar char="•"/>
              <a:defRPr sz="2400" b="1">
                <a:solidFill>
                  <a:srgbClr val="FF0000"/>
                </a:solidFill>
                <a:latin typeface="Arial" pitchFamily="34" charset="0"/>
              </a:defRPr>
            </a:lvl1pPr>
            <a:lvl2pPr marL="742950" indent="-285750" eaLnBrk="0" hangingPunct="0">
              <a:spcBef>
                <a:spcPct val="20000"/>
              </a:spcBef>
              <a:buSzPct val="65000"/>
              <a:buFont typeface="Wingdings" pitchFamily="2" charset="2"/>
              <a:buChar char="n"/>
              <a:defRPr sz="2200">
                <a:solidFill>
                  <a:srgbClr val="7A6C7A"/>
                </a:solidFill>
                <a:latin typeface="Arial" pitchFamily="34" charset="0"/>
              </a:defRPr>
            </a:lvl2pPr>
            <a:lvl3pPr marL="1143000" indent="-228600" eaLnBrk="0" hangingPunct="0">
              <a:spcBef>
                <a:spcPct val="20000"/>
              </a:spcBef>
              <a:buChar char="–"/>
              <a:defRPr sz="2000">
                <a:solidFill>
                  <a:srgbClr val="7A6C7A"/>
                </a:solidFill>
                <a:latin typeface="Arial" pitchFamily="34" charset="0"/>
              </a:defRPr>
            </a:lvl3pPr>
            <a:lvl4pPr marL="1600200" indent="-228600" eaLnBrk="0" hangingPunct="0">
              <a:spcBef>
                <a:spcPct val="20000"/>
              </a:spcBef>
              <a:defRPr sz="2000">
                <a:solidFill>
                  <a:schemeClr val="tx1"/>
                </a:solidFill>
                <a:latin typeface="Arial" pitchFamily="34" charset="0"/>
              </a:defRPr>
            </a:lvl4pPr>
            <a:lvl5pPr marL="2057400" indent="-228600" eaLnBrk="0" hangingPunct="0">
              <a:spcBef>
                <a:spcPct val="20000"/>
              </a:spcBef>
              <a:defRPr sz="2000">
                <a:solidFill>
                  <a:schemeClr val="tx1"/>
                </a:solidFill>
                <a:latin typeface="Arial" pitchFamily="34" charset="0"/>
              </a:defRPr>
            </a:lvl5pPr>
            <a:lvl6pPr marL="2514600" indent="-228600" eaLnBrk="0" fontAlgn="base" hangingPunct="0">
              <a:spcBef>
                <a:spcPct val="20000"/>
              </a:spcBef>
              <a:spcAft>
                <a:spcPct val="0"/>
              </a:spcAft>
              <a:defRPr sz="2000">
                <a:solidFill>
                  <a:schemeClr val="tx1"/>
                </a:solidFill>
                <a:latin typeface="Arial" pitchFamily="34" charset="0"/>
              </a:defRPr>
            </a:lvl6pPr>
            <a:lvl7pPr marL="2971800" indent="-228600" eaLnBrk="0" fontAlgn="base" hangingPunct="0">
              <a:spcBef>
                <a:spcPct val="20000"/>
              </a:spcBef>
              <a:spcAft>
                <a:spcPct val="0"/>
              </a:spcAft>
              <a:defRPr sz="2000">
                <a:solidFill>
                  <a:schemeClr val="tx1"/>
                </a:solidFill>
                <a:latin typeface="Arial" pitchFamily="34" charset="0"/>
              </a:defRPr>
            </a:lvl7pPr>
            <a:lvl8pPr marL="3429000" indent="-228600" eaLnBrk="0" fontAlgn="base" hangingPunct="0">
              <a:spcBef>
                <a:spcPct val="20000"/>
              </a:spcBef>
              <a:spcAft>
                <a:spcPct val="0"/>
              </a:spcAft>
              <a:defRPr sz="2000">
                <a:solidFill>
                  <a:schemeClr val="tx1"/>
                </a:solidFill>
                <a:latin typeface="Arial" pitchFamily="34" charset="0"/>
              </a:defRPr>
            </a:lvl8pPr>
            <a:lvl9pPr marL="3886200" indent="-228600" eaLnBrk="0" fontAlgn="base" hangingPunct="0">
              <a:spcBef>
                <a:spcPct val="20000"/>
              </a:spcBef>
              <a:spcAft>
                <a:spcPct val="0"/>
              </a:spcAft>
              <a:defRPr sz="2000">
                <a:solidFill>
                  <a:schemeClr val="tx1"/>
                </a:solidFill>
                <a:latin typeface="Arial" pitchFamily="34" charset="0"/>
              </a:defRPr>
            </a:lvl9pPr>
          </a:lstStyle>
          <a:p>
            <a:pPr algn="ctr" defTabSz="914395" eaLnBrk="1" hangingPunct="1">
              <a:spcBef>
                <a:spcPct val="0"/>
              </a:spcBef>
              <a:buClrTx/>
              <a:buSzTx/>
              <a:buNone/>
              <a:defRPr/>
            </a:pPr>
            <a:r>
              <a:rPr lang="es-ES" altLang="es-ES" sz="900" dirty="0">
                <a:solidFill>
                  <a:prstClr val="white"/>
                </a:solidFill>
              </a:rPr>
              <a:t>E</a:t>
            </a:r>
          </a:p>
        </p:txBody>
      </p:sp>
    </p:spTree>
    <p:extLst>
      <p:ext uri="{BB962C8B-B14F-4D97-AF65-F5344CB8AC3E}">
        <p14:creationId xmlns:p14="http://schemas.microsoft.com/office/powerpoint/2010/main" val="42283337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711024" y="337100"/>
            <a:ext cx="10758734" cy="304800"/>
          </a:xfrm>
        </p:spPr>
        <p:txBody>
          <a:bodyPr/>
          <a:lstStyle/>
          <a:p>
            <a:r>
              <a:rPr lang="es-ES" sz="1477" dirty="0">
                <a:solidFill>
                  <a:srgbClr val="FF0000"/>
                </a:solidFill>
                <a:latin typeface="Gadugi" panose="020B0502040204020203" pitchFamily="34" charset="0"/>
              </a:rPr>
              <a:t>Solución Técnica – </a:t>
            </a:r>
            <a:r>
              <a:rPr lang="pt-BR" sz="1477" dirty="0">
                <a:solidFill>
                  <a:srgbClr val="FF0000"/>
                </a:solidFill>
                <a:latin typeface="Gadugi" panose="020B0502040204020203" pitchFamily="34" charset="0"/>
              </a:rPr>
              <a:t>Mapa Técnico de Arquitectura </a:t>
            </a:r>
            <a:r>
              <a:rPr lang="es-ES" sz="1477" dirty="0">
                <a:solidFill>
                  <a:srgbClr val="FF0000"/>
                </a:solidFill>
                <a:latin typeface="Gadugi" panose="020B0502040204020203" pitchFamily="34" charset="0"/>
              </a:rPr>
              <a:t>del Proyecto</a:t>
            </a:r>
          </a:p>
        </p:txBody>
      </p:sp>
      <p:sp>
        <p:nvSpPr>
          <p:cNvPr id="230" name="Título 4">
            <a:extLst>
              <a:ext uri="{FF2B5EF4-FFF2-40B4-BE49-F238E27FC236}">
                <a16:creationId xmlns:a16="http://schemas.microsoft.com/office/drawing/2014/main" id="{DC1FAD1E-C729-4AC4-B217-967B5ACFFD49}"/>
              </a:ext>
            </a:extLst>
          </p:cNvPr>
          <p:cNvSpPr txBox="1">
            <a:spLocks/>
          </p:cNvSpPr>
          <p:nvPr/>
        </p:nvSpPr>
        <p:spPr>
          <a:xfrm>
            <a:off x="686870" y="622151"/>
            <a:ext cx="11196488" cy="468000"/>
          </a:xfrm>
          <a:prstGeom prst="rect">
            <a:avLst/>
          </a:prstGeom>
        </p:spPr>
        <p:txBody>
          <a:bodyPr vert="horz" lIns="91440" tIns="45720" rIns="91440" bIns="45720" rtlCol="0" anchor="t">
            <a:normAutofit fontScale="92500"/>
          </a:bodyPr>
          <a:lstStyle>
            <a:lvl1pPr algn="l" defTabSz="914400" rtl="0" eaLnBrk="1" latinLnBrk="0" hangingPunct="1">
              <a:lnSpc>
                <a:spcPct val="90000"/>
              </a:lnSpc>
              <a:spcBef>
                <a:spcPct val="0"/>
              </a:spcBef>
              <a:buNone/>
              <a:defRPr sz="3600" kern="1200">
                <a:solidFill>
                  <a:schemeClr val="accent1"/>
                </a:solidFill>
                <a:latin typeface="+mj-lt"/>
                <a:ea typeface="+mj-ea"/>
                <a:cs typeface="+mj-cs"/>
              </a:defRPr>
            </a:lvl1pPr>
          </a:lstStyle>
          <a:p>
            <a:r>
              <a:rPr lang="es-ES" sz="2400" dirty="0">
                <a:solidFill>
                  <a:srgbClr val="FF0000"/>
                </a:solidFill>
              </a:rPr>
              <a:t>Descripción </a:t>
            </a:r>
            <a:r>
              <a:rPr lang="es-ES" altLang="es-ES" sz="2400" dirty="0">
                <a:solidFill>
                  <a:srgbClr val="FF0000"/>
                </a:solidFill>
              </a:rPr>
              <a:t>Proceso de e</a:t>
            </a:r>
            <a:r>
              <a:rPr lang="es-ES" sz="2400" dirty="0">
                <a:solidFill>
                  <a:srgbClr val="FF0000"/>
                </a:solidFill>
              </a:rPr>
              <a:t>nvío de información a Sistema de adhesión de campañas por MGM</a:t>
            </a:r>
            <a:endParaRPr lang="es-ES_tradnl" altLang="es-ES" sz="2400" dirty="0">
              <a:solidFill>
                <a:srgbClr val="FF0000"/>
              </a:solidFill>
            </a:endParaRPr>
          </a:p>
          <a:p>
            <a:endParaRPr lang="es-ES" sz="2400" dirty="0">
              <a:solidFill>
                <a:srgbClr val="FF0000"/>
              </a:solidFill>
            </a:endParaRPr>
          </a:p>
        </p:txBody>
      </p:sp>
      <p:graphicFrame>
        <p:nvGraphicFramePr>
          <p:cNvPr id="5" name="Group 6">
            <a:extLst>
              <a:ext uri="{FF2B5EF4-FFF2-40B4-BE49-F238E27FC236}">
                <a16:creationId xmlns:a16="http://schemas.microsoft.com/office/drawing/2014/main" id="{11F2916E-E302-4CCE-8E20-2FC50649118A}"/>
              </a:ext>
            </a:extLst>
          </p:cNvPr>
          <p:cNvGraphicFramePr>
            <a:graphicFrameLocks/>
          </p:cNvGraphicFramePr>
          <p:nvPr>
            <p:extLst>
              <p:ext uri="{D42A27DB-BD31-4B8C-83A1-F6EECF244321}">
                <p14:modId xmlns:p14="http://schemas.microsoft.com/office/powerpoint/2010/main" val="134603957"/>
              </p:ext>
            </p:extLst>
          </p:nvPr>
        </p:nvGraphicFramePr>
        <p:xfrm>
          <a:off x="1173707" y="1318063"/>
          <a:ext cx="9976514" cy="1996611"/>
        </p:xfrm>
        <a:graphic>
          <a:graphicData uri="http://schemas.openxmlformats.org/drawingml/2006/table">
            <a:tbl>
              <a:tblPr/>
              <a:tblGrid>
                <a:gridCol w="1119117">
                  <a:extLst>
                    <a:ext uri="{9D8B030D-6E8A-4147-A177-3AD203B41FA5}">
                      <a16:colId xmlns:a16="http://schemas.microsoft.com/office/drawing/2014/main" val="20000"/>
                    </a:ext>
                  </a:extLst>
                </a:gridCol>
                <a:gridCol w="8857397">
                  <a:extLst>
                    <a:ext uri="{9D8B030D-6E8A-4147-A177-3AD203B41FA5}">
                      <a16:colId xmlns:a16="http://schemas.microsoft.com/office/drawing/2014/main" val="20001"/>
                    </a:ext>
                  </a:extLst>
                </a:gridCol>
              </a:tblGrid>
              <a:tr h="453517">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200" b="1" i="0" u="none" strike="noStrike" cap="none" normalizeH="0" baseline="0" dirty="0">
                          <a:ln>
                            <a:noFill/>
                          </a:ln>
                          <a:solidFill>
                            <a:schemeClr val="bg1"/>
                          </a:solidFill>
                          <a:effectLst/>
                          <a:latin typeface="Arial" charset="0"/>
                        </a:rPr>
                        <a:t>Paso</a:t>
                      </a:r>
                    </a:p>
                  </a:txBody>
                  <a:tcPr marL="90007" marR="90007" marT="46789" marB="4678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lang="es-ES" sz="1200" kern="1200" dirty="0">
                          <a:solidFill>
                            <a:schemeClr val="bg1">
                              <a:lumMod val="50000"/>
                            </a:schemeClr>
                          </a:solidFill>
                          <a:latin typeface="Arial" charset="0"/>
                          <a:ea typeface="+mn-ea"/>
                          <a:cs typeface="Arial" charset="0"/>
                        </a:rPr>
                        <a:t>Descripción </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0"/>
                  </a:ext>
                </a:extLst>
              </a:tr>
              <a:tr h="749090">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endParaRPr lang="es-ES" sz="1600" kern="1200" dirty="0">
                        <a:solidFill>
                          <a:schemeClr val="bg1">
                            <a:lumMod val="50000"/>
                          </a:schemeClr>
                        </a:solidFill>
                        <a:latin typeface="Arial" charset="0"/>
                        <a:ea typeface="+mn-ea"/>
                        <a:cs typeface="Arial" charset="0"/>
                      </a:endParaRPr>
                    </a:p>
                  </a:txBody>
                  <a:tcPr marL="95255" marR="95255" marT="50646" marB="506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_tradnl" altLang="es-ES" sz="1200" kern="1200" dirty="0">
                          <a:solidFill>
                            <a:schemeClr val="bg1">
                              <a:lumMod val="50000"/>
                            </a:schemeClr>
                          </a:solidFill>
                          <a:latin typeface="Arial" charset="0"/>
                          <a:ea typeface="+mn-ea"/>
                          <a:cs typeface="Arial" charset="0"/>
                        </a:rPr>
                        <a:t>En un máquina de procesos Batch en sistemas medios estará alojado el proceso que </a:t>
                      </a:r>
                      <a:r>
                        <a:rPr lang="es-ES" altLang="es-ES" sz="1200" kern="1200" dirty="0">
                          <a:solidFill>
                            <a:schemeClr val="bg1">
                              <a:lumMod val="50000"/>
                            </a:schemeClr>
                          </a:solidFill>
                          <a:latin typeface="Arial" charset="0"/>
                          <a:ea typeface="+mn-ea"/>
                          <a:cs typeface="Arial" charset="0"/>
                        </a:rPr>
                        <a:t>g</a:t>
                      </a:r>
                      <a:r>
                        <a:rPr lang="es-ES" sz="1200" kern="1200" dirty="0">
                          <a:solidFill>
                            <a:schemeClr val="bg1">
                              <a:lumMod val="50000"/>
                            </a:schemeClr>
                          </a:solidFill>
                          <a:latin typeface="Arial" charset="0"/>
                          <a:ea typeface="+mn-ea"/>
                          <a:cs typeface="Arial" charset="0"/>
                        </a:rPr>
                        <a:t>enera un archivo con la información de los clientes que han utilizado un código de promoción valido para el proyecto MGM  y cuya cuenta se ha activado en las últimas 24h.</a:t>
                      </a:r>
                    </a:p>
                    <a:p>
                      <a:pPr>
                        <a:defRPr/>
                      </a:pPr>
                      <a:endParaRPr lang="es-ES_tradnl" altLang="es-ES" sz="1200" kern="1200" dirty="0">
                        <a:solidFill>
                          <a:schemeClr val="bg1">
                            <a:lumMod val="50000"/>
                          </a:schemeClr>
                        </a:solidFill>
                        <a:latin typeface="Arial" charset="0"/>
                        <a:ea typeface="+mn-ea"/>
                        <a:cs typeface="Arial" charset="0"/>
                      </a:endParaRPr>
                    </a:p>
                  </a:txBody>
                  <a:tcPr marL="95255" marR="95255" marT="50646" marB="506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10282">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endParaRPr lang="es-ES" sz="1600" kern="1200" dirty="0">
                        <a:solidFill>
                          <a:schemeClr val="bg1">
                            <a:lumMod val="50000"/>
                          </a:schemeClr>
                        </a:solidFill>
                        <a:latin typeface="Arial" charset="0"/>
                        <a:ea typeface="+mn-ea"/>
                        <a:cs typeface="Arial" charset="0"/>
                      </a:endParaRPr>
                    </a:p>
                  </a:txBody>
                  <a:tcPr marL="95255" marR="95255" marT="50646" marB="506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2400"/>
                        </a:lnSpc>
                        <a:spcBef>
                          <a:spcPct val="20000"/>
                        </a:spcBef>
                        <a:spcAft>
                          <a:spcPct val="0"/>
                        </a:spcAft>
                        <a:buClrTx/>
                        <a:buSzTx/>
                        <a:buFontTx/>
                        <a:buNone/>
                        <a:tabLst/>
                        <a:defRPr/>
                      </a:pPr>
                      <a:r>
                        <a:rPr lang="es-ES_tradnl" altLang="es-ES" sz="1200" kern="1200" dirty="0">
                          <a:solidFill>
                            <a:schemeClr val="bg1">
                              <a:lumMod val="50000"/>
                            </a:schemeClr>
                          </a:solidFill>
                          <a:latin typeface="Arial" charset="0"/>
                          <a:ea typeface="+mn-ea"/>
                          <a:cs typeface="Arial" charset="0"/>
                        </a:rPr>
                        <a:t>Desde Control M se deja el fichero en un file system existente de adhesión de campañas.</a:t>
                      </a:r>
                    </a:p>
                  </a:txBody>
                  <a:tcPr marL="95255" marR="95255" marT="50646" marB="506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20947646"/>
                  </a:ext>
                </a:extLst>
              </a:tr>
            </a:tbl>
          </a:graphicData>
        </a:graphic>
      </p:graphicFrame>
      <p:sp>
        <p:nvSpPr>
          <p:cNvPr id="7" name="Oval 18">
            <a:extLst>
              <a:ext uri="{FF2B5EF4-FFF2-40B4-BE49-F238E27FC236}">
                <a16:creationId xmlns:a16="http://schemas.microsoft.com/office/drawing/2014/main" id="{921EBAC9-B09B-4214-B61E-FA7BB41D1960}"/>
              </a:ext>
            </a:extLst>
          </p:cNvPr>
          <p:cNvSpPr>
            <a:spLocks noChangeArrowheads="1"/>
          </p:cNvSpPr>
          <p:nvPr/>
        </p:nvSpPr>
        <p:spPr bwMode="auto">
          <a:xfrm>
            <a:off x="1598024" y="1935312"/>
            <a:ext cx="252000" cy="2520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11430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lgn="ctr">
              <a:buNone/>
            </a:pPr>
            <a:r>
              <a:rPr lang="es-ES" altLang="es-ES" sz="1200" dirty="0">
                <a:solidFill>
                  <a:schemeClr val="lt1"/>
                </a:solidFill>
              </a:rPr>
              <a:t>1</a:t>
            </a:r>
          </a:p>
        </p:txBody>
      </p:sp>
      <p:sp>
        <p:nvSpPr>
          <p:cNvPr id="9" name="Elipse 8">
            <a:extLst>
              <a:ext uri="{FF2B5EF4-FFF2-40B4-BE49-F238E27FC236}">
                <a16:creationId xmlns:a16="http://schemas.microsoft.com/office/drawing/2014/main" id="{98BD64C7-0D94-4570-933C-8921B284064A}"/>
              </a:ext>
            </a:extLst>
          </p:cNvPr>
          <p:cNvSpPr/>
          <p:nvPr/>
        </p:nvSpPr>
        <p:spPr>
          <a:xfrm>
            <a:off x="1598024" y="2804561"/>
            <a:ext cx="252000" cy="260442"/>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s-ES_tradnl" sz="1200" b="1" dirty="0"/>
              <a:t>2</a:t>
            </a:r>
          </a:p>
        </p:txBody>
      </p:sp>
    </p:spTree>
    <p:extLst>
      <p:ext uri="{BB962C8B-B14F-4D97-AF65-F5344CB8AC3E}">
        <p14:creationId xmlns:p14="http://schemas.microsoft.com/office/powerpoint/2010/main" val="3942070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6">
            <a:extLst>
              <a:ext uri="{FF2B5EF4-FFF2-40B4-BE49-F238E27FC236}">
                <a16:creationId xmlns:a16="http://schemas.microsoft.com/office/drawing/2014/main" id="{A9D60774-6482-4FC9-B13E-DB4517CCA5D5}"/>
              </a:ext>
            </a:extLst>
          </p:cNvPr>
          <p:cNvGraphicFramePr>
            <a:graphicFrameLocks/>
          </p:cNvGraphicFramePr>
          <p:nvPr>
            <p:extLst>
              <p:ext uri="{D42A27DB-BD31-4B8C-83A1-F6EECF244321}">
                <p14:modId xmlns:p14="http://schemas.microsoft.com/office/powerpoint/2010/main" val="1559988025"/>
              </p:ext>
            </p:extLst>
          </p:nvPr>
        </p:nvGraphicFramePr>
        <p:xfrm>
          <a:off x="827648" y="585866"/>
          <a:ext cx="10536702" cy="5643204"/>
        </p:xfrm>
        <a:graphic>
          <a:graphicData uri="http://schemas.openxmlformats.org/drawingml/2006/table">
            <a:tbl>
              <a:tblPr/>
              <a:tblGrid>
                <a:gridCol w="2563251">
                  <a:extLst>
                    <a:ext uri="{9D8B030D-6E8A-4147-A177-3AD203B41FA5}">
                      <a16:colId xmlns:a16="http://schemas.microsoft.com/office/drawing/2014/main" val="20000"/>
                    </a:ext>
                  </a:extLst>
                </a:gridCol>
                <a:gridCol w="4013200">
                  <a:extLst>
                    <a:ext uri="{9D8B030D-6E8A-4147-A177-3AD203B41FA5}">
                      <a16:colId xmlns:a16="http://schemas.microsoft.com/office/drawing/2014/main" val="20001"/>
                    </a:ext>
                  </a:extLst>
                </a:gridCol>
                <a:gridCol w="1333500">
                  <a:extLst>
                    <a:ext uri="{9D8B030D-6E8A-4147-A177-3AD203B41FA5}">
                      <a16:colId xmlns:a16="http://schemas.microsoft.com/office/drawing/2014/main" val="20002"/>
                    </a:ext>
                  </a:extLst>
                </a:gridCol>
                <a:gridCol w="1577474">
                  <a:extLst>
                    <a:ext uri="{9D8B030D-6E8A-4147-A177-3AD203B41FA5}">
                      <a16:colId xmlns:a16="http://schemas.microsoft.com/office/drawing/2014/main" val="20003"/>
                    </a:ext>
                  </a:extLst>
                </a:gridCol>
                <a:gridCol w="1049277">
                  <a:extLst>
                    <a:ext uri="{9D8B030D-6E8A-4147-A177-3AD203B41FA5}">
                      <a16:colId xmlns:a16="http://schemas.microsoft.com/office/drawing/2014/main" val="20004"/>
                    </a:ext>
                  </a:extLst>
                </a:gridCol>
              </a:tblGrid>
              <a:tr h="413316">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0"/>
                        </a:spcBef>
                        <a:spcAft>
                          <a:spcPct val="0"/>
                        </a:spcAft>
                        <a:buClr>
                          <a:schemeClr val="bg1"/>
                        </a:buClr>
                        <a:buSzPct val="25000"/>
                        <a:buFont typeface="Times" pitchFamily="18" charset="0"/>
                        <a:buNone/>
                        <a:tabLst/>
                      </a:pPr>
                      <a:r>
                        <a:rPr kumimoji="0" lang="es-ES" sz="1000" b="1" i="0" u="none" strike="noStrike" cap="none" normalizeH="0" baseline="0" dirty="0">
                          <a:ln>
                            <a:noFill/>
                          </a:ln>
                          <a:solidFill>
                            <a:schemeClr val="bg1"/>
                          </a:solidFill>
                          <a:effectLst/>
                          <a:latin typeface="+mj-lt"/>
                        </a:rPr>
                        <a:t>Componentes</a:t>
                      </a:r>
                    </a:p>
                  </a:txBody>
                  <a:tcPr marL="90003" marR="90003" marT="46783" marB="46783" anchor="ct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0000"/>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0"/>
                        </a:spcBef>
                        <a:spcAft>
                          <a:spcPct val="0"/>
                        </a:spcAft>
                        <a:buClr>
                          <a:schemeClr val="bg1"/>
                        </a:buClr>
                        <a:buSzPct val="25000"/>
                        <a:buFont typeface="Times" pitchFamily="18" charset="0"/>
                        <a:buNone/>
                        <a:tabLst/>
                      </a:pPr>
                      <a:r>
                        <a:rPr kumimoji="0" lang="es-ES" sz="1000" b="1" i="0" u="none" strike="noStrike" cap="none" normalizeH="0" baseline="0" dirty="0">
                          <a:ln>
                            <a:noFill/>
                          </a:ln>
                          <a:solidFill>
                            <a:schemeClr val="bg1"/>
                          </a:solidFill>
                          <a:effectLst/>
                          <a:latin typeface="+mj-lt"/>
                        </a:rPr>
                        <a:t>Descripción</a:t>
                      </a:r>
                    </a:p>
                  </a:txBody>
                  <a:tcPr marL="90003" marR="90003" marT="46783" marB="46783"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0000"/>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0"/>
                        </a:spcBef>
                        <a:spcAft>
                          <a:spcPct val="0"/>
                        </a:spcAft>
                        <a:buClr>
                          <a:schemeClr val="bg1"/>
                        </a:buClr>
                        <a:buSzPct val="25000"/>
                        <a:buFont typeface="Times" pitchFamily="18" charset="0"/>
                        <a:buNone/>
                        <a:tabLst/>
                      </a:pPr>
                      <a:r>
                        <a:rPr kumimoji="0" lang="es-ES" sz="1000" b="1" i="0" u="none" strike="noStrike" cap="none" normalizeH="0" baseline="0" dirty="0">
                          <a:ln>
                            <a:noFill/>
                          </a:ln>
                          <a:solidFill>
                            <a:schemeClr val="bg1"/>
                          </a:solidFill>
                          <a:effectLst/>
                          <a:latin typeface="+mj-lt"/>
                        </a:rPr>
                        <a:t>Aplicabilidad</a:t>
                      </a:r>
                    </a:p>
                  </a:txBody>
                  <a:tcPr marL="90003" marR="90003" marT="46783" marB="46783"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0000"/>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0"/>
                        </a:spcBef>
                        <a:spcAft>
                          <a:spcPct val="0"/>
                        </a:spcAft>
                        <a:buClr>
                          <a:schemeClr val="bg1"/>
                        </a:buClr>
                        <a:buSzPct val="25000"/>
                        <a:buFont typeface="Times" pitchFamily="18" charset="0"/>
                        <a:buNone/>
                        <a:tabLst/>
                      </a:pPr>
                      <a:r>
                        <a:rPr kumimoji="0" lang="es-ES" sz="1000" b="1" i="0" u="none" strike="noStrike" cap="none" normalizeH="0" baseline="0" dirty="0">
                          <a:ln>
                            <a:noFill/>
                          </a:ln>
                          <a:solidFill>
                            <a:schemeClr val="bg1"/>
                          </a:solidFill>
                          <a:effectLst/>
                          <a:latin typeface="+mj-lt"/>
                        </a:rPr>
                        <a:t>Tecnología</a:t>
                      </a:r>
                    </a:p>
                  </a:txBody>
                  <a:tcPr marL="90003" marR="90003" marT="46783" marB="46783"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0000"/>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0" fontAlgn="base" latinLnBrk="0" hangingPunct="0">
                        <a:lnSpc>
                          <a:spcPct val="100000"/>
                        </a:lnSpc>
                        <a:spcBef>
                          <a:spcPct val="0"/>
                        </a:spcBef>
                        <a:spcAft>
                          <a:spcPct val="0"/>
                        </a:spcAft>
                        <a:buClr>
                          <a:schemeClr val="bg1"/>
                        </a:buClr>
                        <a:buSzPct val="25000"/>
                        <a:buFont typeface="Times" pitchFamily="18" charset="0"/>
                        <a:buNone/>
                        <a:tabLst/>
                      </a:pPr>
                      <a:r>
                        <a:rPr kumimoji="0" lang="es-ES" sz="1000" b="1" i="0" u="none" strike="noStrike" cap="none" normalizeH="0" baseline="0" dirty="0">
                          <a:ln>
                            <a:noFill/>
                          </a:ln>
                          <a:solidFill>
                            <a:schemeClr val="bg1"/>
                          </a:solidFill>
                          <a:effectLst/>
                          <a:latin typeface="+mj-lt"/>
                        </a:rPr>
                        <a:t>Tipo de</a:t>
                      </a:r>
                    </a:p>
                    <a:p>
                      <a:pPr marL="0" marR="0" lvl="0" indent="0" algn="ctr" defTabSz="914400" rtl="0" eaLnBrk="0" fontAlgn="base" latinLnBrk="0" hangingPunct="0">
                        <a:lnSpc>
                          <a:spcPct val="100000"/>
                        </a:lnSpc>
                        <a:spcBef>
                          <a:spcPct val="0"/>
                        </a:spcBef>
                        <a:spcAft>
                          <a:spcPct val="0"/>
                        </a:spcAft>
                        <a:buClr>
                          <a:schemeClr val="bg1"/>
                        </a:buClr>
                        <a:buSzPct val="25000"/>
                        <a:buFont typeface="Times" pitchFamily="18" charset="0"/>
                        <a:buNone/>
                        <a:tabLst/>
                      </a:pPr>
                      <a:r>
                        <a:rPr kumimoji="0" lang="es-ES" sz="1000" b="1" i="0" u="none" strike="noStrike" cap="none" normalizeH="0" baseline="0" dirty="0">
                          <a:ln>
                            <a:noFill/>
                          </a:ln>
                          <a:solidFill>
                            <a:schemeClr val="bg1"/>
                          </a:solidFill>
                          <a:effectLst/>
                          <a:latin typeface="+mj-lt"/>
                        </a:rPr>
                        <a:t>Integración</a:t>
                      </a:r>
                    </a:p>
                  </a:txBody>
                  <a:tcPr marL="90003" marR="90003" marT="46783" marB="46783"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1"/>
                  </a:ext>
                </a:extLst>
              </a:tr>
              <a:tr h="263185">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t" latinLnBrk="0" hangingPunct="1">
                        <a:lnSpc>
                          <a:spcPct val="100000"/>
                        </a:lnSpc>
                        <a:spcBef>
                          <a:spcPct val="20000"/>
                        </a:spcBef>
                        <a:spcAft>
                          <a:spcPct val="0"/>
                        </a:spcAft>
                        <a:buClrTx/>
                        <a:buSzTx/>
                        <a:buFontTx/>
                        <a:buNone/>
                        <a:tabLst/>
                        <a:defRPr/>
                      </a:pPr>
                      <a:r>
                        <a:rPr lang="es-ES" sz="1000" kern="1200" dirty="0">
                          <a:solidFill>
                            <a:schemeClr val="tx1">
                              <a:lumMod val="75000"/>
                              <a:lumOff val="25000"/>
                            </a:schemeClr>
                          </a:solidFill>
                          <a:latin typeface="Arial" charset="0"/>
                          <a:ea typeface="+mn-ea"/>
                          <a:cs typeface="Arial" charset="0"/>
                          <a:sym typeface="Wingdings" pitchFamily="2" charset="2"/>
                        </a:rPr>
                        <a:t>STS</a:t>
                      </a:r>
                    </a:p>
                  </a:txBody>
                  <a:tcPr marL="95261" marR="95261" marT="50633" marB="50633" anchor="ct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t" latinLnBrk="0" hangingPunct="1">
                        <a:lnSpc>
                          <a:spcPct val="100000"/>
                        </a:lnSpc>
                        <a:spcBef>
                          <a:spcPct val="20000"/>
                        </a:spcBef>
                        <a:spcAft>
                          <a:spcPct val="0"/>
                        </a:spcAft>
                        <a:buClrTx/>
                        <a:buSzTx/>
                        <a:buFontTx/>
                        <a:buNone/>
                        <a:tabLst/>
                        <a:defRPr/>
                      </a:pPr>
                      <a:r>
                        <a:rPr lang="es-ES" sz="1000" kern="1200" dirty="0">
                          <a:solidFill>
                            <a:schemeClr val="tx1">
                              <a:lumMod val="75000"/>
                              <a:lumOff val="25000"/>
                            </a:schemeClr>
                          </a:solidFill>
                          <a:latin typeface="Arial" charset="0"/>
                          <a:ea typeface="+mn-ea"/>
                          <a:cs typeface="Arial" charset="0"/>
                        </a:rPr>
                        <a:t>Convierte Token JWT a Token Corporativo.</a:t>
                      </a:r>
                    </a:p>
                  </a:txBody>
                  <a:tcPr marL="95261" marR="95261" marT="50633" marB="50633"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s-ES" sz="1000" kern="1200" noProof="0" dirty="0">
                          <a:solidFill>
                            <a:schemeClr val="tx1">
                              <a:lumMod val="75000"/>
                              <a:lumOff val="25000"/>
                            </a:schemeClr>
                          </a:solidFill>
                          <a:latin typeface="Arial" charset="0"/>
                          <a:ea typeface="+mn-ea"/>
                          <a:cs typeface="Arial" charset="0"/>
                        </a:rPr>
                        <a:t>Existente </a:t>
                      </a:r>
                    </a:p>
                  </a:txBody>
                  <a:tcPr marL="90013" marR="90013" marT="46777" marB="46777"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US" sz="1000" kern="1200" dirty="0">
                          <a:solidFill>
                            <a:schemeClr val="tx1">
                              <a:lumMod val="75000"/>
                              <a:lumOff val="25000"/>
                            </a:schemeClr>
                          </a:solidFill>
                          <a:latin typeface="Arial" charset="0"/>
                          <a:ea typeface="+mn-ea"/>
                          <a:cs typeface="Arial" charset="0"/>
                        </a:rPr>
                        <a:t>Arquitectura Darwin</a:t>
                      </a:r>
                      <a:endParaRPr lang="en-GB" sz="1000" kern="1200" dirty="0">
                        <a:solidFill>
                          <a:schemeClr val="tx1">
                            <a:lumMod val="75000"/>
                            <a:lumOff val="25000"/>
                          </a:schemeClr>
                        </a:solidFill>
                        <a:latin typeface="Arial" charset="0"/>
                        <a:ea typeface="+mn-ea"/>
                        <a:cs typeface="Arial" charset="0"/>
                      </a:endParaRPr>
                    </a:p>
                  </a:txBody>
                  <a:tcPr marL="90003" marR="90003" marT="46755" marB="46755"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US" sz="1000" kern="1200" dirty="0">
                          <a:solidFill>
                            <a:schemeClr val="tx1">
                              <a:lumMod val="75000"/>
                              <a:lumOff val="25000"/>
                            </a:schemeClr>
                          </a:solidFill>
                          <a:latin typeface="Arial" charset="0"/>
                          <a:ea typeface="+mn-ea"/>
                          <a:cs typeface="Arial" charset="0"/>
                        </a:rPr>
                        <a:t>REST/https</a:t>
                      </a:r>
                    </a:p>
                  </a:txBody>
                  <a:tcPr marL="90003" marR="90003" marT="46755" marB="46755"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45658284"/>
                  </a:ext>
                </a:extLst>
              </a:tr>
              <a:tr h="263185">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t" latinLnBrk="0" hangingPunct="1">
                        <a:lnSpc>
                          <a:spcPct val="100000"/>
                        </a:lnSpc>
                        <a:spcBef>
                          <a:spcPct val="20000"/>
                        </a:spcBef>
                        <a:spcAft>
                          <a:spcPct val="0"/>
                        </a:spcAft>
                        <a:buClrTx/>
                        <a:buSzTx/>
                        <a:buFontTx/>
                        <a:buNone/>
                        <a:tabLst/>
                        <a:defRPr/>
                      </a:pPr>
                      <a:r>
                        <a:rPr lang="es-ES" sz="1000" kern="1200" dirty="0">
                          <a:solidFill>
                            <a:schemeClr val="tx1">
                              <a:lumMod val="75000"/>
                              <a:lumOff val="25000"/>
                            </a:schemeClr>
                          </a:solidFill>
                          <a:latin typeface="Arial" charset="0"/>
                          <a:ea typeface="+mn-ea"/>
                          <a:cs typeface="Arial" charset="0"/>
                          <a:sym typeface="Wingdings" pitchFamily="2" charset="2"/>
                        </a:rPr>
                        <a:t>PKM</a:t>
                      </a:r>
                    </a:p>
                  </a:txBody>
                  <a:tcPr marL="95261" marR="95261" marT="50633" marB="50633" anchor="ct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t" latinLnBrk="0" hangingPunct="1">
                        <a:lnSpc>
                          <a:spcPct val="100000"/>
                        </a:lnSpc>
                        <a:spcBef>
                          <a:spcPct val="20000"/>
                        </a:spcBef>
                        <a:spcAft>
                          <a:spcPct val="0"/>
                        </a:spcAft>
                        <a:buClrTx/>
                        <a:buSzTx/>
                        <a:buFontTx/>
                        <a:buNone/>
                        <a:tabLst/>
                        <a:defRPr/>
                      </a:pPr>
                      <a:r>
                        <a:rPr lang="es-ES" sz="1000" kern="1200" dirty="0">
                          <a:solidFill>
                            <a:schemeClr val="tx1">
                              <a:lumMod val="75000"/>
                              <a:lumOff val="25000"/>
                            </a:schemeClr>
                          </a:solidFill>
                          <a:latin typeface="Arial" charset="0"/>
                          <a:ea typeface="+mn-ea"/>
                          <a:cs typeface="Arial" charset="0"/>
                        </a:rPr>
                        <a:t>Recupera las claves públicas a través del servicio de seguridad</a:t>
                      </a:r>
                    </a:p>
                  </a:txBody>
                  <a:tcPr marL="95261" marR="95261" marT="50633" marB="50633"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s-ES" sz="1000" kern="1200" noProof="0" dirty="0">
                          <a:solidFill>
                            <a:schemeClr val="tx1">
                              <a:lumMod val="75000"/>
                              <a:lumOff val="25000"/>
                            </a:schemeClr>
                          </a:solidFill>
                          <a:latin typeface="Arial" charset="0"/>
                          <a:ea typeface="+mn-ea"/>
                          <a:cs typeface="Arial" charset="0"/>
                        </a:rPr>
                        <a:t>Existente </a:t>
                      </a:r>
                    </a:p>
                  </a:txBody>
                  <a:tcPr marL="90013" marR="90013" marT="46777" marB="46777"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US" sz="1000" kern="1200" dirty="0">
                          <a:solidFill>
                            <a:schemeClr val="tx1">
                              <a:lumMod val="75000"/>
                              <a:lumOff val="25000"/>
                            </a:schemeClr>
                          </a:solidFill>
                          <a:latin typeface="Arial" charset="0"/>
                          <a:ea typeface="+mn-ea"/>
                          <a:cs typeface="Arial" charset="0"/>
                        </a:rPr>
                        <a:t>Arquitectura Darwin</a:t>
                      </a:r>
                      <a:endParaRPr lang="en-GB" sz="1000" kern="1200" dirty="0">
                        <a:solidFill>
                          <a:schemeClr val="tx1">
                            <a:lumMod val="75000"/>
                            <a:lumOff val="25000"/>
                          </a:schemeClr>
                        </a:solidFill>
                        <a:latin typeface="Arial" charset="0"/>
                        <a:ea typeface="+mn-ea"/>
                        <a:cs typeface="Arial" charset="0"/>
                      </a:endParaRPr>
                    </a:p>
                  </a:txBody>
                  <a:tcPr marL="90003" marR="90003" marT="46755" marB="46755"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US" sz="1000" kern="1200" dirty="0">
                          <a:solidFill>
                            <a:schemeClr val="tx1">
                              <a:lumMod val="75000"/>
                              <a:lumOff val="25000"/>
                            </a:schemeClr>
                          </a:solidFill>
                          <a:latin typeface="Arial" charset="0"/>
                          <a:ea typeface="+mn-ea"/>
                          <a:cs typeface="Arial" charset="0"/>
                        </a:rPr>
                        <a:t>REST/https</a:t>
                      </a:r>
                    </a:p>
                  </a:txBody>
                  <a:tcPr marL="90003" marR="90003" marT="46755" marB="46755"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52923685"/>
                  </a:ext>
                </a:extLst>
              </a:tr>
              <a:tr h="579424">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t" latinLnBrk="0" hangingPunct="1">
                        <a:lnSpc>
                          <a:spcPct val="100000"/>
                        </a:lnSpc>
                        <a:spcBef>
                          <a:spcPct val="20000"/>
                        </a:spcBef>
                        <a:spcAft>
                          <a:spcPct val="0"/>
                        </a:spcAft>
                        <a:buClrTx/>
                        <a:buSzTx/>
                        <a:buFontTx/>
                        <a:buNone/>
                        <a:tabLst/>
                        <a:defRPr/>
                      </a:pPr>
                      <a:r>
                        <a:rPr lang="es-ES" sz="1000" kern="1200" dirty="0">
                          <a:solidFill>
                            <a:schemeClr val="tx1">
                              <a:lumMod val="75000"/>
                              <a:lumOff val="25000"/>
                            </a:schemeClr>
                          </a:solidFill>
                          <a:latin typeface="Arial" charset="0"/>
                          <a:ea typeface="+mn-ea"/>
                          <a:cs typeface="Arial" charset="0"/>
                          <a:sym typeface="Wingdings" pitchFamily="2" charset="2"/>
                        </a:rPr>
                        <a:t>SCC</a:t>
                      </a:r>
                    </a:p>
                  </a:txBody>
                  <a:tcPr marL="95261" marR="95261" marT="50633" marB="50633" anchor="ct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t" latinLnBrk="0" hangingPunct="1">
                        <a:lnSpc>
                          <a:spcPct val="100000"/>
                        </a:lnSpc>
                        <a:spcBef>
                          <a:spcPct val="20000"/>
                        </a:spcBef>
                        <a:spcAft>
                          <a:spcPct val="0"/>
                        </a:spcAft>
                        <a:buClrTx/>
                        <a:buSzTx/>
                        <a:buFontTx/>
                        <a:buNone/>
                        <a:tabLst/>
                        <a:defRPr/>
                      </a:pPr>
                      <a:r>
                        <a:rPr lang="es-ES" sz="1000" kern="1200" dirty="0">
                          <a:solidFill>
                            <a:schemeClr val="tx1">
                              <a:lumMod val="75000"/>
                              <a:lumOff val="25000"/>
                            </a:schemeClr>
                          </a:solidFill>
                          <a:latin typeface="Arial" charset="0"/>
                          <a:ea typeface="+mn-ea"/>
                          <a:cs typeface="Arial" charset="0"/>
                        </a:rPr>
                        <a:t>Transforma cookie sesión en un token corporativo. También se utiliza para la regeneración del mismo evitando así que caduque si existe actividad por parte del usuario.</a:t>
                      </a:r>
                    </a:p>
                  </a:txBody>
                  <a:tcPr marL="95261" marR="95261" marT="50633" marB="50633"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s-ES" sz="1000" kern="1200" noProof="0" dirty="0">
                          <a:solidFill>
                            <a:schemeClr val="tx1">
                              <a:lumMod val="75000"/>
                              <a:lumOff val="25000"/>
                            </a:schemeClr>
                          </a:solidFill>
                          <a:latin typeface="Arial" charset="0"/>
                          <a:ea typeface="+mn-ea"/>
                          <a:cs typeface="Arial" charset="0"/>
                        </a:rPr>
                        <a:t>Existente</a:t>
                      </a:r>
                    </a:p>
                  </a:txBody>
                  <a:tcPr marL="90013" marR="90013" marT="46777" marB="46777"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US" sz="1000" kern="1200" dirty="0">
                          <a:solidFill>
                            <a:schemeClr val="tx1">
                              <a:lumMod val="75000"/>
                              <a:lumOff val="25000"/>
                            </a:schemeClr>
                          </a:solidFill>
                          <a:latin typeface="Arial" charset="0"/>
                          <a:ea typeface="+mn-ea"/>
                          <a:cs typeface="Arial" charset="0"/>
                        </a:rPr>
                        <a:t>Arquitectura Darwin</a:t>
                      </a:r>
                      <a:endParaRPr lang="en-GB" sz="1000" kern="1200" dirty="0">
                        <a:solidFill>
                          <a:schemeClr val="tx1">
                            <a:lumMod val="75000"/>
                            <a:lumOff val="25000"/>
                          </a:schemeClr>
                        </a:solidFill>
                        <a:latin typeface="Arial" charset="0"/>
                        <a:ea typeface="+mn-ea"/>
                        <a:cs typeface="Arial" charset="0"/>
                      </a:endParaRPr>
                    </a:p>
                  </a:txBody>
                  <a:tcPr marL="90003" marR="90003" marT="46755" marB="46755"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US" sz="1000" kern="1200" dirty="0">
                          <a:solidFill>
                            <a:schemeClr val="tx1">
                              <a:lumMod val="75000"/>
                              <a:lumOff val="25000"/>
                            </a:schemeClr>
                          </a:solidFill>
                          <a:latin typeface="Arial" charset="0"/>
                          <a:ea typeface="+mn-ea"/>
                          <a:cs typeface="Arial" charset="0"/>
                        </a:rPr>
                        <a:t>REST/https</a:t>
                      </a:r>
                    </a:p>
                    <a:p>
                      <a:pPr marL="0" marR="0" lvl="0" indent="0" algn="ctr" defTabSz="914400" rtl="0" eaLnBrk="1" fontAlgn="t" latinLnBrk="0" hangingPunct="1">
                        <a:lnSpc>
                          <a:spcPct val="100000"/>
                        </a:lnSpc>
                        <a:spcBef>
                          <a:spcPct val="20000"/>
                        </a:spcBef>
                        <a:spcAft>
                          <a:spcPct val="0"/>
                        </a:spcAft>
                        <a:buClrTx/>
                        <a:buSzTx/>
                        <a:buFontTx/>
                        <a:buNone/>
                        <a:tabLst/>
                        <a:defRPr/>
                      </a:pPr>
                      <a:endParaRPr lang="en-US" sz="1000" kern="1200" dirty="0">
                        <a:solidFill>
                          <a:schemeClr val="tx1">
                            <a:lumMod val="75000"/>
                            <a:lumOff val="25000"/>
                          </a:schemeClr>
                        </a:solidFill>
                        <a:latin typeface="Arial" charset="0"/>
                        <a:ea typeface="+mn-ea"/>
                        <a:cs typeface="Arial" charset="0"/>
                      </a:endParaRPr>
                    </a:p>
                  </a:txBody>
                  <a:tcPr marL="90003" marR="90003" marT="46755" marB="46755"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97073478"/>
                  </a:ext>
                </a:extLst>
              </a:tr>
              <a:tr h="579424">
                <a:tc>
                  <a:txBody>
                    <a:bodyPr/>
                    <a:lstStyle/>
                    <a:p>
                      <a:pPr marL="0" marR="0" lvl="0" indent="0" algn="l" defTabSz="914400" rtl="0" eaLnBrk="1" fontAlgn="t" latinLnBrk="0" hangingPunct="1">
                        <a:lnSpc>
                          <a:spcPct val="100000"/>
                        </a:lnSpc>
                        <a:spcBef>
                          <a:spcPct val="20000"/>
                        </a:spcBef>
                        <a:spcAft>
                          <a:spcPct val="0"/>
                        </a:spcAft>
                        <a:buClrTx/>
                        <a:buSzTx/>
                        <a:buFontTx/>
                        <a:buNone/>
                        <a:tabLst/>
                        <a:defRPr/>
                      </a:pPr>
                      <a:r>
                        <a:rPr lang="es-ES" sz="1000" kern="1200" dirty="0">
                          <a:solidFill>
                            <a:schemeClr val="tx1">
                              <a:lumMod val="75000"/>
                              <a:lumOff val="25000"/>
                            </a:schemeClr>
                          </a:solidFill>
                          <a:latin typeface="Arial" charset="0"/>
                          <a:ea typeface="+mn-ea"/>
                          <a:cs typeface="Arial" charset="0"/>
                          <a:sym typeface="Wingdings" pitchFamily="2" charset="2"/>
                        </a:rPr>
                        <a:t>DataGrid</a:t>
                      </a:r>
                    </a:p>
                  </a:txBody>
                  <a:tcPr marL="95261" marR="95261" marT="50633" marB="50633" anchor="ct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20000"/>
                        </a:spcBef>
                        <a:spcAft>
                          <a:spcPct val="0"/>
                        </a:spcAft>
                        <a:buClrTx/>
                        <a:buSzTx/>
                        <a:buFontTx/>
                        <a:buNone/>
                        <a:tabLst/>
                        <a:defRPr/>
                      </a:pPr>
                      <a:r>
                        <a:rPr lang="es-ES" sz="1000" kern="1200" dirty="0">
                          <a:solidFill>
                            <a:schemeClr val="tx1">
                              <a:lumMod val="75000"/>
                              <a:lumOff val="25000"/>
                            </a:schemeClr>
                          </a:solidFill>
                          <a:latin typeface="Arial" charset="0"/>
                          <a:ea typeface="+mn-ea"/>
                          <a:cs typeface="Arial" charset="0"/>
                        </a:rPr>
                        <a:t>Sistema de cacheo para </a:t>
                      </a:r>
                      <a:r>
                        <a:rPr lang="es-ES" sz="1000" kern="1200" dirty="0" err="1">
                          <a:solidFill>
                            <a:schemeClr val="tx1">
                              <a:lumMod val="75000"/>
                              <a:lumOff val="25000"/>
                            </a:schemeClr>
                          </a:solidFill>
                          <a:latin typeface="Arial" charset="0"/>
                          <a:ea typeface="+mn-ea"/>
                          <a:cs typeface="Arial" charset="0"/>
                        </a:rPr>
                        <a:t>persistr</a:t>
                      </a:r>
                      <a:r>
                        <a:rPr lang="es-ES" sz="1000" kern="1200" dirty="0">
                          <a:solidFill>
                            <a:schemeClr val="tx1">
                              <a:lumMod val="75000"/>
                              <a:lumOff val="25000"/>
                            </a:schemeClr>
                          </a:solidFill>
                          <a:latin typeface="Arial" charset="0"/>
                          <a:ea typeface="+mn-ea"/>
                          <a:cs typeface="Arial" charset="0"/>
                        </a:rPr>
                        <a:t> información</a:t>
                      </a:r>
                    </a:p>
                  </a:txBody>
                  <a:tcPr marL="95261" marR="95261" marT="50633" marB="50633"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s-ES" sz="1000" kern="1200" noProof="0" dirty="0">
                          <a:solidFill>
                            <a:schemeClr val="tx1">
                              <a:lumMod val="75000"/>
                              <a:lumOff val="25000"/>
                            </a:schemeClr>
                          </a:solidFill>
                          <a:latin typeface="Arial" charset="0"/>
                          <a:ea typeface="+mn-ea"/>
                          <a:cs typeface="Arial" charset="0"/>
                        </a:rPr>
                        <a:t>Existente</a:t>
                      </a:r>
                    </a:p>
                  </a:txBody>
                  <a:tcPr marL="90013" marR="90013" marT="46777" marB="46777"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US" sz="1000" kern="1200" dirty="0">
                          <a:solidFill>
                            <a:schemeClr val="tx1">
                              <a:lumMod val="75000"/>
                              <a:lumOff val="25000"/>
                            </a:schemeClr>
                          </a:solidFill>
                          <a:latin typeface="Arial" charset="0"/>
                          <a:ea typeface="+mn-ea"/>
                          <a:cs typeface="Arial" charset="0"/>
                        </a:rPr>
                        <a:t>Arquitectura Darwin</a:t>
                      </a:r>
                      <a:endParaRPr lang="en-GB" sz="1000" kern="1200" dirty="0">
                        <a:solidFill>
                          <a:schemeClr val="tx1">
                            <a:lumMod val="75000"/>
                            <a:lumOff val="25000"/>
                          </a:schemeClr>
                        </a:solidFill>
                        <a:latin typeface="Arial" charset="0"/>
                        <a:ea typeface="+mn-ea"/>
                        <a:cs typeface="Arial" charset="0"/>
                      </a:endParaRPr>
                    </a:p>
                  </a:txBody>
                  <a:tcPr marL="90003" marR="90003" marT="46755" marB="46755"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US" sz="1000" kern="1200" dirty="0">
                          <a:solidFill>
                            <a:schemeClr val="tx1">
                              <a:lumMod val="75000"/>
                              <a:lumOff val="25000"/>
                            </a:schemeClr>
                          </a:solidFill>
                          <a:latin typeface="Arial" charset="0"/>
                          <a:ea typeface="+mn-ea"/>
                          <a:cs typeface="Arial" charset="0"/>
                        </a:rPr>
                        <a:t>REST/https</a:t>
                      </a:r>
                    </a:p>
                  </a:txBody>
                  <a:tcPr marL="90003" marR="90003" marT="46755" marB="46755"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10649087"/>
                  </a:ext>
                </a:extLst>
              </a:tr>
              <a:tr h="263185">
                <a:tc>
                  <a:txBody>
                    <a:bodyPr/>
                    <a:lstStyle/>
                    <a:p>
                      <a:pPr marL="0" marR="0" lvl="0" indent="0" algn="l" defTabSz="914400" rtl="0" eaLnBrk="1" fontAlgn="t" latinLnBrk="0" hangingPunct="1">
                        <a:lnSpc>
                          <a:spcPct val="100000"/>
                        </a:lnSpc>
                        <a:spcBef>
                          <a:spcPct val="20000"/>
                        </a:spcBef>
                        <a:spcAft>
                          <a:spcPct val="0"/>
                        </a:spcAft>
                        <a:buClrTx/>
                        <a:buSzTx/>
                        <a:buFontTx/>
                        <a:buNone/>
                        <a:tabLst/>
                        <a:defRPr/>
                      </a:pPr>
                      <a:r>
                        <a:rPr lang="es-ES" sz="1000" kern="1200" dirty="0">
                          <a:solidFill>
                            <a:schemeClr val="tx1">
                              <a:lumMod val="75000"/>
                              <a:lumOff val="25000"/>
                            </a:schemeClr>
                          </a:solidFill>
                          <a:latin typeface="Arial" charset="0"/>
                          <a:ea typeface="+mn-ea"/>
                          <a:cs typeface="Arial" charset="0"/>
                          <a:sym typeface="Wingdings" pitchFamily="2" charset="2"/>
                        </a:rPr>
                        <a:t>Seguridad Operativa</a:t>
                      </a:r>
                    </a:p>
                  </a:txBody>
                  <a:tcPr marL="95261" marR="95261" marT="50633" marB="50633" anchor="ct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20000"/>
                        </a:spcBef>
                        <a:spcAft>
                          <a:spcPct val="0"/>
                        </a:spcAft>
                        <a:buClrTx/>
                        <a:buSzTx/>
                        <a:buFontTx/>
                        <a:buNone/>
                        <a:tabLst/>
                        <a:defRPr/>
                      </a:pPr>
                      <a:r>
                        <a:rPr lang="es-ES" sz="1000" kern="1200" dirty="0">
                          <a:solidFill>
                            <a:schemeClr val="tx1">
                              <a:lumMod val="75000"/>
                              <a:lumOff val="25000"/>
                            </a:schemeClr>
                          </a:solidFill>
                          <a:latin typeface="Arial" charset="0"/>
                          <a:ea typeface="+mn-ea"/>
                          <a:cs typeface="Arial" charset="0"/>
                        </a:rPr>
                        <a:t>Valida la Seguridad propia de las aplicaciones y de los procesos, que se resuelve dependiendo de variados parámetros, como puedan ser datos de las operaciones, canal de ejecución, tipología de usuario que está ejecutando, etc.</a:t>
                      </a:r>
                      <a:endParaRPr lang="es-ES" sz="1000" kern="1200" dirty="0">
                        <a:solidFill>
                          <a:schemeClr val="tx1">
                            <a:lumMod val="75000"/>
                            <a:lumOff val="25000"/>
                          </a:schemeClr>
                        </a:solidFill>
                        <a:latin typeface="Arial" charset="0"/>
                        <a:ea typeface="+mn-ea"/>
                        <a:cs typeface="Arial" charset="0"/>
                        <a:sym typeface="Wingdings" pitchFamily="2" charset="2"/>
                      </a:endParaRPr>
                    </a:p>
                  </a:txBody>
                  <a:tcPr marL="95261" marR="95261" marT="50633" marB="50633"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s-ES" sz="1000" kern="1200" noProof="0" dirty="0">
                          <a:solidFill>
                            <a:schemeClr val="tx1">
                              <a:lumMod val="75000"/>
                              <a:lumOff val="25000"/>
                            </a:schemeClr>
                          </a:solidFill>
                          <a:latin typeface="Arial" charset="0"/>
                          <a:ea typeface="+mn-ea"/>
                          <a:cs typeface="Arial" charset="0"/>
                        </a:rPr>
                        <a:t>Existente</a:t>
                      </a:r>
                    </a:p>
                  </a:txBody>
                  <a:tcPr marL="90013" marR="90013" marT="46777" marB="46777"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US" sz="1000" kern="1200" dirty="0">
                          <a:solidFill>
                            <a:schemeClr val="tx1">
                              <a:lumMod val="75000"/>
                              <a:lumOff val="25000"/>
                            </a:schemeClr>
                          </a:solidFill>
                          <a:latin typeface="Arial" charset="0"/>
                          <a:ea typeface="+mn-ea"/>
                          <a:cs typeface="Arial" charset="0"/>
                        </a:rPr>
                        <a:t>Arquitectura Darwin</a:t>
                      </a:r>
                      <a:endParaRPr lang="en-GB" sz="1000" kern="1200" dirty="0">
                        <a:solidFill>
                          <a:schemeClr val="tx1">
                            <a:lumMod val="75000"/>
                            <a:lumOff val="25000"/>
                          </a:schemeClr>
                        </a:solidFill>
                        <a:latin typeface="Arial" charset="0"/>
                        <a:ea typeface="+mn-ea"/>
                        <a:cs typeface="Arial" charset="0"/>
                      </a:endParaRPr>
                    </a:p>
                  </a:txBody>
                  <a:tcPr marL="90003" marR="90003" marT="46755" marB="46755"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US" sz="1000" kern="1200" dirty="0">
                          <a:solidFill>
                            <a:schemeClr val="tx1">
                              <a:lumMod val="75000"/>
                              <a:lumOff val="25000"/>
                            </a:schemeClr>
                          </a:solidFill>
                          <a:latin typeface="Arial" charset="0"/>
                          <a:ea typeface="+mn-ea"/>
                          <a:cs typeface="Arial" charset="0"/>
                        </a:rPr>
                        <a:t>REST/https</a:t>
                      </a:r>
                    </a:p>
                  </a:txBody>
                  <a:tcPr marL="90003" marR="90003" marT="46755" marB="46755"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83747573"/>
                  </a:ext>
                </a:extLst>
              </a:tr>
              <a:tr h="263185">
                <a:tc>
                  <a:txBody>
                    <a:bodyPr/>
                    <a:lstStyle/>
                    <a:p>
                      <a:pPr marL="0" marR="0" lvl="0" indent="0" algn="l" defTabSz="914400" rtl="0" eaLnBrk="1" fontAlgn="t" latinLnBrk="0" hangingPunct="1">
                        <a:lnSpc>
                          <a:spcPct val="100000"/>
                        </a:lnSpc>
                        <a:spcBef>
                          <a:spcPct val="20000"/>
                        </a:spcBef>
                        <a:spcAft>
                          <a:spcPct val="0"/>
                        </a:spcAft>
                        <a:buClrTx/>
                        <a:buSzTx/>
                        <a:buFontTx/>
                        <a:buNone/>
                        <a:tabLst/>
                        <a:defRPr/>
                      </a:pPr>
                      <a:r>
                        <a:rPr lang="es-ES" sz="1000" kern="1200" dirty="0">
                          <a:solidFill>
                            <a:schemeClr val="tx1">
                              <a:lumMod val="75000"/>
                              <a:lumOff val="25000"/>
                            </a:schemeClr>
                          </a:solidFill>
                          <a:latin typeface="Arial" charset="0"/>
                          <a:ea typeface="+mn-ea"/>
                          <a:cs typeface="Arial" charset="0"/>
                          <a:sym typeface="Wingdings" pitchFamily="2" charset="2"/>
                        </a:rPr>
                        <a:t>BKS</a:t>
                      </a:r>
                    </a:p>
                  </a:txBody>
                  <a:tcPr marL="95261" marR="95261" marT="50633" marB="50633" anchor="ct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20000"/>
                        </a:spcBef>
                        <a:spcAft>
                          <a:spcPct val="0"/>
                        </a:spcAft>
                        <a:buClrTx/>
                        <a:buSzTx/>
                        <a:buFontTx/>
                        <a:buNone/>
                        <a:tabLst/>
                        <a:defRPr/>
                      </a:pPr>
                      <a:r>
                        <a:rPr lang="es-ES" sz="1000" kern="1200" dirty="0">
                          <a:solidFill>
                            <a:schemeClr val="tx1">
                              <a:lumMod val="75000"/>
                              <a:lumOff val="25000"/>
                            </a:schemeClr>
                          </a:solidFill>
                          <a:latin typeface="Arial" charset="0"/>
                          <a:ea typeface="+mn-ea"/>
                          <a:cs typeface="Arial" charset="0"/>
                          <a:sym typeface="Wingdings" pitchFamily="2" charset="2"/>
                        </a:rPr>
                        <a:t>Se invoca a servicios de Backend existentes</a:t>
                      </a:r>
                    </a:p>
                  </a:txBody>
                  <a:tcPr marL="95261" marR="95261" marT="50633" marB="50633"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s-ES" sz="1000" kern="1200" noProof="0" dirty="0">
                          <a:solidFill>
                            <a:schemeClr val="tx1">
                              <a:lumMod val="75000"/>
                              <a:lumOff val="25000"/>
                            </a:schemeClr>
                          </a:solidFill>
                          <a:latin typeface="Arial" charset="0"/>
                          <a:ea typeface="+mn-ea"/>
                          <a:cs typeface="Arial" charset="0"/>
                        </a:rPr>
                        <a:t>Existente</a:t>
                      </a:r>
                    </a:p>
                  </a:txBody>
                  <a:tcPr marL="90013" marR="90013" marT="46777" marB="46777"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US" sz="1000" kern="1200" dirty="0">
                          <a:solidFill>
                            <a:schemeClr val="tx1">
                              <a:lumMod val="75000"/>
                              <a:lumOff val="25000"/>
                            </a:schemeClr>
                          </a:solidFill>
                          <a:latin typeface="Arial" charset="0"/>
                          <a:ea typeface="+mn-ea"/>
                          <a:cs typeface="Arial" charset="0"/>
                        </a:rPr>
                        <a:t>Arquitectura BKS</a:t>
                      </a:r>
                      <a:endParaRPr lang="en-GB" sz="1000" kern="1200" dirty="0">
                        <a:solidFill>
                          <a:schemeClr val="tx1">
                            <a:lumMod val="75000"/>
                            <a:lumOff val="25000"/>
                          </a:schemeClr>
                        </a:solidFill>
                        <a:latin typeface="Arial" charset="0"/>
                        <a:ea typeface="+mn-ea"/>
                        <a:cs typeface="Arial" charset="0"/>
                      </a:endParaRPr>
                    </a:p>
                  </a:txBody>
                  <a:tcPr marL="90003" marR="90003" marT="46755" marB="46755"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US" sz="1000" kern="1200" dirty="0">
                          <a:solidFill>
                            <a:schemeClr val="tx1">
                              <a:lumMod val="75000"/>
                              <a:lumOff val="25000"/>
                            </a:schemeClr>
                          </a:solidFill>
                          <a:latin typeface="Arial" charset="0"/>
                          <a:ea typeface="+mn-ea"/>
                          <a:cs typeface="Arial" charset="0"/>
                        </a:rPr>
                        <a:t>SOAP/https</a:t>
                      </a:r>
                    </a:p>
                  </a:txBody>
                  <a:tcPr marL="90003" marR="90003" marT="46755" marB="46755"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48012912"/>
                  </a:ext>
                </a:extLst>
              </a:tr>
              <a:tr h="263185">
                <a:tc>
                  <a:txBody>
                    <a:bodyPr/>
                    <a:lstStyle/>
                    <a:p>
                      <a:pPr algn="l">
                        <a:lnSpc>
                          <a:spcPts val="2400"/>
                        </a:lnSpc>
                        <a:defRPr sz="1800"/>
                      </a:pPr>
                      <a:r>
                        <a:rPr lang="es-ES" sz="1000" kern="1200" noProof="0" dirty="0">
                          <a:solidFill>
                            <a:schemeClr val="tx1">
                              <a:lumMod val="75000"/>
                              <a:lumOff val="25000"/>
                            </a:schemeClr>
                          </a:solidFill>
                          <a:latin typeface="Arial" charset="0"/>
                          <a:ea typeface="+mn-ea"/>
                          <a:cs typeface="Arial" charset="0"/>
                        </a:rPr>
                        <a:t>PaaS Internet HC20</a:t>
                      </a:r>
                    </a:p>
                  </a:txBody>
                  <a:tcPr marL="45702" marR="45702" marT="45702" marB="45702" anchor="ct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algn="l">
                        <a:lnSpc>
                          <a:spcPct val="85000"/>
                        </a:lnSpc>
                        <a:defRPr sz="1800"/>
                      </a:pPr>
                      <a:r>
                        <a:rPr lang="es-ES" sz="1000" kern="1200" noProof="0" dirty="0">
                          <a:solidFill>
                            <a:schemeClr val="tx1">
                              <a:lumMod val="75000"/>
                              <a:lumOff val="25000"/>
                            </a:schemeClr>
                          </a:solidFill>
                          <a:latin typeface="Arial" charset="0"/>
                          <a:ea typeface="+mn-ea"/>
                          <a:cs typeface="Arial" charset="0"/>
                        </a:rPr>
                        <a:t>Existente</a:t>
                      </a:r>
                    </a:p>
                  </a:txBody>
                  <a:tcPr marL="45702" marR="45702" marT="45702" marB="45702"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algn="ctr">
                        <a:lnSpc>
                          <a:spcPts val="2400"/>
                        </a:lnSpc>
                        <a:defRPr sz="1800"/>
                      </a:pPr>
                      <a:r>
                        <a:rPr lang="es-ES" sz="1000" kern="1200" noProof="0" dirty="0">
                          <a:solidFill>
                            <a:schemeClr val="tx1">
                              <a:lumMod val="75000"/>
                              <a:lumOff val="25000"/>
                            </a:schemeClr>
                          </a:solidFill>
                          <a:latin typeface="Arial" charset="0"/>
                          <a:ea typeface="+mn-ea"/>
                          <a:cs typeface="Arial" charset="0"/>
                        </a:rPr>
                        <a:t>Alta Cliente </a:t>
                      </a:r>
                      <a:r>
                        <a:rPr lang="es-ES" sz="1000" kern="1200" noProof="0" dirty="0" err="1">
                          <a:solidFill>
                            <a:schemeClr val="tx1">
                              <a:lumMod val="75000"/>
                              <a:lumOff val="25000"/>
                            </a:schemeClr>
                          </a:solidFill>
                          <a:latin typeface="Arial" charset="0"/>
                          <a:ea typeface="+mn-ea"/>
                          <a:cs typeface="Arial" charset="0"/>
                        </a:rPr>
                        <a:t>On</a:t>
                      </a:r>
                      <a:r>
                        <a:rPr lang="es-ES" sz="1000" kern="1200" noProof="0" dirty="0">
                          <a:solidFill>
                            <a:schemeClr val="tx1">
                              <a:lumMod val="75000"/>
                              <a:lumOff val="25000"/>
                            </a:schemeClr>
                          </a:solidFill>
                          <a:latin typeface="Arial" charset="0"/>
                          <a:ea typeface="+mn-ea"/>
                          <a:cs typeface="Arial" charset="0"/>
                        </a:rPr>
                        <a:t> Line</a:t>
                      </a:r>
                    </a:p>
                  </a:txBody>
                  <a:tcPr marL="45702" marR="45702" marT="45702" marB="45702"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algn="ctr">
                        <a:spcBef>
                          <a:spcPts val="0"/>
                        </a:spcBef>
                        <a:defRPr sz="1800"/>
                      </a:pPr>
                      <a:r>
                        <a:rPr lang="es-ES" sz="1000" kern="1200" noProof="0" dirty="0">
                          <a:solidFill>
                            <a:schemeClr val="tx1">
                              <a:lumMod val="75000"/>
                              <a:lumOff val="25000"/>
                            </a:schemeClr>
                          </a:solidFill>
                          <a:latin typeface="Arial" charset="0"/>
                          <a:ea typeface="+mn-ea"/>
                          <a:cs typeface="Arial" charset="0"/>
                        </a:rPr>
                        <a:t>Open Shift</a:t>
                      </a:r>
                    </a:p>
                  </a:txBody>
                  <a:tcPr marL="45702" marR="45702" marT="45702" marB="45702"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auto" latinLnBrk="0" hangingPunct="1">
                        <a:lnSpc>
                          <a:spcPct val="85000"/>
                        </a:lnSpc>
                        <a:spcBef>
                          <a:spcPts val="400"/>
                        </a:spcBef>
                        <a:spcAft>
                          <a:spcPts val="0"/>
                        </a:spcAft>
                        <a:buClrTx/>
                        <a:buSzTx/>
                        <a:buFontTx/>
                        <a:buNone/>
                        <a:tabLst/>
                        <a:defRPr b="1"/>
                      </a:pPr>
                      <a:r>
                        <a:rPr lang="es-ES" sz="1000" kern="1200" dirty="0">
                          <a:solidFill>
                            <a:schemeClr val="tx1">
                              <a:lumMod val="75000"/>
                              <a:lumOff val="25000"/>
                            </a:schemeClr>
                          </a:solidFill>
                          <a:latin typeface="Arial" charset="0"/>
                          <a:ea typeface="+mn-ea"/>
                          <a:cs typeface="Arial" charset="0"/>
                        </a:rPr>
                        <a:t>Microservicios que ofrece el sistemas en el PaaS</a:t>
                      </a:r>
                    </a:p>
                  </a:txBody>
                  <a:tcPr marL="45702" marR="45702" marT="45702" marB="45702"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61427185"/>
                  </a:ext>
                </a:extLst>
              </a:tr>
              <a:tr h="263185">
                <a:tc>
                  <a:txBody>
                    <a:bodyPr/>
                    <a:lstStyle/>
                    <a:p>
                      <a:pPr algn="l">
                        <a:lnSpc>
                          <a:spcPts val="2400"/>
                        </a:lnSpc>
                        <a:defRPr sz="1800"/>
                      </a:pPr>
                      <a:r>
                        <a:rPr lang="es-ES" sz="1000" kern="1200" noProof="0" dirty="0">
                          <a:solidFill>
                            <a:schemeClr val="tx1">
                              <a:lumMod val="75000"/>
                              <a:lumOff val="25000"/>
                            </a:schemeClr>
                          </a:solidFill>
                          <a:latin typeface="Arial" charset="0"/>
                          <a:ea typeface="+mn-ea"/>
                          <a:cs typeface="Arial" charset="0"/>
                        </a:rPr>
                        <a:t>PaaS Intranet HC20 BackOffice</a:t>
                      </a:r>
                    </a:p>
                  </a:txBody>
                  <a:tcPr marL="45702" marR="45702" marT="45702" marB="45702" anchor="ct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algn="l">
                        <a:lnSpc>
                          <a:spcPct val="85000"/>
                        </a:lnSpc>
                        <a:defRPr sz="1800"/>
                      </a:pPr>
                      <a:endParaRPr lang="es-ES" sz="1000" kern="1200" noProof="0" dirty="0">
                        <a:solidFill>
                          <a:schemeClr val="tx1">
                            <a:lumMod val="75000"/>
                            <a:lumOff val="25000"/>
                          </a:schemeClr>
                        </a:solidFill>
                        <a:latin typeface="Arial" charset="0"/>
                        <a:ea typeface="+mn-ea"/>
                        <a:cs typeface="Arial" charset="0"/>
                      </a:endParaRPr>
                    </a:p>
                    <a:p>
                      <a:pPr algn="l">
                        <a:lnSpc>
                          <a:spcPct val="85000"/>
                        </a:lnSpc>
                        <a:defRPr sz="1800"/>
                      </a:pPr>
                      <a:r>
                        <a:rPr lang="es-ES" sz="1000" kern="1200" noProof="0" dirty="0">
                          <a:solidFill>
                            <a:schemeClr val="tx1">
                              <a:lumMod val="75000"/>
                              <a:lumOff val="25000"/>
                            </a:schemeClr>
                          </a:solidFill>
                          <a:latin typeface="Arial" charset="0"/>
                          <a:ea typeface="+mn-ea"/>
                          <a:cs typeface="Arial" charset="0"/>
                        </a:rPr>
                        <a:t>Existente</a:t>
                      </a:r>
                    </a:p>
                  </a:txBody>
                  <a:tcPr marL="45702" marR="45702" marT="45702" marB="45702"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algn="ctr">
                        <a:lnSpc>
                          <a:spcPts val="2400"/>
                        </a:lnSpc>
                        <a:defRPr sz="1800"/>
                      </a:pPr>
                      <a:r>
                        <a:rPr lang="es-ES" sz="1000" kern="1200" noProof="0" dirty="0">
                          <a:solidFill>
                            <a:schemeClr val="tx1">
                              <a:lumMod val="75000"/>
                              <a:lumOff val="25000"/>
                            </a:schemeClr>
                          </a:solidFill>
                          <a:latin typeface="Arial" charset="0"/>
                          <a:ea typeface="+mn-ea"/>
                          <a:cs typeface="Arial" charset="0"/>
                        </a:rPr>
                        <a:t>Alta tramitación cliente</a:t>
                      </a:r>
                    </a:p>
                  </a:txBody>
                  <a:tcPr marL="45702" marR="45702" marT="45702" marB="45702"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algn="ctr">
                        <a:spcBef>
                          <a:spcPts val="0"/>
                        </a:spcBef>
                        <a:defRPr sz="1800"/>
                      </a:pPr>
                      <a:r>
                        <a:rPr lang="es-ES" sz="1000" kern="1200" noProof="0" dirty="0">
                          <a:solidFill>
                            <a:schemeClr val="tx1">
                              <a:lumMod val="75000"/>
                              <a:lumOff val="25000"/>
                            </a:schemeClr>
                          </a:solidFill>
                          <a:latin typeface="Arial" charset="0"/>
                          <a:ea typeface="+mn-ea"/>
                          <a:cs typeface="Arial" charset="0"/>
                        </a:rPr>
                        <a:t>Open Shift</a:t>
                      </a:r>
                    </a:p>
                  </a:txBody>
                  <a:tcPr marL="45702" marR="45702" marT="45702" marB="45702"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auto" latinLnBrk="0" hangingPunct="1">
                        <a:lnSpc>
                          <a:spcPct val="85000"/>
                        </a:lnSpc>
                        <a:spcBef>
                          <a:spcPts val="400"/>
                        </a:spcBef>
                        <a:spcAft>
                          <a:spcPts val="0"/>
                        </a:spcAft>
                        <a:buClrTx/>
                        <a:buSzTx/>
                        <a:buFontTx/>
                        <a:buNone/>
                        <a:tabLst/>
                        <a:defRPr b="1"/>
                      </a:pPr>
                      <a:r>
                        <a:rPr lang="es-ES" sz="1000" kern="1200" dirty="0">
                          <a:solidFill>
                            <a:schemeClr val="tx1">
                              <a:lumMod val="75000"/>
                              <a:lumOff val="25000"/>
                            </a:schemeClr>
                          </a:solidFill>
                          <a:latin typeface="Arial" charset="0"/>
                          <a:ea typeface="+mn-ea"/>
                          <a:cs typeface="Arial" charset="0"/>
                        </a:rPr>
                        <a:t>Microservicios que ofrece el sistemas en el PaaS</a:t>
                      </a:r>
                    </a:p>
                  </a:txBody>
                  <a:tcPr marL="45702" marR="45702" marT="45702" marB="45702"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07466516"/>
                  </a:ext>
                </a:extLst>
              </a:tr>
              <a:tr h="0">
                <a:tc>
                  <a:txBody>
                    <a:bodyPr/>
                    <a:lstStyle/>
                    <a:p>
                      <a:pPr algn="l">
                        <a:lnSpc>
                          <a:spcPts val="2400"/>
                        </a:lnSpc>
                        <a:defRPr sz="1800"/>
                      </a:pPr>
                      <a:r>
                        <a:rPr lang="es-ES" sz="1000" kern="1200" noProof="0" dirty="0">
                          <a:solidFill>
                            <a:schemeClr val="tx1">
                              <a:lumMod val="75000"/>
                              <a:lumOff val="25000"/>
                            </a:schemeClr>
                          </a:solidFill>
                          <a:latin typeface="Arial" charset="0"/>
                          <a:ea typeface="+mn-ea"/>
                          <a:cs typeface="Arial" charset="0"/>
                        </a:rPr>
                        <a:t>PaaS de Cores </a:t>
                      </a:r>
                    </a:p>
                  </a:txBody>
                  <a:tcPr marL="45702" marR="45702" marT="45702" marB="45702" anchor="ct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algn="l">
                        <a:lnSpc>
                          <a:spcPct val="85000"/>
                        </a:lnSpc>
                        <a:defRPr sz="1800"/>
                      </a:pPr>
                      <a:r>
                        <a:rPr lang="es-ES" sz="1000" kern="1200" noProof="0" dirty="0">
                          <a:solidFill>
                            <a:schemeClr val="tx1">
                              <a:lumMod val="75000"/>
                              <a:lumOff val="25000"/>
                            </a:schemeClr>
                          </a:solidFill>
                          <a:latin typeface="Arial" charset="0"/>
                          <a:ea typeface="+mn-ea"/>
                          <a:cs typeface="Arial" charset="0"/>
                        </a:rPr>
                        <a:t>Existentes. Diferentes micros para consultar funcionalidad</a:t>
                      </a:r>
                    </a:p>
                  </a:txBody>
                  <a:tcPr marL="45702" marR="45702" marT="45702" marB="45702"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algn="ctr">
                        <a:lnSpc>
                          <a:spcPts val="2400"/>
                        </a:lnSpc>
                        <a:defRPr sz="1800"/>
                      </a:pPr>
                      <a:r>
                        <a:rPr lang="es-ES" sz="1000" kern="1200" noProof="0" dirty="0">
                          <a:solidFill>
                            <a:schemeClr val="tx1">
                              <a:lumMod val="75000"/>
                              <a:lumOff val="25000"/>
                            </a:schemeClr>
                          </a:solidFill>
                          <a:latin typeface="Arial" charset="0"/>
                          <a:ea typeface="+mn-ea"/>
                          <a:cs typeface="Arial" charset="0"/>
                        </a:rPr>
                        <a:t>Existente</a:t>
                      </a:r>
                    </a:p>
                  </a:txBody>
                  <a:tcPr marL="45702" marR="45702" marT="45702" marB="45702"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algn="ctr">
                        <a:spcBef>
                          <a:spcPts val="0"/>
                        </a:spcBef>
                        <a:defRPr sz="1800"/>
                      </a:pPr>
                      <a:r>
                        <a:rPr lang="es-ES" sz="1000" kern="1200" noProof="0" dirty="0">
                          <a:solidFill>
                            <a:schemeClr val="tx1">
                              <a:lumMod val="75000"/>
                              <a:lumOff val="25000"/>
                            </a:schemeClr>
                          </a:solidFill>
                          <a:latin typeface="Arial" charset="0"/>
                          <a:ea typeface="+mn-ea"/>
                          <a:cs typeface="Arial" charset="0"/>
                        </a:rPr>
                        <a:t>Open Shift</a:t>
                      </a:r>
                    </a:p>
                  </a:txBody>
                  <a:tcPr marL="45702" marR="45702" marT="45702" marB="45702"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auto" latinLnBrk="0" hangingPunct="1">
                        <a:lnSpc>
                          <a:spcPct val="85000"/>
                        </a:lnSpc>
                        <a:spcBef>
                          <a:spcPts val="400"/>
                        </a:spcBef>
                        <a:spcAft>
                          <a:spcPts val="0"/>
                        </a:spcAft>
                        <a:buClrTx/>
                        <a:buSzTx/>
                        <a:buFontTx/>
                        <a:buNone/>
                        <a:tabLst/>
                        <a:defRPr b="1"/>
                      </a:pPr>
                      <a:r>
                        <a:rPr lang="es-ES" sz="1000" kern="1200" dirty="0">
                          <a:solidFill>
                            <a:schemeClr val="tx1">
                              <a:lumMod val="75000"/>
                              <a:lumOff val="25000"/>
                            </a:schemeClr>
                          </a:solidFill>
                          <a:latin typeface="Arial" charset="0"/>
                          <a:ea typeface="+mn-ea"/>
                          <a:cs typeface="Arial" charset="0"/>
                        </a:rPr>
                        <a:t>Microservicios que ofrece el sistemas en el PaaS</a:t>
                      </a:r>
                    </a:p>
                  </a:txBody>
                  <a:tcPr marL="45702" marR="45702" marT="45702" marB="45702"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83173091"/>
                  </a:ext>
                </a:extLst>
              </a:tr>
              <a:tr h="0">
                <a:tc>
                  <a:txBody>
                    <a:bodyPr/>
                    <a:lstStyle/>
                    <a:p>
                      <a:pPr algn="l">
                        <a:lnSpc>
                          <a:spcPts val="2400"/>
                        </a:lnSpc>
                        <a:defRPr sz="1800"/>
                      </a:pPr>
                      <a:r>
                        <a:rPr lang="es-ES" sz="1000" kern="1200" noProof="0" dirty="0">
                          <a:solidFill>
                            <a:schemeClr val="tx1">
                              <a:lumMod val="75000"/>
                              <a:lumOff val="25000"/>
                            </a:schemeClr>
                          </a:solidFill>
                          <a:latin typeface="Arial" charset="0"/>
                          <a:ea typeface="+mn-ea"/>
                          <a:cs typeface="Arial" charset="0"/>
                        </a:rPr>
                        <a:t>S3 de OHE</a:t>
                      </a:r>
                    </a:p>
                  </a:txBody>
                  <a:tcPr marL="45702" marR="45702" marT="45702" marB="45702" anchor="ct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algn="l">
                        <a:lnSpc>
                          <a:spcPct val="85000"/>
                        </a:lnSpc>
                        <a:defRPr sz="1800"/>
                      </a:pPr>
                      <a:r>
                        <a:rPr lang="es-ES" sz="1000" kern="1200" noProof="0" dirty="0">
                          <a:solidFill>
                            <a:schemeClr val="tx1">
                              <a:lumMod val="75000"/>
                              <a:lumOff val="25000"/>
                            </a:schemeClr>
                          </a:solidFill>
                          <a:latin typeface="Arial" charset="0"/>
                          <a:ea typeface="+mn-ea"/>
                          <a:cs typeface="Arial" charset="0"/>
                        </a:rPr>
                        <a:t>Acceso a almacenamiento S3 de OHE de SGT</a:t>
                      </a:r>
                    </a:p>
                  </a:txBody>
                  <a:tcPr marL="45702" marR="45702" marT="45702" marB="45702"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algn="ctr">
                        <a:lnSpc>
                          <a:spcPts val="2400"/>
                        </a:lnSpc>
                        <a:defRPr sz="1800"/>
                      </a:pPr>
                      <a:r>
                        <a:rPr lang="es-ES" sz="1000" kern="1200" noProof="0" dirty="0">
                          <a:solidFill>
                            <a:schemeClr val="tx1">
                              <a:lumMod val="75000"/>
                              <a:lumOff val="25000"/>
                            </a:schemeClr>
                          </a:solidFill>
                          <a:latin typeface="Arial" charset="0"/>
                          <a:ea typeface="+mn-ea"/>
                          <a:cs typeface="Arial" charset="0"/>
                        </a:rPr>
                        <a:t>Existente</a:t>
                      </a:r>
                    </a:p>
                  </a:txBody>
                  <a:tcPr marL="45702" marR="45702" marT="45702" marB="45702"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algn="ctr">
                        <a:spcBef>
                          <a:spcPts val="0"/>
                        </a:spcBef>
                        <a:defRPr sz="1800"/>
                      </a:pPr>
                      <a:r>
                        <a:rPr lang="es-ES" sz="1000" kern="1200" noProof="0" dirty="0">
                          <a:solidFill>
                            <a:schemeClr val="tx1">
                              <a:lumMod val="75000"/>
                              <a:lumOff val="25000"/>
                            </a:schemeClr>
                          </a:solidFill>
                          <a:latin typeface="Arial" charset="0"/>
                          <a:ea typeface="+mn-ea"/>
                          <a:cs typeface="Arial" charset="0"/>
                        </a:rPr>
                        <a:t>AWS</a:t>
                      </a:r>
                    </a:p>
                  </a:txBody>
                  <a:tcPr marL="45702" marR="45702" marT="45702" marB="45702"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auto" latinLnBrk="0" hangingPunct="1">
                        <a:lnSpc>
                          <a:spcPct val="85000"/>
                        </a:lnSpc>
                        <a:spcBef>
                          <a:spcPts val="400"/>
                        </a:spcBef>
                        <a:spcAft>
                          <a:spcPts val="0"/>
                        </a:spcAft>
                        <a:buClrTx/>
                        <a:buSzTx/>
                        <a:buFontTx/>
                        <a:buNone/>
                        <a:tabLst/>
                        <a:defRPr b="1"/>
                      </a:pPr>
                      <a:r>
                        <a:rPr lang="es-ES" sz="1000" kern="1200" dirty="0">
                          <a:solidFill>
                            <a:schemeClr val="tx1">
                              <a:lumMod val="75000"/>
                              <a:lumOff val="25000"/>
                            </a:schemeClr>
                          </a:solidFill>
                          <a:latin typeface="Arial" charset="0"/>
                          <a:ea typeface="+mn-ea"/>
                          <a:cs typeface="Arial" charset="0"/>
                        </a:rPr>
                        <a:t>Rest/api</a:t>
                      </a:r>
                    </a:p>
                  </a:txBody>
                  <a:tcPr marL="45702" marR="45702" marT="45702" marB="45702"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46964994"/>
                  </a:ext>
                </a:extLst>
              </a:tr>
              <a:tr h="0">
                <a:tc>
                  <a:txBody>
                    <a:bodyPr/>
                    <a:lstStyle/>
                    <a:p>
                      <a:pPr algn="l">
                        <a:lnSpc>
                          <a:spcPts val="2400"/>
                        </a:lnSpc>
                        <a:defRPr sz="1800"/>
                      </a:pPr>
                      <a:r>
                        <a:rPr lang="es-ES" sz="1000" kern="1200" noProof="0" dirty="0">
                          <a:solidFill>
                            <a:schemeClr val="tx1">
                              <a:lumMod val="75000"/>
                              <a:lumOff val="25000"/>
                            </a:schemeClr>
                          </a:solidFill>
                          <a:latin typeface="Arial" charset="0"/>
                          <a:ea typeface="+mn-ea"/>
                          <a:cs typeface="Arial" charset="0"/>
                        </a:rPr>
                        <a:t>APPIAN</a:t>
                      </a:r>
                    </a:p>
                  </a:txBody>
                  <a:tcPr marL="45702" marR="45702" marT="45702" marB="45702" anchor="ct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algn="l">
                        <a:lnSpc>
                          <a:spcPct val="85000"/>
                        </a:lnSpc>
                        <a:defRPr sz="1800"/>
                      </a:pPr>
                      <a:r>
                        <a:rPr lang="es-ES" sz="1000" kern="1200" noProof="0" dirty="0">
                          <a:solidFill>
                            <a:schemeClr val="tx1">
                              <a:lumMod val="75000"/>
                              <a:lumOff val="25000"/>
                            </a:schemeClr>
                          </a:solidFill>
                          <a:latin typeface="Arial" charset="0"/>
                          <a:ea typeface="+mn-ea"/>
                          <a:cs typeface="Arial" charset="0"/>
                        </a:rPr>
                        <a:t>Motor de procesos BPMN</a:t>
                      </a:r>
                    </a:p>
                  </a:txBody>
                  <a:tcPr marL="45702" marR="45702" marT="45702" marB="45702"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algn="ctr">
                        <a:lnSpc>
                          <a:spcPts val="2400"/>
                        </a:lnSpc>
                        <a:defRPr sz="1800"/>
                      </a:pPr>
                      <a:r>
                        <a:rPr lang="es-ES" sz="1000" kern="1200" noProof="0" dirty="0">
                          <a:solidFill>
                            <a:schemeClr val="tx1">
                              <a:lumMod val="75000"/>
                              <a:lumOff val="25000"/>
                            </a:schemeClr>
                          </a:solidFill>
                          <a:latin typeface="Arial" charset="0"/>
                          <a:ea typeface="+mn-ea"/>
                          <a:cs typeface="Arial" charset="0"/>
                        </a:rPr>
                        <a:t>Nuevo</a:t>
                      </a:r>
                    </a:p>
                  </a:txBody>
                  <a:tcPr marL="45702" marR="45702" marT="45702" marB="45702"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algn="ctr">
                        <a:spcBef>
                          <a:spcPts val="0"/>
                        </a:spcBef>
                        <a:defRPr sz="1800"/>
                      </a:pPr>
                      <a:r>
                        <a:rPr lang="es-ES" sz="1000" kern="1200" noProof="0" dirty="0">
                          <a:solidFill>
                            <a:schemeClr val="tx1">
                              <a:lumMod val="75000"/>
                              <a:lumOff val="25000"/>
                            </a:schemeClr>
                          </a:solidFill>
                          <a:latin typeface="Arial" charset="0"/>
                          <a:ea typeface="+mn-ea"/>
                          <a:cs typeface="Arial" charset="0"/>
                        </a:rPr>
                        <a:t>APPIAN</a:t>
                      </a:r>
                    </a:p>
                  </a:txBody>
                  <a:tcPr marL="45702" marR="45702" marT="45702" marB="45702"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auto" latinLnBrk="0" hangingPunct="1">
                        <a:lnSpc>
                          <a:spcPct val="85000"/>
                        </a:lnSpc>
                        <a:spcBef>
                          <a:spcPts val="400"/>
                        </a:spcBef>
                        <a:spcAft>
                          <a:spcPts val="0"/>
                        </a:spcAft>
                        <a:buClrTx/>
                        <a:buSzTx/>
                        <a:buFontTx/>
                        <a:buNone/>
                        <a:tabLst/>
                        <a:defRPr b="1"/>
                      </a:pPr>
                      <a:r>
                        <a:rPr lang="es-ES" sz="1000" kern="1200" dirty="0" err="1">
                          <a:solidFill>
                            <a:schemeClr val="tx1">
                              <a:lumMod val="75000"/>
                              <a:lumOff val="25000"/>
                            </a:schemeClr>
                          </a:solidFill>
                          <a:latin typeface="Arial" charset="0"/>
                          <a:ea typeface="+mn-ea"/>
                          <a:cs typeface="Arial" charset="0"/>
                        </a:rPr>
                        <a:t>Rest</a:t>
                      </a:r>
                      <a:r>
                        <a:rPr lang="es-ES" sz="1000" kern="1200" dirty="0">
                          <a:solidFill>
                            <a:schemeClr val="tx1">
                              <a:lumMod val="75000"/>
                              <a:lumOff val="25000"/>
                            </a:schemeClr>
                          </a:solidFill>
                          <a:latin typeface="Arial" charset="0"/>
                          <a:ea typeface="+mn-ea"/>
                          <a:cs typeface="Arial" charset="0"/>
                        </a:rPr>
                        <a:t>/Https</a:t>
                      </a:r>
                    </a:p>
                  </a:txBody>
                  <a:tcPr marL="45702" marR="45702" marT="45702" marB="45702"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58846445"/>
                  </a:ext>
                </a:extLst>
              </a:tr>
            </a:tbl>
          </a:graphicData>
        </a:graphic>
      </p:graphicFrame>
      <p:sp>
        <p:nvSpPr>
          <p:cNvPr id="11" name="Marcador de texto 1">
            <a:extLst>
              <a:ext uri="{FF2B5EF4-FFF2-40B4-BE49-F238E27FC236}">
                <a16:creationId xmlns:a16="http://schemas.microsoft.com/office/drawing/2014/main" id="{407EA3A2-CE72-4D07-8096-B3D14A212A6E}"/>
              </a:ext>
            </a:extLst>
          </p:cNvPr>
          <p:cNvSpPr txBox="1">
            <a:spLocks/>
          </p:cNvSpPr>
          <p:nvPr/>
        </p:nvSpPr>
        <p:spPr>
          <a:xfrm>
            <a:off x="679317" y="0"/>
            <a:ext cx="10833365" cy="3411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Font typeface="Arial" panose="020B0604020202020204" pitchFamily="34" charset="0"/>
              <a:buNone/>
            </a:pPr>
            <a:r>
              <a:rPr lang="es-ES" sz="1300" dirty="0">
                <a:solidFill>
                  <a:srgbClr val="EB0000"/>
                </a:solidFill>
                <a:ea typeface="Segoe UI" panose="020B0502040204020203" pitchFamily="34" charset="0"/>
                <a:cs typeface="Segoe UI" panose="020B0502040204020203" pitchFamily="34" charset="0"/>
              </a:rPr>
              <a:t>Solución técnica</a:t>
            </a:r>
          </a:p>
          <a:p>
            <a:pPr marL="0" indent="0">
              <a:spcBef>
                <a:spcPts val="300"/>
              </a:spcBef>
              <a:buFont typeface="Arial" panose="020B0604020202020204" pitchFamily="34" charset="0"/>
              <a:buNone/>
            </a:pPr>
            <a:r>
              <a:rPr lang="es-ES" sz="1800" b="1" dirty="0">
                <a:solidFill>
                  <a:srgbClr val="EB0000"/>
                </a:solidFill>
                <a:ea typeface="Segoe UI" panose="020B0502040204020203" pitchFamily="34" charset="0"/>
                <a:cs typeface="Segoe UI" panose="020B0502040204020203" pitchFamily="34" charset="0"/>
              </a:rPr>
              <a:t>Componentes de software</a:t>
            </a:r>
          </a:p>
          <a:p>
            <a:pPr marL="0" indent="0">
              <a:spcBef>
                <a:spcPts val="300"/>
              </a:spcBef>
              <a:buFont typeface="Arial" panose="020B0604020202020204" pitchFamily="34" charset="0"/>
              <a:buNone/>
            </a:pPr>
            <a:endParaRPr lang="es-ES" sz="1800" b="1" dirty="0">
              <a:solidFill>
                <a:srgbClr val="EB0000"/>
              </a:solidFill>
              <a:highlight>
                <a:srgbClr val="FFFF00"/>
              </a:highlight>
              <a:ea typeface="Segoe UI" panose="020B0502040204020203" pitchFamily="34" charset="0"/>
              <a:cs typeface="Segoe UI" panose="020B0502040204020203" pitchFamily="34" charset="0"/>
            </a:endParaRPr>
          </a:p>
          <a:p>
            <a:pPr marL="0" indent="0">
              <a:spcBef>
                <a:spcPts val="300"/>
              </a:spcBef>
              <a:buFont typeface="Arial" panose="020B0604020202020204" pitchFamily="34" charset="0"/>
              <a:buNone/>
            </a:pPr>
            <a:r>
              <a:rPr lang="es-ES" sz="1800" b="1" dirty="0">
                <a:solidFill>
                  <a:srgbClr val="EB0000"/>
                </a:solidFill>
                <a:highlight>
                  <a:srgbClr val="FFFF00"/>
                </a:highlight>
                <a:ea typeface="Segoe UI" panose="020B0502040204020203" pitchFamily="34" charset="0"/>
                <a:cs typeface="Segoe UI" panose="020B0502040204020203" pitchFamily="34" charset="0"/>
              </a:rPr>
              <a:t> </a:t>
            </a:r>
          </a:p>
        </p:txBody>
      </p:sp>
      <p:pic>
        <p:nvPicPr>
          <p:cNvPr id="4" name="Picture 662" descr="MC900434391[1]">
            <a:extLst>
              <a:ext uri="{FF2B5EF4-FFF2-40B4-BE49-F238E27FC236}">
                <a16:creationId xmlns:a16="http://schemas.microsoft.com/office/drawing/2014/main" id="{9E3D3BE8-3C71-4701-A890-EF811A8BD4D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512682" y="168097"/>
            <a:ext cx="353316"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662" descr="MC900434391[1]">
            <a:extLst>
              <a:ext uri="{FF2B5EF4-FFF2-40B4-BE49-F238E27FC236}">
                <a16:creationId xmlns:a16="http://schemas.microsoft.com/office/drawing/2014/main" id="{B2E0DD0C-399C-4760-9908-95A0B91396A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6001" y="5882995"/>
            <a:ext cx="353316"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861447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66EF84CC-FBE6-4927-A2EF-CB4E6E916B49}"/>
              </a:ext>
            </a:extLst>
          </p:cNvPr>
          <p:cNvSpPr txBox="1">
            <a:spLocks/>
          </p:cNvSpPr>
          <p:nvPr/>
        </p:nvSpPr>
        <p:spPr>
          <a:xfrm>
            <a:off x="722518" y="626373"/>
            <a:ext cx="5449681" cy="2852737"/>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kern="1200">
                <a:solidFill>
                  <a:schemeClr val="accent1"/>
                </a:solidFill>
                <a:latin typeface="+mj-lt"/>
                <a:ea typeface="+mj-ea"/>
                <a:cs typeface="+mj-cs"/>
              </a:defRPr>
            </a:lvl1pPr>
          </a:lstStyle>
          <a:p>
            <a:r>
              <a:rPr lang="es-ES" dirty="0"/>
              <a:t>Seguridad</a:t>
            </a:r>
          </a:p>
        </p:txBody>
      </p:sp>
      <p:sp>
        <p:nvSpPr>
          <p:cNvPr id="5" name="Marcador de texto 3">
            <a:extLst>
              <a:ext uri="{FF2B5EF4-FFF2-40B4-BE49-F238E27FC236}">
                <a16:creationId xmlns:a16="http://schemas.microsoft.com/office/drawing/2014/main" id="{880C3E36-5432-4A4C-887F-1DAAFADAF1A3}"/>
              </a:ext>
            </a:extLst>
          </p:cNvPr>
          <p:cNvSpPr>
            <a:spLocks noGrp="1"/>
          </p:cNvSpPr>
          <p:nvPr>
            <p:ph type="body" sz="quarter" idx="14"/>
          </p:nvPr>
        </p:nvSpPr>
        <p:spPr>
          <a:xfrm>
            <a:off x="8945217" y="3270526"/>
            <a:ext cx="2958754" cy="2364961"/>
          </a:xfrm>
        </p:spPr>
        <p:txBody>
          <a:bodyPr>
            <a:normAutofit lnSpcReduction="10000"/>
          </a:bodyPr>
          <a:lstStyle/>
          <a:p>
            <a:r>
              <a:rPr lang="es-ES" dirty="0"/>
              <a:t>03</a:t>
            </a:r>
          </a:p>
        </p:txBody>
      </p:sp>
    </p:spTree>
    <p:extLst>
      <p:ext uri="{BB962C8B-B14F-4D97-AF65-F5344CB8AC3E}">
        <p14:creationId xmlns:p14="http://schemas.microsoft.com/office/powerpoint/2010/main" val="2508985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1 Diagrama">
            <a:extLst>
              <a:ext uri="{FF2B5EF4-FFF2-40B4-BE49-F238E27FC236}">
                <a16:creationId xmlns:a16="http://schemas.microsoft.com/office/drawing/2014/main" id="{B7A10B2A-7283-44F1-ABF2-8AE467EAF45A}"/>
              </a:ext>
            </a:extLst>
          </p:cNvPr>
          <p:cNvGraphicFramePr/>
          <p:nvPr>
            <p:extLst>
              <p:ext uri="{D42A27DB-BD31-4B8C-83A1-F6EECF244321}">
                <p14:modId xmlns:p14="http://schemas.microsoft.com/office/powerpoint/2010/main" val="2776552242"/>
              </p:ext>
            </p:extLst>
          </p:nvPr>
        </p:nvGraphicFramePr>
        <p:xfrm>
          <a:off x="926980" y="1158749"/>
          <a:ext cx="10082737" cy="46079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Marcador de texto 1">
            <a:extLst>
              <a:ext uri="{FF2B5EF4-FFF2-40B4-BE49-F238E27FC236}">
                <a16:creationId xmlns:a16="http://schemas.microsoft.com/office/drawing/2014/main" id="{C07FA22E-9BB4-4C88-B300-9275DBEE5EA1}"/>
              </a:ext>
            </a:extLst>
          </p:cNvPr>
          <p:cNvSpPr txBox="1">
            <a:spLocks/>
          </p:cNvSpPr>
          <p:nvPr/>
        </p:nvSpPr>
        <p:spPr>
          <a:xfrm>
            <a:off x="653140" y="406116"/>
            <a:ext cx="10833365" cy="3411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Font typeface="Arial" panose="020B0604020202020204" pitchFamily="34" charset="0"/>
              <a:buNone/>
            </a:pPr>
            <a:r>
              <a:rPr lang="es-ES" sz="1800" b="1">
                <a:solidFill>
                  <a:srgbClr val="EB0000"/>
                </a:solidFill>
                <a:ea typeface="Segoe UI" panose="020B0502040204020203" pitchFamily="34" charset="0"/>
                <a:cs typeface="Segoe UI" panose="020B0502040204020203" pitchFamily="34" charset="0"/>
              </a:rPr>
              <a:t>Seguridad</a:t>
            </a:r>
          </a:p>
          <a:p>
            <a:pPr marL="0" indent="0">
              <a:spcBef>
                <a:spcPts val="300"/>
              </a:spcBef>
              <a:buFont typeface="Arial" panose="020B0604020202020204" pitchFamily="34" charset="0"/>
              <a:buNone/>
            </a:pPr>
            <a:endParaRPr lang="es-ES" sz="1800" b="1">
              <a:solidFill>
                <a:srgbClr val="EB0000"/>
              </a:solidFill>
              <a:ea typeface="Segoe UI" panose="020B0502040204020203" pitchFamily="34" charset="0"/>
              <a:cs typeface="Segoe UI" panose="020B0502040204020203" pitchFamily="34" charset="0"/>
            </a:endParaRPr>
          </a:p>
          <a:p>
            <a:pPr marL="0" indent="0">
              <a:spcBef>
                <a:spcPts val="300"/>
              </a:spcBef>
              <a:buFont typeface="Arial" panose="020B0604020202020204" pitchFamily="34" charset="0"/>
              <a:buNone/>
            </a:pPr>
            <a:r>
              <a:rPr lang="es-ES" sz="1800" b="1">
                <a:solidFill>
                  <a:srgbClr val="EB0000"/>
                </a:solidFill>
                <a:ea typeface="Segoe UI" panose="020B0502040204020203" pitchFamily="34" charset="0"/>
                <a:cs typeface="Segoe UI" panose="020B0502040204020203" pitchFamily="34" charset="0"/>
              </a:rPr>
              <a:t> </a:t>
            </a:r>
            <a:endParaRPr lang="es-ES" sz="1800" b="1" dirty="0">
              <a:solidFill>
                <a:srgbClr val="EB0000"/>
              </a:solidFill>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0173826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1 Diagrama">
            <a:extLst>
              <a:ext uri="{FF2B5EF4-FFF2-40B4-BE49-F238E27FC236}">
                <a16:creationId xmlns:a16="http://schemas.microsoft.com/office/drawing/2014/main" id="{150562DC-7E28-4E2C-909F-61661559C6A4}"/>
              </a:ext>
            </a:extLst>
          </p:cNvPr>
          <p:cNvGraphicFramePr/>
          <p:nvPr>
            <p:extLst>
              <p:ext uri="{D42A27DB-BD31-4B8C-83A1-F6EECF244321}">
                <p14:modId xmlns:p14="http://schemas.microsoft.com/office/powerpoint/2010/main" val="2507906237"/>
              </p:ext>
            </p:extLst>
          </p:nvPr>
        </p:nvGraphicFramePr>
        <p:xfrm>
          <a:off x="1015129" y="576682"/>
          <a:ext cx="10471376" cy="55834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Marcador de texto 1">
            <a:extLst>
              <a:ext uri="{FF2B5EF4-FFF2-40B4-BE49-F238E27FC236}">
                <a16:creationId xmlns:a16="http://schemas.microsoft.com/office/drawing/2014/main" id="{A278853F-DDAA-484F-9F4D-421CC35D5E40}"/>
              </a:ext>
            </a:extLst>
          </p:cNvPr>
          <p:cNvSpPr txBox="1">
            <a:spLocks/>
          </p:cNvSpPr>
          <p:nvPr/>
        </p:nvSpPr>
        <p:spPr>
          <a:xfrm>
            <a:off x="653140" y="406116"/>
            <a:ext cx="10833365" cy="3411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Font typeface="Arial" panose="020B0604020202020204" pitchFamily="34" charset="0"/>
              <a:buNone/>
            </a:pPr>
            <a:r>
              <a:rPr lang="es-ES" sz="1800" b="1">
                <a:solidFill>
                  <a:srgbClr val="EB0000"/>
                </a:solidFill>
                <a:ea typeface="Segoe UI" panose="020B0502040204020203" pitchFamily="34" charset="0"/>
                <a:cs typeface="Segoe UI" panose="020B0502040204020203" pitchFamily="34" charset="0"/>
              </a:rPr>
              <a:t>Seguridad</a:t>
            </a:r>
          </a:p>
          <a:p>
            <a:pPr marL="0" indent="0">
              <a:spcBef>
                <a:spcPts val="300"/>
              </a:spcBef>
              <a:buFont typeface="Arial" panose="020B0604020202020204" pitchFamily="34" charset="0"/>
              <a:buNone/>
            </a:pPr>
            <a:endParaRPr lang="es-ES" sz="1800" b="1">
              <a:solidFill>
                <a:srgbClr val="EB0000"/>
              </a:solidFill>
              <a:ea typeface="Segoe UI" panose="020B0502040204020203" pitchFamily="34" charset="0"/>
              <a:cs typeface="Segoe UI" panose="020B0502040204020203" pitchFamily="34" charset="0"/>
            </a:endParaRPr>
          </a:p>
          <a:p>
            <a:pPr marL="0" indent="0">
              <a:spcBef>
                <a:spcPts val="300"/>
              </a:spcBef>
              <a:buFont typeface="Arial" panose="020B0604020202020204" pitchFamily="34" charset="0"/>
              <a:buNone/>
            </a:pPr>
            <a:r>
              <a:rPr lang="es-ES" sz="1800" b="1">
                <a:solidFill>
                  <a:srgbClr val="EB0000"/>
                </a:solidFill>
                <a:ea typeface="Segoe UI" panose="020B0502040204020203" pitchFamily="34" charset="0"/>
                <a:cs typeface="Segoe UI" panose="020B0502040204020203" pitchFamily="34" charset="0"/>
              </a:rPr>
              <a:t> </a:t>
            </a:r>
            <a:endParaRPr lang="es-ES" sz="1800" b="1" dirty="0">
              <a:solidFill>
                <a:srgbClr val="EB0000"/>
              </a:solidFill>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8819229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66EF84CC-FBE6-4927-A2EF-CB4E6E916B49}"/>
              </a:ext>
            </a:extLst>
          </p:cNvPr>
          <p:cNvSpPr txBox="1">
            <a:spLocks/>
          </p:cNvSpPr>
          <p:nvPr/>
        </p:nvSpPr>
        <p:spPr>
          <a:xfrm>
            <a:off x="722518" y="626373"/>
            <a:ext cx="5449681" cy="2852737"/>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kern="1200">
                <a:solidFill>
                  <a:schemeClr val="accent1"/>
                </a:solidFill>
                <a:latin typeface="+mj-lt"/>
                <a:ea typeface="+mj-ea"/>
                <a:cs typeface="+mj-cs"/>
              </a:defRPr>
            </a:lvl1pPr>
          </a:lstStyle>
          <a:p>
            <a:r>
              <a:rPr lang="es-ES" dirty="0"/>
              <a:t>Componentes de Infraestructura</a:t>
            </a:r>
          </a:p>
        </p:txBody>
      </p:sp>
      <p:sp>
        <p:nvSpPr>
          <p:cNvPr id="5" name="Marcador de texto 3">
            <a:extLst>
              <a:ext uri="{FF2B5EF4-FFF2-40B4-BE49-F238E27FC236}">
                <a16:creationId xmlns:a16="http://schemas.microsoft.com/office/drawing/2014/main" id="{880C3E36-5432-4A4C-887F-1DAAFADAF1A3}"/>
              </a:ext>
            </a:extLst>
          </p:cNvPr>
          <p:cNvSpPr>
            <a:spLocks noGrp="1"/>
          </p:cNvSpPr>
          <p:nvPr>
            <p:ph type="body" sz="quarter" idx="14"/>
          </p:nvPr>
        </p:nvSpPr>
        <p:spPr>
          <a:xfrm>
            <a:off x="8945217" y="3270526"/>
            <a:ext cx="2958754" cy="2364961"/>
          </a:xfrm>
        </p:spPr>
        <p:txBody>
          <a:bodyPr>
            <a:normAutofit lnSpcReduction="10000"/>
          </a:bodyPr>
          <a:lstStyle/>
          <a:p>
            <a:r>
              <a:rPr lang="es-ES" dirty="0"/>
              <a:t>04</a:t>
            </a:r>
          </a:p>
        </p:txBody>
      </p:sp>
    </p:spTree>
    <p:extLst>
      <p:ext uri="{BB962C8B-B14F-4D97-AF65-F5344CB8AC3E}">
        <p14:creationId xmlns:p14="http://schemas.microsoft.com/office/powerpoint/2010/main" val="17940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a 4">
            <a:extLst>
              <a:ext uri="{FF2B5EF4-FFF2-40B4-BE49-F238E27FC236}">
                <a16:creationId xmlns:a16="http://schemas.microsoft.com/office/drawing/2014/main" id="{41C0C843-E252-4ECE-BB29-A96A808C4761}"/>
              </a:ext>
            </a:extLst>
          </p:cNvPr>
          <p:cNvGraphicFramePr>
            <a:graphicFrameLocks noGrp="1"/>
          </p:cNvGraphicFramePr>
          <p:nvPr>
            <p:extLst>
              <p:ext uri="{D42A27DB-BD31-4B8C-83A1-F6EECF244321}">
                <p14:modId xmlns:p14="http://schemas.microsoft.com/office/powerpoint/2010/main" val="1412372976"/>
              </p:ext>
            </p:extLst>
          </p:nvPr>
        </p:nvGraphicFramePr>
        <p:xfrm>
          <a:off x="825500" y="1146603"/>
          <a:ext cx="10661004" cy="3618016"/>
        </p:xfrm>
        <a:graphic>
          <a:graphicData uri="http://schemas.openxmlformats.org/drawingml/2006/table">
            <a:tbl>
              <a:tblPr/>
              <a:tblGrid>
                <a:gridCol w="1914734">
                  <a:extLst>
                    <a:ext uri="{9D8B030D-6E8A-4147-A177-3AD203B41FA5}">
                      <a16:colId xmlns:a16="http://schemas.microsoft.com/office/drawing/2014/main" val="3677605203"/>
                    </a:ext>
                  </a:extLst>
                </a:gridCol>
                <a:gridCol w="1126622">
                  <a:extLst>
                    <a:ext uri="{9D8B030D-6E8A-4147-A177-3AD203B41FA5}">
                      <a16:colId xmlns:a16="http://schemas.microsoft.com/office/drawing/2014/main" val="277462406"/>
                    </a:ext>
                  </a:extLst>
                </a:gridCol>
                <a:gridCol w="2334374">
                  <a:extLst>
                    <a:ext uri="{9D8B030D-6E8A-4147-A177-3AD203B41FA5}">
                      <a16:colId xmlns:a16="http://schemas.microsoft.com/office/drawing/2014/main" val="2397928041"/>
                    </a:ext>
                  </a:extLst>
                </a:gridCol>
                <a:gridCol w="1440642">
                  <a:extLst>
                    <a:ext uri="{9D8B030D-6E8A-4147-A177-3AD203B41FA5}">
                      <a16:colId xmlns:a16="http://schemas.microsoft.com/office/drawing/2014/main" val="1303207443"/>
                    </a:ext>
                  </a:extLst>
                </a:gridCol>
                <a:gridCol w="2581968">
                  <a:extLst>
                    <a:ext uri="{9D8B030D-6E8A-4147-A177-3AD203B41FA5}">
                      <a16:colId xmlns:a16="http://schemas.microsoft.com/office/drawing/2014/main" val="2990297090"/>
                    </a:ext>
                  </a:extLst>
                </a:gridCol>
                <a:gridCol w="1262664">
                  <a:extLst>
                    <a:ext uri="{9D8B030D-6E8A-4147-A177-3AD203B41FA5}">
                      <a16:colId xmlns:a16="http://schemas.microsoft.com/office/drawing/2014/main" val="389493999"/>
                    </a:ext>
                  </a:extLst>
                </a:gridCol>
              </a:tblGrid>
              <a:tr h="304515">
                <a:tc>
                  <a:txBody>
                    <a:bodyPr/>
                    <a:lstStyle/>
                    <a:p>
                      <a:pPr algn="ctr">
                        <a:spcBef>
                          <a:spcPts val="0"/>
                        </a:spcBef>
                        <a:defRPr sz="1800"/>
                      </a:pPr>
                      <a:r>
                        <a:rPr lang="es-ES" sz="1200" b="1" noProof="0" dirty="0">
                          <a:solidFill>
                            <a:schemeClr val="accent3">
                              <a:lumOff val="44000"/>
                            </a:schemeClr>
                          </a:solidFill>
                        </a:rPr>
                        <a:t>Componentes </a:t>
                      </a:r>
                      <a:r>
                        <a:rPr lang="es-ES" sz="1200" b="1" noProof="0" dirty="0" err="1">
                          <a:solidFill>
                            <a:schemeClr val="accent3">
                              <a:lumOff val="44000"/>
                            </a:schemeClr>
                          </a:solidFill>
                        </a:rPr>
                        <a:t>Infraestrucutura</a:t>
                      </a:r>
                      <a:endParaRPr lang="es-ES" sz="1200" b="1" noProof="0" dirty="0">
                        <a:solidFill>
                          <a:schemeClr val="accent3">
                            <a:lumOff val="44000"/>
                          </a:schemeClr>
                        </a:solidFill>
                      </a:endParaRPr>
                    </a:p>
                  </a:txBody>
                  <a:tcPr marL="45702" marR="45702" marT="45702" marB="4570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a:spcBef>
                          <a:spcPts val="0"/>
                        </a:spcBef>
                        <a:defRPr sz="1800"/>
                      </a:pPr>
                      <a:r>
                        <a:rPr lang="es-ES" sz="1200" b="1" noProof="0" dirty="0" err="1">
                          <a:solidFill>
                            <a:schemeClr val="accent3">
                              <a:lumOff val="44000"/>
                            </a:schemeClr>
                          </a:solidFill>
                        </a:rPr>
                        <a:t>Existente,Nuevo,Modificado</a:t>
                      </a:r>
                      <a:endParaRPr lang="es-ES" sz="1200" b="1" noProof="0" dirty="0">
                        <a:solidFill>
                          <a:schemeClr val="accent3">
                            <a:lumOff val="44000"/>
                          </a:schemeClr>
                        </a:solidFill>
                      </a:endParaRPr>
                    </a:p>
                  </a:txBody>
                  <a:tcPr marL="45702" marR="45702" marT="45702" marB="4570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a:spcBef>
                          <a:spcPts val="0"/>
                        </a:spcBef>
                        <a:defRPr sz="1800"/>
                      </a:pPr>
                      <a:r>
                        <a:rPr lang="es-ES" sz="1200" b="1" noProof="0" dirty="0">
                          <a:solidFill>
                            <a:schemeClr val="accent3">
                              <a:lumOff val="44000"/>
                            </a:schemeClr>
                          </a:solidFill>
                        </a:rPr>
                        <a:t>Funcionalidad</a:t>
                      </a:r>
                    </a:p>
                  </a:txBody>
                  <a:tcPr marL="45702" marR="45702" marT="45702" marB="4570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a:spcBef>
                          <a:spcPts val="0"/>
                        </a:spcBef>
                        <a:defRPr sz="1800"/>
                      </a:pPr>
                      <a:r>
                        <a:rPr lang="es-ES" sz="1200" b="1" noProof="0" dirty="0">
                          <a:solidFill>
                            <a:schemeClr val="accent3">
                              <a:lumOff val="44000"/>
                            </a:schemeClr>
                          </a:solidFill>
                        </a:rPr>
                        <a:t>Ubicación</a:t>
                      </a:r>
                    </a:p>
                  </a:txBody>
                  <a:tcPr marL="45702" marR="45702" marT="45702" marB="4570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a:spcBef>
                          <a:spcPts val="0"/>
                        </a:spcBef>
                        <a:defRPr sz="1800"/>
                      </a:pPr>
                      <a:r>
                        <a:rPr lang="es-ES" sz="1200" b="1" noProof="0" dirty="0">
                          <a:solidFill>
                            <a:schemeClr val="accent3">
                              <a:lumOff val="44000"/>
                            </a:schemeClr>
                          </a:solidFill>
                        </a:rPr>
                        <a:t>Integrado con</a:t>
                      </a:r>
                    </a:p>
                  </a:txBody>
                  <a:tcPr marL="45702" marR="45702" marT="45702" marB="4570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a:spcBef>
                          <a:spcPts val="0"/>
                        </a:spcBef>
                        <a:defRPr sz="1800"/>
                      </a:pPr>
                      <a:r>
                        <a:rPr lang="es-ES" sz="1200" b="1" noProof="0" dirty="0">
                          <a:solidFill>
                            <a:schemeClr val="accent3">
                              <a:lumOff val="44000"/>
                            </a:schemeClr>
                          </a:solidFill>
                        </a:rPr>
                        <a:t>Conectividad</a:t>
                      </a:r>
                    </a:p>
                  </a:txBody>
                  <a:tcPr marL="45702" marR="45702" marT="45702" marB="4570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2997596755"/>
                  </a:ext>
                </a:extLst>
              </a:tr>
              <a:tr h="353191">
                <a:tc>
                  <a:txBody>
                    <a:bodyPr/>
                    <a:lstStyle/>
                    <a:p>
                      <a:pPr algn="ctr">
                        <a:lnSpc>
                          <a:spcPts val="2400"/>
                        </a:lnSpc>
                        <a:defRPr sz="1800"/>
                      </a:pPr>
                      <a:r>
                        <a:rPr lang="es-ES" sz="1200" b="1" kern="1200" noProof="0" dirty="0">
                          <a:solidFill>
                            <a:schemeClr val="tx1"/>
                          </a:solidFill>
                          <a:latin typeface="+mn-lt"/>
                          <a:ea typeface="+mn-ea"/>
                          <a:cs typeface="+mn-cs"/>
                        </a:rPr>
                        <a:t>PaaS HC20</a:t>
                      </a:r>
                    </a:p>
                  </a:txBody>
                  <a:tcPr marL="45702" marR="45702" marT="45702" marB="45702"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lnSpc>
                          <a:spcPct val="85000"/>
                        </a:lnSpc>
                        <a:defRPr sz="1800"/>
                      </a:pPr>
                      <a:r>
                        <a:rPr lang="es-ES" sz="1200" b="0" kern="1200" noProof="0" dirty="0">
                          <a:solidFill>
                            <a:schemeClr val="tx1"/>
                          </a:solidFill>
                          <a:latin typeface="+mn-lt"/>
                          <a:ea typeface="+mn-ea"/>
                          <a:cs typeface="+mn-cs"/>
                        </a:rPr>
                        <a:t>Existente</a:t>
                      </a:r>
                    </a:p>
                  </a:txBody>
                  <a:tcPr marL="45702" marR="45702" marT="45702" marB="4570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auto" latinLnBrk="0" hangingPunct="1">
                        <a:lnSpc>
                          <a:spcPts val="2400"/>
                        </a:lnSpc>
                        <a:spcBef>
                          <a:spcPts val="0"/>
                        </a:spcBef>
                        <a:spcAft>
                          <a:spcPts val="0"/>
                        </a:spcAft>
                        <a:buClrTx/>
                        <a:buSzTx/>
                        <a:buFontTx/>
                        <a:buNone/>
                        <a:tabLst/>
                        <a:defRPr sz="1800"/>
                      </a:pPr>
                      <a:r>
                        <a:rPr lang="es-ES" sz="1200" b="0" kern="1200" noProof="0" dirty="0">
                          <a:solidFill>
                            <a:schemeClr val="tx1"/>
                          </a:solidFill>
                          <a:latin typeface="+mn-lt"/>
                          <a:ea typeface="+mn-ea"/>
                          <a:cs typeface="+mn-cs"/>
                        </a:rPr>
                        <a:t>Alta Cliente </a:t>
                      </a:r>
                      <a:r>
                        <a:rPr lang="es-ES" sz="1200" b="0" kern="1200" noProof="0" dirty="0" err="1">
                          <a:solidFill>
                            <a:schemeClr val="tx1"/>
                          </a:solidFill>
                          <a:latin typeface="+mn-lt"/>
                          <a:ea typeface="+mn-ea"/>
                          <a:cs typeface="+mn-cs"/>
                        </a:rPr>
                        <a:t>On</a:t>
                      </a:r>
                      <a:r>
                        <a:rPr lang="es-ES" sz="1200" b="0" kern="1200" noProof="0" dirty="0">
                          <a:solidFill>
                            <a:schemeClr val="tx1"/>
                          </a:solidFill>
                          <a:latin typeface="+mn-lt"/>
                          <a:ea typeface="+mn-ea"/>
                          <a:cs typeface="+mn-cs"/>
                        </a:rPr>
                        <a:t> Line y Alta tramitación cliente</a:t>
                      </a:r>
                    </a:p>
                    <a:p>
                      <a:pPr algn="l">
                        <a:lnSpc>
                          <a:spcPts val="2400"/>
                        </a:lnSpc>
                        <a:defRPr sz="1800"/>
                      </a:pPr>
                      <a:endParaRPr lang="es-ES" sz="1200" b="0" kern="1200" noProof="0" dirty="0">
                        <a:solidFill>
                          <a:schemeClr val="tx1"/>
                        </a:solidFill>
                        <a:latin typeface="+mn-lt"/>
                        <a:ea typeface="+mn-ea"/>
                        <a:cs typeface="+mn-cs"/>
                      </a:endParaRPr>
                    </a:p>
                  </a:txBody>
                  <a:tcPr marL="45702" marR="45702" marT="45702" marB="45702"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spcBef>
                          <a:spcPts val="0"/>
                        </a:spcBef>
                        <a:defRPr sz="1800"/>
                      </a:pPr>
                      <a:r>
                        <a:rPr lang="es-ES" sz="1200" b="0" kern="1200" noProof="0" dirty="0">
                          <a:solidFill>
                            <a:schemeClr val="tx1"/>
                          </a:solidFill>
                          <a:latin typeface="+mn-lt"/>
                          <a:ea typeface="+mn-ea"/>
                          <a:cs typeface="+mn-cs"/>
                        </a:rPr>
                        <a:t>Open Shift</a:t>
                      </a:r>
                    </a:p>
                  </a:txBody>
                  <a:tcPr marL="45702" marR="45702" marT="45702" marB="4570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85000"/>
                        </a:lnSpc>
                        <a:spcBef>
                          <a:spcPts val="400"/>
                        </a:spcBef>
                        <a:spcAft>
                          <a:spcPts val="0"/>
                        </a:spcAft>
                        <a:buClrTx/>
                        <a:buSzTx/>
                        <a:buFontTx/>
                        <a:buNone/>
                        <a:tabLst/>
                        <a:defRPr b="1"/>
                      </a:pPr>
                      <a:r>
                        <a:rPr lang="es-ES" sz="1200" b="0" kern="1200" dirty="0">
                          <a:solidFill>
                            <a:schemeClr val="tx1"/>
                          </a:solidFill>
                          <a:latin typeface="+mn-lt"/>
                          <a:ea typeface="+mn-ea"/>
                          <a:cs typeface="+mn-cs"/>
                        </a:rPr>
                        <a:t>Microservicios que ofrece el sistemas en el PaaS</a:t>
                      </a:r>
                    </a:p>
                  </a:txBody>
                  <a:tcPr marL="45702" marR="45702" marT="45702" marB="4570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indent="0" algn="ctr">
                        <a:lnSpc>
                          <a:spcPct val="85000"/>
                        </a:lnSpc>
                        <a:buSzPct val="100000"/>
                        <a:buFont typeface="Arial"/>
                        <a:buNone/>
                        <a:defRPr b="1"/>
                      </a:pPr>
                      <a:r>
                        <a:rPr lang="es-ES" sz="1200" b="0" kern="1200" noProof="0" dirty="0">
                          <a:solidFill>
                            <a:schemeClr val="tx1"/>
                          </a:solidFill>
                          <a:latin typeface="+mn-lt"/>
                          <a:ea typeface="+mn-ea"/>
                          <a:cs typeface="+mn-cs"/>
                        </a:rPr>
                        <a:t>HTTPS/REST</a:t>
                      </a:r>
                    </a:p>
                  </a:txBody>
                  <a:tcPr marL="45702" marR="45702" marT="45702" marB="4570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99388853"/>
                  </a:ext>
                </a:extLst>
              </a:tr>
              <a:tr h="327297">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s-ES" sz="1200" b="1" kern="1200" dirty="0">
                          <a:solidFill>
                            <a:schemeClr val="tx1"/>
                          </a:solidFill>
                          <a:latin typeface="+mn-lt"/>
                          <a:ea typeface="+mn-ea"/>
                          <a:cs typeface="+mn-cs"/>
                          <a:sym typeface="Wingdings" pitchFamily="2" charset="2"/>
                        </a:rPr>
                        <a:t>Celdas Java</a:t>
                      </a:r>
                    </a:p>
                  </a:txBody>
                  <a:tcPr marL="95261" marR="95261" marT="50633" marB="50633"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t" latinLnBrk="0" hangingPunct="1">
                        <a:lnSpc>
                          <a:spcPct val="100000"/>
                        </a:lnSpc>
                        <a:spcBef>
                          <a:spcPct val="20000"/>
                        </a:spcBef>
                        <a:spcAft>
                          <a:spcPct val="0"/>
                        </a:spcAft>
                        <a:buClrTx/>
                        <a:buSzTx/>
                        <a:buFontTx/>
                        <a:buNone/>
                        <a:tabLst/>
                        <a:defRPr/>
                      </a:pPr>
                      <a:r>
                        <a:rPr kumimoji="0" lang="es-ES" sz="1000" b="0" i="0" u="none" strike="noStrike" kern="1200" cap="none" spc="0" normalizeH="0" baseline="0" noProof="0" dirty="0">
                          <a:ln>
                            <a:noFill/>
                          </a:ln>
                          <a:solidFill>
                            <a:prstClr val="black"/>
                          </a:solidFill>
                          <a:effectLst/>
                          <a:uLnTx/>
                          <a:uFillTx/>
                          <a:latin typeface="Calibri" panose="020F0502020204030204"/>
                          <a:ea typeface="+mn-ea"/>
                          <a:cs typeface="+mn-cs"/>
                        </a:rPr>
                        <a:t>Existente</a:t>
                      </a:r>
                      <a:endParaRPr lang="es-ES" sz="1000" b="0" kern="1200" dirty="0">
                        <a:solidFill>
                          <a:schemeClr val="tx1"/>
                        </a:solidFill>
                        <a:latin typeface="Calibri" panose="020F0502020204030204"/>
                        <a:ea typeface="+mn-ea"/>
                        <a:cs typeface="+mn-cs"/>
                        <a:sym typeface="Wingdings" pitchFamily="2" charset="2"/>
                      </a:endParaRPr>
                    </a:p>
                    <a:p>
                      <a:pPr marL="0" marR="0" lvl="0" indent="0" algn="ctr" defTabSz="914400" rtl="0" eaLnBrk="1" fontAlgn="t" latinLnBrk="0" hangingPunct="1">
                        <a:lnSpc>
                          <a:spcPct val="100000"/>
                        </a:lnSpc>
                        <a:spcBef>
                          <a:spcPct val="20000"/>
                        </a:spcBef>
                        <a:spcAft>
                          <a:spcPct val="0"/>
                        </a:spcAft>
                        <a:buClrTx/>
                        <a:buSzTx/>
                        <a:buFontTx/>
                        <a:buNone/>
                        <a:tabLst/>
                        <a:defRPr/>
                      </a:pPr>
                      <a:endParaRPr lang="es-ES" sz="1000" kern="1200" dirty="0">
                        <a:solidFill>
                          <a:schemeClr val="tx1">
                            <a:lumMod val="75000"/>
                            <a:lumOff val="25000"/>
                          </a:schemeClr>
                        </a:solidFill>
                        <a:latin typeface="Arial" charset="0"/>
                        <a:ea typeface="+mn-ea"/>
                        <a:cs typeface="Arial" charset="0"/>
                      </a:endParaRPr>
                    </a:p>
                  </a:txBody>
                  <a:tcPr marL="95261" marR="95261" marT="50633" marB="50633"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t" latinLnBrk="0" hangingPunct="1">
                        <a:lnSpc>
                          <a:spcPct val="100000"/>
                        </a:lnSpc>
                        <a:spcBef>
                          <a:spcPct val="20000"/>
                        </a:spcBef>
                        <a:spcAft>
                          <a:spcPct val="0"/>
                        </a:spcAft>
                        <a:buClrTx/>
                        <a:buSzTx/>
                        <a:buFontTx/>
                        <a:buNone/>
                        <a:tabLst/>
                        <a:defRPr/>
                      </a:pPr>
                      <a:r>
                        <a:rPr lang="es-ES" sz="1200" b="0" kern="1200" dirty="0">
                          <a:solidFill>
                            <a:schemeClr val="tx1"/>
                          </a:solidFill>
                          <a:latin typeface="+mn-lt"/>
                          <a:ea typeface="+mn-ea"/>
                          <a:cs typeface="+mn-cs"/>
                        </a:rPr>
                        <a:t>Servicio PiOnline que se invoca desde los micros del PaaS</a:t>
                      </a:r>
                    </a:p>
                  </a:txBody>
                  <a:tcPr marL="90013" marR="90013" marT="46777" marB="46777"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GB" sz="1000" kern="1200" dirty="0">
                          <a:solidFill>
                            <a:schemeClr val="tx1">
                              <a:lumMod val="75000"/>
                              <a:lumOff val="25000"/>
                            </a:schemeClr>
                          </a:solidFill>
                          <a:latin typeface="Arial" charset="0"/>
                          <a:ea typeface="+mn-ea"/>
                          <a:cs typeface="Arial" charset="0"/>
                        </a:rPr>
                        <a:t>On Premise</a:t>
                      </a:r>
                    </a:p>
                  </a:txBody>
                  <a:tcPr marL="90003" marR="90003" marT="46755" marB="46755"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US" sz="1000" kern="1200" dirty="0">
                          <a:solidFill>
                            <a:schemeClr val="tx1">
                              <a:lumMod val="75000"/>
                              <a:lumOff val="25000"/>
                            </a:schemeClr>
                          </a:solidFill>
                          <a:latin typeface="Arial" charset="0"/>
                          <a:ea typeface="+mn-ea"/>
                          <a:cs typeface="Arial" charset="0"/>
                        </a:rPr>
                        <a:t>Arquitectura Java</a:t>
                      </a:r>
                      <a:endParaRPr lang="en-GB" sz="1000" kern="1200" dirty="0">
                        <a:solidFill>
                          <a:schemeClr val="tx1">
                            <a:lumMod val="75000"/>
                            <a:lumOff val="25000"/>
                          </a:schemeClr>
                        </a:solidFill>
                        <a:latin typeface="Arial" charset="0"/>
                        <a:ea typeface="+mn-ea"/>
                        <a:cs typeface="Arial" charset="0"/>
                      </a:endParaRPr>
                    </a:p>
                  </a:txBody>
                  <a:tcPr marL="90003" marR="90003" marT="46755" marB="46755"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s-ES" sz="1200" b="0" kern="1200" noProof="0" dirty="0">
                          <a:solidFill>
                            <a:schemeClr val="tx1"/>
                          </a:solidFill>
                          <a:latin typeface="+mn-lt"/>
                          <a:ea typeface="+mn-ea"/>
                          <a:cs typeface="+mn-cs"/>
                        </a:rPr>
                        <a:t>WS/SOA</a:t>
                      </a:r>
                    </a:p>
                  </a:txBody>
                  <a:tcPr marL="90013" marR="90013" marT="46777" marB="46777"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64193212"/>
                  </a:ext>
                </a:extLst>
              </a:tr>
              <a:tr h="327297">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s-ES" sz="1200" b="1" kern="1200" dirty="0">
                          <a:solidFill>
                            <a:schemeClr val="tx1"/>
                          </a:solidFill>
                          <a:latin typeface="+mn-lt"/>
                          <a:ea typeface="+mn-ea"/>
                          <a:cs typeface="+mn-cs"/>
                          <a:sym typeface="Wingdings" pitchFamily="2" charset="2"/>
                        </a:rPr>
                        <a:t>Paas Backend</a:t>
                      </a:r>
                    </a:p>
                  </a:txBody>
                  <a:tcPr marL="95261" marR="95261" marT="50633" marB="50633"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s-ES" sz="1000" kern="1200" dirty="0">
                          <a:solidFill>
                            <a:schemeClr val="tx1">
                              <a:lumMod val="75000"/>
                              <a:lumOff val="25000"/>
                            </a:schemeClr>
                          </a:solidFill>
                          <a:latin typeface="Arial" charset="0"/>
                          <a:ea typeface="+mn-ea"/>
                          <a:cs typeface="Arial" charset="0"/>
                        </a:rPr>
                        <a:t>Existente</a:t>
                      </a:r>
                    </a:p>
                  </a:txBody>
                  <a:tcPr marL="95261" marR="95261" marT="50633" marB="50633"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t" latinLnBrk="0" hangingPunct="1">
                        <a:lnSpc>
                          <a:spcPct val="100000"/>
                        </a:lnSpc>
                        <a:spcBef>
                          <a:spcPct val="20000"/>
                        </a:spcBef>
                        <a:spcAft>
                          <a:spcPct val="0"/>
                        </a:spcAft>
                        <a:buClrTx/>
                        <a:buSzTx/>
                        <a:buFontTx/>
                        <a:buNone/>
                        <a:tabLst/>
                        <a:defRPr/>
                      </a:pPr>
                      <a:r>
                        <a:rPr lang="es-ES" sz="1200" b="0" kern="1200" dirty="0">
                          <a:solidFill>
                            <a:schemeClr val="tx1"/>
                          </a:solidFill>
                          <a:latin typeface="+mn-lt"/>
                          <a:ea typeface="+mn-ea"/>
                          <a:cs typeface="+mn-cs"/>
                        </a:rPr>
                        <a:t>Servicios expuestos por API </a:t>
                      </a:r>
                      <a:r>
                        <a:rPr lang="es-ES" sz="1200" b="0" kern="1200" dirty="0" err="1">
                          <a:solidFill>
                            <a:schemeClr val="tx1"/>
                          </a:solidFill>
                          <a:latin typeface="+mn-lt"/>
                          <a:ea typeface="+mn-ea"/>
                          <a:cs typeface="+mn-cs"/>
                        </a:rPr>
                        <a:t>BaaS</a:t>
                      </a:r>
                      <a:r>
                        <a:rPr lang="es-ES" sz="1200" b="0" kern="1200" dirty="0">
                          <a:solidFill>
                            <a:schemeClr val="tx1"/>
                          </a:solidFill>
                          <a:latin typeface="+mn-lt"/>
                          <a:ea typeface="+mn-ea"/>
                          <a:cs typeface="+mn-cs"/>
                        </a:rPr>
                        <a:t> desde otros backend</a:t>
                      </a:r>
                    </a:p>
                  </a:txBody>
                  <a:tcPr marL="90013" marR="90013" marT="46777" marB="46777"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GB" sz="1000" kern="1200" dirty="0">
                          <a:solidFill>
                            <a:schemeClr val="tx1">
                              <a:lumMod val="75000"/>
                              <a:lumOff val="25000"/>
                            </a:schemeClr>
                          </a:solidFill>
                          <a:latin typeface="Arial" charset="0"/>
                          <a:ea typeface="+mn-ea"/>
                          <a:cs typeface="Arial" charset="0"/>
                        </a:rPr>
                        <a:t>On Premise</a:t>
                      </a:r>
                    </a:p>
                  </a:txBody>
                  <a:tcPr marL="90003" marR="90003" marT="46755" marB="46755"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85000"/>
                        </a:lnSpc>
                        <a:spcBef>
                          <a:spcPts val="400"/>
                        </a:spcBef>
                        <a:spcAft>
                          <a:spcPts val="0"/>
                        </a:spcAft>
                        <a:buClrTx/>
                        <a:buSzTx/>
                        <a:buFontTx/>
                        <a:buNone/>
                        <a:tabLst/>
                        <a:defRPr b="1"/>
                      </a:pPr>
                      <a:r>
                        <a:rPr lang="es-ES" sz="1200" b="0" kern="1200" dirty="0">
                          <a:solidFill>
                            <a:schemeClr val="tx1"/>
                          </a:solidFill>
                          <a:latin typeface="+mn-lt"/>
                          <a:ea typeface="+mn-ea"/>
                          <a:cs typeface="+mn-cs"/>
                        </a:rPr>
                        <a:t>Microservicios que ofrece el sistemas en el PaaS</a:t>
                      </a:r>
                    </a:p>
                  </a:txBody>
                  <a:tcPr marL="45702" marR="45702" marT="45702" marB="4570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indent="0" algn="ctr">
                        <a:lnSpc>
                          <a:spcPct val="85000"/>
                        </a:lnSpc>
                        <a:buSzPct val="100000"/>
                        <a:buFont typeface="Arial"/>
                        <a:buNone/>
                        <a:defRPr b="1"/>
                      </a:pPr>
                      <a:r>
                        <a:rPr lang="es-ES" sz="1200" b="0" kern="1200" noProof="0" dirty="0">
                          <a:solidFill>
                            <a:schemeClr val="tx1"/>
                          </a:solidFill>
                          <a:latin typeface="+mn-lt"/>
                          <a:ea typeface="+mn-ea"/>
                          <a:cs typeface="+mn-cs"/>
                        </a:rPr>
                        <a:t>HTTPS/REST</a:t>
                      </a:r>
                    </a:p>
                  </a:txBody>
                  <a:tcPr marL="45702" marR="45702" marT="45702" marB="45702"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11311469"/>
                  </a:ext>
                </a:extLst>
              </a:tr>
              <a:tr h="327297">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s-ES" sz="1200" b="1" kern="1200" dirty="0">
                          <a:solidFill>
                            <a:schemeClr val="tx1"/>
                          </a:solidFill>
                          <a:latin typeface="+mn-lt"/>
                          <a:ea typeface="+mn-ea"/>
                          <a:cs typeface="+mn-cs"/>
                          <a:sym typeface="Wingdings" pitchFamily="2" charset="2"/>
                        </a:rPr>
                        <a:t>Oracle</a:t>
                      </a:r>
                    </a:p>
                  </a:txBody>
                  <a:tcPr marL="95261" marR="95261" marT="50633" marB="50633"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s-ES" sz="1000" kern="1200" dirty="0">
                          <a:solidFill>
                            <a:schemeClr val="tx1">
                              <a:lumMod val="75000"/>
                              <a:lumOff val="25000"/>
                            </a:schemeClr>
                          </a:solidFill>
                          <a:latin typeface="Arial" charset="0"/>
                          <a:ea typeface="+mn-ea"/>
                          <a:cs typeface="Arial" charset="0"/>
                        </a:rPr>
                        <a:t>Existente</a:t>
                      </a:r>
                    </a:p>
                  </a:txBody>
                  <a:tcPr marL="95261" marR="95261" marT="50633" marB="50633"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t" latinLnBrk="0" hangingPunct="1">
                        <a:lnSpc>
                          <a:spcPct val="100000"/>
                        </a:lnSpc>
                        <a:spcBef>
                          <a:spcPct val="20000"/>
                        </a:spcBef>
                        <a:spcAft>
                          <a:spcPct val="0"/>
                        </a:spcAft>
                        <a:buClrTx/>
                        <a:buSzTx/>
                        <a:buFontTx/>
                        <a:buNone/>
                        <a:tabLst/>
                        <a:defRPr/>
                      </a:pPr>
                      <a:r>
                        <a:rPr lang="es-ES" sz="1200" b="0" kern="1200" dirty="0">
                          <a:solidFill>
                            <a:schemeClr val="tx1"/>
                          </a:solidFill>
                          <a:latin typeface="+mn-lt"/>
                          <a:ea typeface="+mn-ea"/>
                          <a:cs typeface="+mn-cs"/>
                        </a:rPr>
                        <a:t>Maquina de estados para persistir operativas</a:t>
                      </a:r>
                    </a:p>
                  </a:txBody>
                  <a:tcPr marL="90013" marR="90013" marT="46777" marB="46777"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GB" sz="1000" kern="1200" dirty="0">
                          <a:solidFill>
                            <a:schemeClr val="tx1">
                              <a:lumMod val="75000"/>
                              <a:lumOff val="25000"/>
                            </a:schemeClr>
                          </a:solidFill>
                          <a:latin typeface="Arial" charset="0"/>
                          <a:ea typeface="+mn-ea"/>
                          <a:cs typeface="Arial" charset="0"/>
                        </a:rPr>
                        <a:t>On Premise</a:t>
                      </a:r>
                    </a:p>
                  </a:txBody>
                  <a:tcPr marL="90003" marR="90003" marT="46755" marB="46755"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GB" sz="1000" kern="1200" dirty="0">
                          <a:solidFill>
                            <a:schemeClr val="tx1">
                              <a:lumMod val="75000"/>
                              <a:lumOff val="25000"/>
                            </a:schemeClr>
                          </a:solidFill>
                          <a:latin typeface="Arial" charset="0"/>
                          <a:ea typeface="+mn-ea"/>
                          <a:cs typeface="Arial" charset="0"/>
                        </a:rPr>
                        <a:t>PaaS</a:t>
                      </a:r>
                    </a:p>
                  </a:txBody>
                  <a:tcPr marL="90003" marR="90003" marT="46755" marB="46755"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s-ES" sz="1200" b="0" kern="1200" noProof="0" dirty="0">
                          <a:solidFill>
                            <a:schemeClr val="tx1"/>
                          </a:solidFill>
                          <a:latin typeface="+mn-lt"/>
                          <a:ea typeface="+mn-ea"/>
                          <a:cs typeface="+mn-cs"/>
                        </a:rPr>
                        <a:t>JDBC</a:t>
                      </a:r>
                    </a:p>
                  </a:txBody>
                  <a:tcPr marL="90013" marR="90013" marT="46777" marB="46777"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00053659"/>
                  </a:ext>
                </a:extLst>
              </a:tr>
              <a:tr h="327297">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s-ES" sz="1200" b="1" kern="1200" dirty="0">
                          <a:solidFill>
                            <a:schemeClr val="tx1"/>
                          </a:solidFill>
                          <a:latin typeface="+mn-lt"/>
                          <a:ea typeface="+mn-ea"/>
                          <a:cs typeface="+mn-cs"/>
                          <a:sym typeface="Wingdings" pitchFamily="2" charset="2"/>
                        </a:rPr>
                        <a:t>S3 SGT</a:t>
                      </a:r>
                    </a:p>
                  </a:txBody>
                  <a:tcPr marL="95261" marR="95261" marT="50633" marB="50633"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s-ES" sz="1000" kern="1200" dirty="0">
                          <a:solidFill>
                            <a:schemeClr val="tx1">
                              <a:lumMod val="75000"/>
                              <a:lumOff val="25000"/>
                            </a:schemeClr>
                          </a:solidFill>
                          <a:latin typeface="Arial" charset="0"/>
                          <a:ea typeface="+mn-ea"/>
                          <a:cs typeface="Arial" charset="0"/>
                        </a:rPr>
                        <a:t>Existente</a:t>
                      </a:r>
                    </a:p>
                  </a:txBody>
                  <a:tcPr marL="95261" marR="95261" marT="50633" marB="50633"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t" latinLnBrk="0" hangingPunct="1">
                        <a:lnSpc>
                          <a:spcPct val="100000"/>
                        </a:lnSpc>
                        <a:spcBef>
                          <a:spcPct val="20000"/>
                        </a:spcBef>
                        <a:spcAft>
                          <a:spcPct val="0"/>
                        </a:spcAft>
                        <a:buClrTx/>
                        <a:buSzTx/>
                        <a:buFontTx/>
                        <a:buNone/>
                        <a:tabLst/>
                        <a:defRPr/>
                      </a:pPr>
                      <a:r>
                        <a:rPr lang="es-ES" sz="1200" b="0" kern="1200" dirty="0">
                          <a:solidFill>
                            <a:schemeClr val="tx1"/>
                          </a:solidFill>
                          <a:latin typeface="+mn-lt"/>
                          <a:ea typeface="+mn-ea"/>
                          <a:cs typeface="+mn-cs"/>
                        </a:rPr>
                        <a:t>Sistema de almacenamiento de Global</a:t>
                      </a:r>
                    </a:p>
                  </a:txBody>
                  <a:tcPr marL="90013" marR="90013" marT="46777" marB="46777"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GB" sz="1000" kern="1200" dirty="0">
                          <a:solidFill>
                            <a:schemeClr val="tx1">
                              <a:lumMod val="75000"/>
                              <a:lumOff val="25000"/>
                            </a:schemeClr>
                          </a:solidFill>
                          <a:latin typeface="Arial" charset="0"/>
                          <a:ea typeface="+mn-ea"/>
                          <a:cs typeface="Arial" charset="0"/>
                        </a:rPr>
                        <a:t>On Premise</a:t>
                      </a:r>
                    </a:p>
                    <a:p>
                      <a:pPr marL="0" marR="0" lvl="0" indent="0" algn="ctr" defTabSz="914400" rtl="0" eaLnBrk="1" fontAlgn="t" latinLnBrk="0" hangingPunct="1">
                        <a:lnSpc>
                          <a:spcPct val="100000"/>
                        </a:lnSpc>
                        <a:spcBef>
                          <a:spcPct val="20000"/>
                        </a:spcBef>
                        <a:spcAft>
                          <a:spcPct val="0"/>
                        </a:spcAft>
                        <a:buClrTx/>
                        <a:buSzTx/>
                        <a:buFontTx/>
                        <a:buNone/>
                        <a:tabLst/>
                        <a:defRPr/>
                      </a:pPr>
                      <a:endParaRPr lang="en-GB" sz="1000" kern="1200" dirty="0">
                        <a:solidFill>
                          <a:schemeClr val="tx1">
                            <a:lumMod val="75000"/>
                            <a:lumOff val="25000"/>
                          </a:schemeClr>
                        </a:solidFill>
                        <a:latin typeface="Arial" charset="0"/>
                        <a:ea typeface="+mn-ea"/>
                        <a:cs typeface="Arial" charset="0"/>
                      </a:endParaRPr>
                    </a:p>
                  </a:txBody>
                  <a:tcPr marL="90003" marR="90003" marT="46755" marB="46755"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GB" sz="1000" kern="1200" dirty="0">
                          <a:solidFill>
                            <a:schemeClr val="tx1">
                              <a:lumMod val="75000"/>
                              <a:lumOff val="25000"/>
                            </a:schemeClr>
                          </a:solidFill>
                          <a:latin typeface="Arial" charset="0"/>
                          <a:ea typeface="+mn-ea"/>
                          <a:cs typeface="Arial" charset="0"/>
                        </a:rPr>
                        <a:t>Arquitectura SGT</a:t>
                      </a:r>
                    </a:p>
                  </a:txBody>
                  <a:tcPr marL="90003" marR="90003" marT="46755" marB="46755"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s-ES" sz="1200" b="0" kern="1200" noProof="0" dirty="0">
                          <a:solidFill>
                            <a:schemeClr val="tx1"/>
                          </a:solidFill>
                          <a:latin typeface="+mn-lt"/>
                          <a:ea typeface="+mn-ea"/>
                          <a:cs typeface="+mn-cs"/>
                        </a:rPr>
                        <a:t>API</a:t>
                      </a:r>
                    </a:p>
                  </a:txBody>
                  <a:tcPr marL="90013" marR="90013" marT="46777" marB="46777"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69370690"/>
                  </a:ext>
                </a:extLst>
              </a:tr>
              <a:tr h="327297">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s-ES" sz="1200" b="1" kern="1200" dirty="0">
                          <a:solidFill>
                            <a:schemeClr val="tx1"/>
                          </a:solidFill>
                          <a:latin typeface="+mn-lt"/>
                          <a:ea typeface="+mn-ea"/>
                          <a:cs typeface="+mn-cs"/>
                          <a:sym typeface="Wingdings" pitchFamily="2" charset="2"/>
                        </a:rPr>
                        <a:t>APPIAN</a:t>
                      </a:r>
                    </a:p>
                  </a:txBody>
                  <a:tcPr marL="95261" marR="95261" marT="50633" marB="50633"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s-ES" sz="1000" kern="1200" dirty="0">
                          <a:solidFill>
                            <a:schemeClr val="tx1">
                              <a:lumMod val="75000"/>
                              <a:lumOff val="25000"/>
                            </a:schemeClr>
                          </a:solidFill>
                          <a:latin typeface="Arial" charset="0"/>
                          <a:ea typeface="+mn-ea"/>
                          <a:cs typeface="Arial" charset="0"/>
                        </a:rPr>
                        <a:t>Nueva</a:t>
                      </a:r>
                    </a:p>
                  </a:txBody>
                  <a:tcPr marL="95261" marR="95261" marT="50633" marB="50633"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t" latinLnBrk="0" hangingPunct="1">
                        <a:lnSpc>
                          <a:spcPct val="100000"/>
                        </a:lnSpc>
                        <a:spcBef>
                          <a:spcPct val="20000"/>
                        </a:spcBef>
                        <a:spcAft>
                          <a:spcPct val="0"/>
                        </a:spcAft>
                        <a:buClrTx/>
                        <a:buSzTx/>
                        <a:buFontTx/>
                        <a:buNone/>
                        <a:tabLst/>
                        <a:defRPr/>
                      </a:pPr>
                      <a:r>
                        <a:rPr lang="es-ES" sz="1200" b="0" kern="1200" dirty="0">
                          <a:solidFill>
                            <a:schemeClr val="tx1"/>
                          </a:solidFill>
                          <a:latin typeface="+mn-lt"/>
                          <a:ea typeface="+mn-ea"/>
                          <a:cs typeface="+mn-cs"/>
                        </a:rPr>
                        <a:t>Motor BPMN de procesos</a:t>
                      </a:r>
                    </a:p>
                  </a:txBody>
                  <a:tcPr marL="90013" marR="90013" marT="46777" marB="46777"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GB" sz="1000" kern="1200" dirty="0">
                          <a:solidFill>
                            <a:schemeClr val="tx1">
                              <a:lumMod val="75000"/>
                              <a:lumOff val="25000"/>
                            </a:schemeClr>
                          </a:solidFill>
                          <a:latin typeface="Arial" charset="0"/>
                          <a:ea typeface="+mn-ea"/>
                          <a:cs typeface="Arial" charset="0"/>
                        </a:rPr>
                        <a:t>On Premise</a:t>
                      </a:r>
                    </a:p>
                  </a:txBody>
                  <a:tcPr marL="90003" marR="90003" marT="46755" marB="46755"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85000"/>
                        </a:lnSpc>
                        <a:spcBef>
                          <a:spcPts val="400"/>
                        </a:spcBef>
                        <a:spcAft>
                          <a:spcPts val="0"/>
                        </a:spcAft>
                        <a:buClrTx/>
                        <a:buSzTx/>
                        <a:buFontTx/>
                        <a:buNone/>
                        <a:tabLst/>
                        <a:defRPr b="1"/>
                      </a:pPr>
                      <a:r>
                        <a:rPr lang="es-ES" sz="1000" b="0" kern="1200" dirty="0">
                          <a:solidFill>
                            <a:schemeClr val="tx1"/>
                          </a:solidFill>
                          <a:latin typeface="+mn-lt"/>
                          <a:ea typeface="+mn-ea"/>
                          <a:cs typeface="+mn-cs"/>
                        </a:rPr>
                        <a:t>Microservicios que ofrece el sistemas en el PaaS</a:t>
                      </a:r>
                    </a:p>
                  </a:txBody>
                  <a:tcPr marL="90003" marR="90003" marT="46755" marB="46755"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s-ES" sz="1200" b="0" kern="1200" noProof="0" dirty="0">
                          <a:solidFill>
                            <a:schemeClr val="tx1"/>
                          </a:solidFill>
                          <a:latin typeface="+mn-lt"/>
                          <a:ea typeface="+mn-ea"/>
                          <a:cs typeface="+mn-cs"/>
                        </a:rPr>
                        <a:t>HTTPS/REST</a:t>
                      </a:r>
                    </a:p>
                  </a:txBody>
                  <a:tcPr marL="90013" marR="90013" marT="46777" marB="46777"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72892049"/>
                  </a:ext>
                </a:extLst>
              </a:tr>
            </a:tbl>
          </a:graphicData>
        </a:graphic>
      </p:graphicFrame>
      <p:sp>
        <p:nvSpPr>
          <p:cNvPr id="7" name="Marcador de texto 1">
            <a:extLst>
              <a:ext uri="{FF2B5EF4-FFF2-40B4-BE49-F238E27FC236}">
                <a16:creationId xmlns:a16="http://schemas.microsoft.com/office/drawing/2014/main" id="{A5DF5C83-F4FB-45D4-9E8B-C2B4C6873D34}"/>
              </a:ext>
            </a:extLst>
          </p:cNvPr>
          <p:cNvSpPr txBox="1">
            <a:spLocks/>
          </p:cNvSpPr>
          <p:nvPr/>
        </p:nvSpPr>
        <p:spPr>
          <a:xfrm>
            <a:off x="653140" y="406116"/>
            <a:ext cx="10833365" cy="3411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Font typeface="Arial" panose="020B0604020202020204" pitchFamily="34" charset="0"/>
              <a:buNone/>
            </a:pPr>
            <a:r>
              <a:rPr lang="es-ES" sz="1800" b="1" dirty="0">
                <a:solidFill>
                  <a:srgbClr val="EB0000"/>
                </a:solidFill>
                <a:ea typeface="Segoe UI" panose="020B0502040204020203" pitchFamily="34" charset="0"/>
                <a:cs typeface="Segoe UI" panose="020B0502040204020203" pitchFamily="34" charset="0"/>
              </a:rPr>
              <a:t>Componentes de infraestructura</a:t>
            </a:r>
          </a:p>
          <a:p>
            <a:pPr marL="0" indent="0">
              <a:spcBef>
                <a:spcPts val="300"/>
              </a:spcBef>
              <a:buFont typeface="Arial" panose="020B0604020202020204" pitchFamily="34" charset="0"/>
              <a:buNone/>
            </a:pPr>
            <a:endParaRPr lang="es-ES" sz="1800" b="1" dirty="0">
              <a:solidFill>
                <a:srgbClr val="EB0000"/>
              </a:solidFill>
              <a:ea typeface="Segoe UI" panose="020B0502040204020203" pitchFamily="34" charset="0"/>
              <a:cs typeface="Segoe UI" panose="020B0502040204020203" pitchFamily="34" charset="0"/>
            </a:endParaRPr>
          </a:p>
          <a:p>
            <a:pPr marL="0" indent="0">
              <a:spcBef>
                <a:spcPts val="300"/>
              </a:spcBef>
              <a:buFont typeface="Arial" panose="020B0604020202020204" pitchFamily="34" charset="0"/>
              <a:buNone/>
            </a:pPr>
            <a:r>
              <a:rPr lang="es-ES" sz="1800" b="1" dirty="0">
                <a:solidFill>
                  <a:srgbClr val="EB0000"/>
                </a:solidFill>
                <a:ea typeface="Segoe UI" panose="020B0502040204020203" pitchFamily="34" charset="0"/>
                <a:cs typeface="Segoe UI" panose="020B0502040204020203" pitchFamily="34" charset="0"/>
              </a:rPr>
              <a:t> </a:t>
            </a:r>
          </a:p>
        </p:txBody>
      </p:sp>
      <p:sp>
        <p:nvSpPr>
          <p:cNvPr id="6" name="CuadroTexto 5">
            <a:extLst>
              <a:ext uri="{FF2B5EF4-FFF2-40B4-BE49-F238E27FC236}">
                <a16:creationId xmlns:a16="http://schemas.microsoft.com/office/drawing/2014/main" id="{4B69CCC2-C110-4E00-A3ED-E32A20828471}"/>
              </a:ext>
            </a:extLst>
          </p:cNvPr>
          <p:cNvSpPr txBox="1"/>
          <p:nvPr/>
        </p:nvSpPr>
        <p:spPr>
          <a:xfrm>
            <a:off x="1030514" y="5243063"/>
            <a:ext cx="10455990" cy="369332"/>
          </a:xfrm>
          <a:prstGeom prst="rect">
            <a:avLst/>
          </a:prstGeom>
          <a:noFill/>
        </p:spPr>
        <p:txBody>
          <a:bodyPr wrap="square">
            <a:spAutoFit/>
          </a:bodyPr>
          <a:lstStyle/>
          <a:p>
            <a:r>
              <a:rPr lang="es-ES" sz="1800" dirty="0"/>
              <a:t>-     El proyecto es el encargado de gestionar los datos para hacer las conexiones a S3</a:t>
            </a:r>
            <a:endParaRPr lang="es-ES" dirty="0"/>
          </a:p>
        </p:txBody>
      </p:sp>
      <p:pic>
        <p:nvPicPr>
          <p:cNvPr id="8" name="Picture 662" descr="MC900434391[1]">
            <a:extLst>
              <a:ext uri="{FF2B5EF4-FFF2-40B4-BE49-F238E27FC236}">
                <a16:creationId xmlns:a16="http://schemas.microsoft.com/office/drawing/2014/main" id="{954B2892-A92C-41F0-9557-31EE2F44E3A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516413" y="4414275"/>
            <a:ext cx="353316"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662" descr="MC900434391[1]">
            <a:extLst>
              <a:ext uri="{FF2B5EF4-FFF2-40B4-BE49-F238E27FC236}">
                <a16:creationId xmlns:a16="http://schemas.microsoft.com/office/drawing/2014/main" id="{1590D06C-B44E-489D-9743-3460F47E130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734229" y="115119"/>
            <a:ext cx="353316"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588729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66EF84CC-FBE6-4927-A2EF-CB4E6E916B49}"/>
              </a:ext>
            </a:extLst>
          </p:cNvPr>
          <p:cNvSpPr txBox="1">
            <a:spLocks/>
          </p:cNvSpPr>
          <p:nvPr/>
        </p:nvSpPr>
        <p:spPr>
          <a:xfrm>
            <a:off x="722518" y="626373"/>
            <a:ext cx="5449681" cy="2852737"/>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kern="1200">
                <a:solidFill>
                  <a:schemeClr val="accent1"/>
                </a:solidFill>
                <a:latin typeface="+mj-lt"/>
                <a:ea typeface="+mj-ea"/>
                <a:cs typeface="+mj-cs"/>
              </a:defRPr>
            </a:lvl1pPr>
          </a:lstStyle>
          <a:p>
            <a:r>
              <a:rPr lang="es-ES" dirty="0">
                <a:solidFill>
                  <a:srgbClr val="EB0000"/>
                </a:solidFill>
                <a:ea typeface="Segoe UI" panose="020B0502040204020203" pitchFamily="34" charset="0"/>
                <a:cs typeface="Segoe UI" panose="020B0502040204020203" pitchFamily="34" charset="0"/>
              </a:rPr>
              <a:t>Modelo de servicio y criterios de despliegue</a:t>
            </a:r>
          </a:p>
          <a:p>
            <a:endParaRPr lang="es-ES" dirty="0"/>
          </a:p>
        </p:txBody>
      </p:sp>
      <p:sp>
        <p:nvSpPr>
          <p:cNvPr id="5" name="Marcador de texto 3">
            <a:extLst>
              <a:ext uri="{FF2B5EF4-FFF2-40B4-BE49-F238E27FC236}">
                <a16:creationId xmlns:a16="http://schemas.microsoft.com/office/drawing/2014/main" id="{880C3E36-5432-4A4C-887F-1DAAFADAF1A3}"/>
              </a:ext>
            </a:extLst>
          </p:cNvPr>
          <p:cNvSpPr>
            <a:spLocks noGrp="1"/>
          </p:cNvSpPr>
          <p:nvPr>
            <p:ph type="body" sz="quarter" idx="14"/>
          </p:nvPr>
        </p:nvSpPr>
        <p:spPr>
          <a:xfrm>
            <a:off x="8945217" y="3270526"/>
            <a:ext cx="2958754" cy="2364961"/>
          </a:xfrm>
        </p:spPr>
        <p:txBody>
          <a:bodyPr>
            <a:normAutofit lnSpcReduction="10000"/>
          </a:bodyPr>
          <a:lstStyle/>
          <a:p>
            <a:r>
              <a:rPr lang="es-ES" dirty="0"/>
              <a:t>05</a:t>
            </a:r>
          </a:p>
        </p:txBody>
      </p:sp>
    </p:spTree>
    <p:extLst>
      <p:ext uri="{BB962C8B-B14F-4D97-AF65-F5344CB8AC3E}">
        <p14:creationId xmlns:p14="http://schemas.microsoft.com/office/powerpoint/2010/main" val="1852847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 name="1 Título"/>
          <p:cNvSpPr txBox="1">
            <a:spLocks noGrp="1"/>
          </p:cNvSpPr>
          <p:nvPr>
            <p:ph type="title"/>
          </p:nvPr>
        </p:nvSpPr>
        <p:spPr>
          <a:xfrm>
            <a:off x="1775916" y="208917"/>
            <a:ext cx="8932986" cy="703385"/>
          </a:xfrm>
          <a:prstGeom prst="rect">
            <a:avLst/>
          </a:prstGeom>
        </p:spPr>
        <p:txBody>
          <a:bodyPr/>
          <a:lstStyle/>
          <a:p>
            <a:r>
              <a:rPr dirty="0"/>
              <a:t>PARTE VI – Modelo de Servicios</a:t>
            </a:r>
          </a:p>
        </p:txBody>
      </p:sp>
      <p:sp>
        <p:nvSpPr>
          <p:cNvPr id="943" name="2 Marcador de contenido"/>
          <p:cNvSpPr txBox="1"/>
          <p:nvPr/>
        </p:nvSpPr>
        <p:spPr>
          <a:xfrm>
            <a:off x="1894009" y="692904"/>
            <a:ext cx="8403983" cy="128438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114" tIns="45114" rIns="45114" bIns="45114">
            <a:spAutoFit/>
          </a:bodyPr>
          <a:lstStyle/>
          <a:p>
            <a:pPr defTabSz="902699">
              <a:spcBef>
                <a:spcPts val="369"/>
              </a:spcBef>
              <a:defRPr sz="2000" b="1">
                <a:solidFill>
                  <a:srgbClr val="FF0000"/>
                </a:solidFill>
              </a:defRPr>
            </a:pPr>
            <a:r>
              <a:rPr sz="1846" dirty="0" err="1"/>
              <a:t>Detalle</a:t>
            </a:r>
            <a:r>
              <a:rPr sz="1846" dirty="0"/>
              <a:t> del Modelo de Servicios</a:t>
            </a:r>
          </a:p>
          <a:p>
            <a:pPr defTabSz="902699">
              <a:defRPr sz="1600">
                <a:solidFill>
                  <a:srgbClr val="808080"/>
                </a:solidFill>
              </a:defRPr>
            </a:pPr>
            <a:endParaRPr sz="1477" dirty="0"/>
          </a:p>
          <a:p>
            <a:pPr marL="685817" lvl="1" indent="-263776" defTabSz="902699">
              <a:buClr>
                <a:srgbClr val="FF0000"/>
              </a:buClr>
              <a:buSzPct val="100000"/>
              <a:buFont typeface="Arial"/>
              <a:buChar char="•"/>
              <a:defRPr sz="1600" b="1">
                <a:solidFill>
                  <a:srgbClr val="808080"/>
                </a:solidFill>
              </a:defRPr>
            </a:pPr>
            <a:endParaRPr sz="1477" dirty="0"/>
          </a:p>
          <a:p>
            <a:pPr marL="158264" indent="-316527" defTabSz="902699">
              <a:buClr>
                <a:srgbClr val="FF0000"/>
              </a:buClr>
              <a:buSzPct val="100000"/>
              <a:buChar char="▪"/>
              <a:defRPr sz="1600">
                <a:solidFill>
                  <a:srgbClr val="808080"/>
                </a:solidFill>
              </a:defRPr>
            </a:pPr>
            <a:endParaRPr sz="1477" dirty="0"/>
          </a:p>
          <a:p>
            <a:pPr marL="685810" lvl="2" indent="-316527" defTabSz="902699">
              <a:buClr>
                <a:srgbClr val="FF0000"/>
              </a:buClr>
              <a:buSzPct val="100000"/>
              <a:buChar char="▪"/>
              <a:defRPr sz="1600">
                <a:solidFill>
                  <a:srgbClr val="808080"/>
                </a:solidFill>
              </a:defRPr>
            </a:pPr>
            <a:endParaRPr sz="1477" dirty="0"/>
          </a:p>
        </p:txBody>
      </p:sp>
      <p:grpSp>
        <p:nvGrpSpPr>
          <p:cNvPr id="956" name="4 Diagrama"/>
          <p:cNvGrpSpPr/>
          <p:nvPr/>
        </p:nvGrpSpPr>
        <p:grpSpPr>
          <a:xfrm>
            <a:off x="1261899" y="1112449"/>
            <a:ext cx="9689272" cy="5322301"/>
            <a:chOff x="0" y="-911094"/>
            <a:chExt cx="10496711" cy="5765825"/>
          </a:xfrm>
        </p:grpSpPr>
        <p:grpSp>
          <p:nvGrpSpPr>
            <p:cNvPr id="946" name="Grupo"/>
            <p:cNvGrpSpPr/>
            <p:nvPr/>
          </p:nvGrpSpPr>
          <p:grpSpPr>
            <a:xfrm>
              <a:off x="2506795" y="-911094"/>
              <a:ext cx="7967089" cy="3888078"/>
              <a:chOff x="-4" y="-1131052"/>
              <a:chExt cx="7967088" cy="3888077"/>
            </a:xfrm>
          </p:grpSpPr>
          <p:sp>
            <p:nvSpPr>
              <p:cNvPr id="944" name="Figura"/>
              <p:cNvSpPr/>
              <p:nvPr/>
            </p:nvSpPr>
            <p:spPr>
              <a:xfrm rot="5400000">
                <a:off x="2541071" y="-3346206"/>
                <a:ext cx="2786127" cy="7868278"/>
              </a:xfrm>
              <a:custGeom>
                <a:avLst/>
                <a:gdLst/>
                <a:ahLst/>
                <a:cxnLst>
                  <a:cxn ang="0">
                    <a:pos x="wd2" y="hd2"/>
                  </a:cxn>
                  <a:cxn ang="5400000">
                    <a:pos x="wd2" y="hd2"/>
                  </a:cxn>
                  <a:cxn ang="10800000">
                    <a:pos x="wd2" y="hd2"/>
                  </a:cxn>
                  <a:cxn ang="16200000">
                    <a:pos x="wd2" y="hd2"/>
                  </a:cxn>
                </a:cxnLst>
                <a:rect l="0" t="0" r="r" b="b"/>
                <a:pathLst>
                  <a:path w="21600" h="21600" extrusionOk="0">
                    <a:moveTo>
                      <a:pt x="3600" y="0"/>
                    </a:moveTo>
                    <a:lnTo>
                      <a:pt x="18000" y="0"/>
                    </a:lnTo>
                    <a:cubicBezTo>
                      <a:pt x="19988" y="0"/>
                      <a:pt x="21600" y="325"/>
                      <a:pt x="21600" y="725"/>
                    </a:cubicBezTo>
                    <a:lnTo>
                      <a:pt x="21600" y="21600"/>
                    </a:lnTo>
                    <a:lnTo>
                      <a:pt x="0" y="21600"/>
                    </a:lnTo>
                    <a:lnTo>
                      <a:pt x="0" y="725"/>
                    </a:lnTo>
                    <a:cubicBezTo>
                      <a:pt x="0" y="325"/>
                      <a:pt x="1612" y="0"/>
                      <a:pt x="3600" y="0"/>
                    </a:cubicBezTo>
                    <a:close/>
                  </a:path>
                </a:pathLst>
              </a:custGeom>
              <a:solidFill>
                <a:schemeClr val="accent2">
                  <a:lumMod val="20000"/>
                  <a:lumOff val="80000"/>
                  <a:alpha val="90000"/>
                </a:schemeClr>
              </a:solidFill>
              <a:ln w="25400" cap="flat">
                <a:solidFill>
                  <a:schemeClr val="accent6">
                    <a:satOff val="24489"/>
                    <a:lumOff val="34513"/>
                    <a:alpha val="90000"/>
                  </a:schemeClr>
                </a:solidFill>
                <a:prstDash val="solid"/>
                <a:round/>
              </a:ln>
              <a:effectLst/>
            </p:spPr>
            <p:txBody>
              <a:bodyPr wrap="square" lIns="45114" tIns="45114" rIns="45114" bIns="45114" numCol="1" anchor="ctr">
                <a:noAutofit/>
              </a:bodyPr>
              <a:lstStyle/>
              <a:p>
                <a:pPr algn="just" defTabSz="656509">
                  <a:lnSpc>
                    <a:spcPct val="90000"/>
                  </a:lnSpc>
                  <a:spcBef>
                    <a:spcPts val="369"/>
                  </a:spcBef>
                </a:pPr>
                <a:endParaRPr sz="1662"/>
              </a:p>
            </p:txBody>
          </p:sp>
          <p:sp>
            <p:nvSpPr>
              <p:cNvPr id="945" name="PaaS Internet (Santander España) dedicado…"/>
              <p:cNvSpPr txBox="1"/>
              <p:nvPr/>
            </p:nvSpPr>
            <p:spPr>
              <a:xfrm>
                <a:off x="176151" y="-1131052"/>
                <a:ext cx="7790933" cy="3888077"/>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14300" tIns="114300" rIns="114300" bIns="114300" numCol="1" anchor="ctr">
                <a:spAutoFit/>
              </a:bodyPr>
              <a:lstStyle/>
              <a:p>
                <a:pPr marL="571500" lvl="1" indent="-285750" algn="just">
                  <a:spcBef>
                    <a:spcPct val="20000"/>
                  </a:spcBef>
                  <a:buClr>
                    <a:srgbClr val="FF0000"/>
                  </a:buClr>
                  <a:buSzPct val="100000"/>
                  <a:tabLst>
                    <a:tab pos="990600" algn="l"/>
                    <a:tab pos="3225800" algn="l"/>
                    <a:tab pos="4127500" algn="l"/>
                  </a:tabLst>
                  <a:defRPr/>
                </a:pPr>
                <a:endParaRPr lang="es-ES" sz="1477" dirty="0"/>
              </a:p>
              <a:p>
                <a:pPr marL="571500" lvl="1" indent="-285750" algn="just">
                  <a:spcBef>
                    <a:spcPct val="20000"/>
                  </a:spcBef>
                  <a:buClr>
                    <a:srgbClr val="FF0000"/>
                  </a:buClr>
                  <a:buSzPct val="100000"/>
                  <a:buFont typeface="Arial" panose="020B0604020202020204" pitchFamily="34" charset="0"/>
                  <a:buChar char="•"/>
                  <a:tabLst>
                    <a:tab pos="990600" algn="l"/>
                    <a:tab pos="3225800" algn="l"/>
                    <a:tab pos="4127500" algn="l"/>
                  </a:tabLst>
                  <a:defRPr/>
                </a:pPr>
                <a:r>
                  <a:rPr lang="es-ES" sz="1400" dirty="0">
                    <a:solidFill>
                      <a:schemeClr val="tx1">
                        <a:lumMod val="85000"/>
                        <a:lumOff val="15000"/>
                      </a:schemeClr>
                    </a:solidFill>
                  </a:rPr>
                  <a:t>Los Microservicios y API Gateway Darwin se desplegarán en Global PaaS. Los nuevos Microservicios del proyecto se desplegarán en el Proyecto HC 2.0 en el canal internet. Se utilizará dos </a:t>
                </a:r>
                <a:r>
                  <a:rPr lang="es-ES" sz="1400" dirty="0" err="1">
                    <a:solidFill>
                      <a:schemeClr val="tx1">
                        <a:lumMod val="85000"/>
                        <a:lumOff val="15000"/>
                      </a:schemeClr>
                    </a:solidFill>
                  </a:rPr>
                  <a:t>gateways</a:t>
                </a:r>
                <a:r>
                  <a:rPr lang="es-ES" sz="1400" dirty="0">
                    <a:solidFill>
                      <a:schemeClr val="tx1">
                        <a:lumMod val="85000"/>
                        <a:lumOff val="15000"/>
                      </a:schemeClr>
                    </a:solidFill>
                  </a:rPr>
                  <a:t> web uno para el front de intranet y otro para el front de internet Se requiere el uso de los siguientes entornos: Desarrollo/Certificación, Preproducción y Producción, ubicados en Red Interna</a:t>
                </a:r>
              </a:p>
              <a:p>
                <a:pPr marL="571500" lvl="1" indent="-285750" algn="just">
                  <a:spcBef>
                    <a:spcPct val="20000"/>
                  </a:spcBef>
                  <a:buClr>
                    <a:srgbClr val="FF0000"/>
                  </a:buClr>
                  <a:buSzPct val="100000"/>
                  <a:buFont typeface="Arial" panose="020B0604020202020204" pitchFamily="34" charset="0"/>
                  <a:buChar char="•"/>
                  <a:tabLst>
                    <a:tab pos="990600" algn="l"/>
                    <a:tab pos="3225800" algn="l"/>
                    <a:tab pos="4127500" algn="l"/>
                  </a:tabLst>
                  <a:defRPr/>
                </a:pPr>
                <a:r>
                  <a:rPr lang="es-ES" sz="1400" dirty="0">
                    <a:solidFill>
                      <a:schemeClr val="tx1">
                        <a:lumMod val="85000"/>
                        <a:lumOff val="15000"/>
                      </a:schemeClr>
                    </a:solidFill>
                  </a:rPr>
                  <a:t>PaaS Estructural Seguridad SAS (compartido).</a:t>
                </a:r>
              </a:p>
              <a:p>
                <a:pPr marL="571500" lvl="1" indent="-285750" algn="just">
                  <a:spcBef>
                    <a:spcPct val="20000"/>
                  </a:spcBef>
                  <a:buClr>
                    <a:srgbClr val="FF0000"/>
                  </a:buClr>
                  <a:buSzPct val="100000"/>
                  <a:buFont typeface="Arial" panose="020B0604020202020204" pitchFamily="34" charset="0"/>
                  <a:buChar char="•"/>
                  <a:tabLst>
                    <a:tab pos="990600" algn="l"/>
                    <a:tab pos="3225800" algn="l"/>
                    <a:tab pos="4127500" algn="l"/>
                  </a:tabLst>
                  <a:defRPr/>
                </a:pPr>
                <a:r>
                  <a:rPr lang="es-ES" sz="1400" dirty="0">
                    <a:solidFill>
                      <a:schemeClr val="tx1">
                        <a:lumMod val="85000"/>
                        <a:lumOff val="15000"/>
                      </a:schemeClr>
                    </a:solidFill>
                  </a:rPr>
                  <a:t>Se utilizara la Celda Java Particulares para PiOnline.</a:t>
                </a:r>
              </a:p>
              <a:p>
                <a:pPr marL="571500" lvl="1" indent="-285750" algn="just">
                  <a:spcBef>
                    <a:spcPct val="20000"/>
                  </a:spcBef>
                  <a:buClr>
                    <a:srgbClr val="FF0000"/>
                  </a:buClr>
                  <a:buSzPct val="100000"/>
                  <a:buFont typeface="Arial" panose="020B0604020202020204" pitchFamily="34" charset="0"/>
                  <a:buChar char="•"/>
                  <a:tabLst>
                    <a:tab pos="990600" algn="l"/>
                    <a:tab pos="3225800" algn="l"/>
                    <a:tab pos="4127500" algn="l"/>
                  </a:tabLst>
                  <a:defRPr/>
                </a:pPr>
                <a:r>
                  <a:rPr lang="es-ES" sz="1400" dirty="0">
                    <a:solidFill>
                      <a:schemeClr val="tx1">
                        <a:lumMod val="85000"/>
                        <a:lumOff val="15000"/>
                      </a:schemeClr>
                    </a:solidFill>
                  </a:rPr>
                  <a:t>Se comunicarán ambos PaaS internet /intranet a través de DNS. Preferiblemente y a ser posible por Network </a:t>
                </a:r>
                <a:r>
                  <a:rPr lang="es-ES" sz="1400" dirty="0" err="1">
                    <a:solidFill>
                      <a:schemeClr val="tx1">
                        <a:lumMod val="85000"/>
                        <a:lumOff val="15000"/>
                      </a:schemeClr>
                    </a:solidFill>
                  </a:rPr>
                  <a:t>policies</a:t>
                </a:r>
                <a:r>
                  <a:rPr lang="es-ES" sz="1400" dirty="0">
                    <a:solidFill>
                      <a:schemeClr val="tx1">
                        <a:lumMod val="85000"/>
                        <a:lumOff val="15000"/>
                      </a:schemeClr>
                    </a:solidFill>
                  </a:rPr>
                  <a:t>.</a:t>
                </a:r>
              </a:p>
              <a:p>
                <a:pPr marL="571500" lvl="1" indent="-285750" algn="just">
                  <a:spcBef>
                    <a:spcPct val="20000"/>
                  </a:spcBef>
                  <a:buClr>
                    <a:srgbClr val="FF0000"/>
                  </a:buClr>
                  <a:buSzPct val="100000"/>
                  <a:buFont typeface="Arial" panose="020B0604020202020204" pitchFamily="34" charset="0"/>
                  <a:buChar char="•"/>
                  <a:tabLst>
                    <a:tab pos="990600" algn="l"/>
                    <a:tab pos="3225800" algn="l"/>
                    <a:tab pos="4127500" algn="l"/>
                  </a:tabLst>
                  <a:defRPr/>
                </a:pPr>
                <a:r>
                  <a:rPr lang="es-ES" sz="1400" dirty="0">
                    <a:solidFill>
                      <a:schemeClr val="tx1">
                        <a:lumMod val="85000"/>
                        <a:lumOff val="15000"/>
                      </a:schemeClr>
                    </a:solidFill>
                  </a:rPr>
                  <a:t>EL modelo de Servicio de </a:t>
                </a:r>
                <a:r>
                  <a:rPr lang="es-ES" sz="1400" dirty="0" err="1">
                    <a:solidFill>
                      <a:schemeClr val="tx1">
                        <a:lumMod val="85000"/>
                        <a:lumOff val="15000"/>
                      </a:schemeClr>
                    </a:solidFill>
                  </a:rPr>
                  <a:t>Inbenta</a:t>
                </a:r>
                <a:r>
                  <a:rPr lang="es-ES" sz="1400" dirty="0">
                    <a:solidFill>
                      <a:schemeClr val="tx1">
                        <a:lumMod val="85000"/>
                        <a:lumOff val="15000"/>
                      </a:schemeClr>
                    </a:solidFill>
                  </a:rPr>
                  <a:t> queda reflejado fuera de este diseño , se indica los niveles de SLA en REF 4</a:t>
                </a:r>
              </a:p>
              <a:p>
                <a:pPr marL="285750" lvl="1" algn="just">
                  <a:spcBef>
                    <a:spcPct val="20000"/>
                  </a:spcBef>
                  <a:buClr>
                    <a:srgbClr val="FF0000"/>
                  </a:buClr>
                  <a:buSzPct val="100000"/>
                  <a:tabLst>
                    <a:tab pos="990600" algn="l"/>
                    <a:tab pos="3225800" algn="l"/>
                    <a:tab pos="4127500" algn="l"/>
                  </a:tabLst>
                  <a:defRPr/>
                </a:pPr>
                <a:endParaRPr lang="es-ES" sz="1477" dirty="0">
                  <a:solidFill>
                    <a:srgbClr val="808080"/>
                  </a:solidFill>
                </a:endParaRPr>
              </a:p>
              <a:p>
                <a:pPr marL="571500" lvl="1" indent="-285750" algn="just">
                  <a:spcBef>
                    <a:spcPct val="20000"/>
                  </a:spcBef>
                  <a:buClr>
                    <a:srgbClr val="FF0000"/>
                  </a:buClr>
                  <a:buSzPct val="100000"/>
                  <a:buFont typeface="Arial" panose="020B0604020202020204" pitchFamily="34" charset="0"/>
                  <a:buChar char="•"/>
                  <a:tabLst>
                    <a:tab pos="990600" algn="l"/>
                    <a:tab pos="3225800" algn="l"/>
                    <a:tab pos="4127500" algn="l"/>
                  </a:tabLst>
                  <a:defRPr/>
                </a:pPr>
                <a:endParaRPr lang="es-ES" sz="1477" dirty="0">
                  <a:solidFill>
                    <a:srgbClr val="808080"/>
                  </a:solidFill>
                </a:endParaRPr>
              </a:p>
            </p:txBody>
          </p:sp>
        </p:grpSp>
        <p:grpSp>
          <p:nvGrpSpPr>
            <p:cNvPr id="949" name="Grupo"/>
            <p:cNvGrpSpPr/>
            <p:nvPr/>
          </p:nvGrpSpPr>
          <p:grpSpPr>
            <a:xfrm>
              <a:off x="0" y="0"/>
              <a:ext cx="2506802" cy="2024317"/>
              <a:chOff x="0" y="0"/>
              <a:chExt cx="2506801" cy="2024316"/>
            </a:xfrm>
          </p:grpSpPr>
          <p:sp>
            <p:nvSpPr>
              <p:cNvPr id="947" name="Rectángulo redondeado"/>
              <p:cNvSpPr/>
              <p:nvPr/>
            </p:nvSpPr>
            <p:spPr>
              <a:xfrm>
                <a:off x="0" y="0"/>
                <a:ext cx="2506801" cy="2024316"/>
              </a:xfrm>
              <a:prstGeom prst="roundRect">
                <a:avLst>
                  <a:gd name="adj" fmla="val 16667"/>
                </a:avLst>
              </a:prstGeom>
              <a:solidFill>
                <a:srgbClr val="FF0000"/>
              </a:solidFill>
              <a:ln w="25400" cap="flat">
                <a:solidFill>
                  <a:schemeClr val="accent3">
                    <a:lumOff val="44000"/>
                  </a:schemeClr>
                </a:solidFill>
                <a:prstDash val="solid"/>
                <a:round/>
              </a:ln>
              <a:effectLst/>
            </p:spPr>
            <p:txBody>
              <a:bodyPr wrap="square" lIns="45114" tIns="45114" rIns="45114" bIns="45114" numCol="1" anchor="ctr">
                <a:noAutofit/>
              </a:bodyPr>
              <a:lstStyle/>
              <a:p>
                <a:pPr algn="ctr" defTabSz="820636">
                  <a:lnSpc>
                    <a:spcPct val="90000"/>
                  </a:lnSpc>
                  <a:spcBef>
                    <a:spcPts val="923"/>
                  </a:spcBef>
                  <a:defRPr>
                    <a:solidFill>
                      <a:schemeClr val="accent3">
                        <a:lumOff val="44000"/>
                      </a:schemeClr>
                    </a:solidFill>
                  </a:defRPr>
                </a:pPr>
                <a:endParaRPr sz="1662"/>
              </a:p>
            </p:txBody>
          </p:sp>
          <p:sp>
            <p:nvSpPr>
              <p:cNvPr id="948" name="Modelo de Servicio"/>
              <p:cNvSpPr txBox="1"/>
              <p:nvPr/>
            </p:nvSpPr>
            <p:spPr>
              <a:xfrm>
                <a:off x="98818" y="835209"/>
                <a:ext cx="2309163" cy="353894"/>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5169" tIns="35169" rIns="35169" bIns="35169" numCol="1" anchor="ctr">
                <a:spAutoFit/>
              </a:bodyPr>
              <a:lstStyle>
                <a:lvl1pPr algn="ctr" defTabSz="889000">
                  <a:lnSpc>
                    <a:spcPct val="90000"/>
                  </a:lnSpc>
                  <a:spcBef>
                    <a:spcPts val="800"/>
                  </a:spcBef>
                  <a:defRPr sz="2000">
                    <a:solidFill>
                      <a:schemeClr val="accent3">
                        <a:lumOff val="44000"/>
                      </a:schemeClr>
                    </a:solidFill>
                  </a:defRPr>
                </a:lvl1pPr>
              </a:lstStyle>
              <a:p>
                <a:r>
                  <a:rPr sz="1846" dirty="0"/>
                  <a:t>Modelo de Servicio</a:t>
                </a:r>
              </a:p>
            </p:txBody>
          </p:sp>
        </p:grpSp>
        <p:grpSp>
          <p:nvGrpSpPr>
            <p:cNvPr id="952" name="Grupo"/>
            <p:cNvGrpSpPr/>
            <p:nvPr/>
          </p:nvGrpSpPr>
          <p:grpSpPr>
            <a:xfrm>
              <a:off x="2561309" y="2329595"/>
              <a:ext cx="7935402" cy="2525136"/>
              <a:chOff x="54510" y="-158230"/>
              <a:chExt cx="7935401" cy="2525135"/>
            </a:xfrm>
          </p:grpSpPr>
          <p:sp>
            <p:nvSpPr>
              <p:cNvPr id="950" name="Figura"/>
              <p:cNvSpPr/>
              <p:nvPr/>
            </p:nvSpPr>
            <p:spPr>
              <a:xfrm rot="5400000">
                <a:off x="3087414" y="-3106473"/>
                <a:ext cx="1894732" cy="7910262"/>
              </a:xfrm>
              <a:custGeom>
                <a:avLst/>
                <a:gdLst/>
                <a:ahLst/>
                <a:cxnLst>
                  <a:cxn ang="0">
                    <a:pos x="wd2" y="hd2"/>
                  </a:cxn>
                  <a:cxn ang="5400000">
                    <a:pos x="wd2" y="hd2"/>
                  </a:cxn>
                  <a:cxn ang="10800000">
                    <a:pos x="wd2" y="hd2"/>
                  </a:cxn>
                  <a:cxn ang="16200000">
                    <a:pos x="wd2" y="hd2"/>
                  </a:cxn>
                </a:cxnLst>
                <a:rect l="0" t="0" r="r" b="b"/>
                <a:pathLst>
                  <a:path w="21600" h="21600" extrusionOk="0">
                    <a:moveTo>
                      <a:pt x="3600" y="0"/>
                    </a:moveTo>
                    <a:lnTo>
                      <a:pt x="18000" y="0"/>
                    </a:lnTo>
                    <a:cubicBezTo>
                      <a:pt x="19988" y="0"/>
                      <a:pt x="21600" y="229"/>
                      <a:pt x="21600" y="511"/>
                    </a:cubicBezTo>
                    <a:lnTo>
                      <a:pt x="21600" y="21600"/>
                    </a:lnTo>
                    <a:lnTo>
                      <a:pt x="0" y="21600"/>
                    </a:lnTo>
                    <a:lnTo>
                      <a:pt x="0" y="511"/>
                    </a:lnTo>
                    <a:cubicBezTo>
                      <a:pt x="0" y="229"/>
                      <a:pt x="1612" y="0"/>
                      <a:pt x="3600" y="0"/>
                    </a:cubicBezTo>
                    <a:close/>
                  </a:path>
                </a:pathLst>
              </a:custGeom>
              <a:solidFill>
                <a:schemeClr val="accent2">
                  <a:lumMod val="20000"/>
                  <a:lumOff val="80000"/>
                  <a:alpha val="90000"/>
                </a:schemeClr>
              </a:solidFill>
              <a:ln w="25400" cap="flat">
                <a:solidFill>
                  <a:schemeClr val="accent6">
                    <a:satOff val="24489"/>
                    <a:lumOff val="34513"/>
                    <a:alpha val="90000"/>
                  </a:schemeClr>
                </a:solidFill>
                <a:prstDash val="solid"/>
                <a:round/>
              </a:ln>
              <a:effectLst/>
            </p:spPr>
            <p:txBody>
              <a:bodyPr wrap="square" lIns="45114" tIns="45114" rIns="45114" bIns="45114" numCol="1" anchor="ctr">
                <a:noAutofit/>
              </a:bodyPr>
              <a:lstStyle/>
              <a:p>
                <a:pPr algn="just" defTabSz="656509">
                  <a:lnSpc>
                    <a:spcPct val="90000"/>
                  </a:lnSpc>
                  <a:spcBef>
                    <a:spcPts val="369"/>
                  </a:spcBef>
                </a:pPr>
                <a:endParaRPr sz="1662"/>
              </a:p>
            </p:txBody>
          </p:sp>
          <p:sp>
            <p:nvSpPr>
              <p:cNvPr id="951" name="Indicar el modelo de despliegue de cada componente:…"/>
              <p:cNvSpPr/>
              <p:nvPr/>
            </p:nvSpPr>
            <p:spPr>
              <a:xfrm>
                <a:off x="54510" y="-158230"/>
                <a:ext cx="7813763" cy="2525135"/>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14300" tIns="114300" rIns="114300" bIns="114300" numCol="1" anchor="ctr">
                <a:spAutoFit/>
              </a:bodyPr>
              <a:lstStyle/>
              <a:p>
                <a:pPr marL="316531" lvl="2" indent="-158265" algn="just" defTabSz="656509">
                  <a:lnSpc>
                    <a:spcPct val="90000"/>
                  </a:lnSpc>
                  <a:spcBef>
                    <a:spcPts val="185"/>
                  </a:spcBef>
                  <a:buClr>
                    <a:schemeClr val="accent2"/>
                  </a:buClr>
                  <a:buSzPct val="100000"/>
                  <a:buChar char="•"/>
                  <a:defRPr sz="1600">
                    <a:solidFill>
                      <a:srgbClr val="808080"/>
                    </a:solidFill>
                  </a:defRPr>
                </a:pPr>
                <a:r>
                  <a:rPr lang="es-ES" sz="1400" dirty="0">
                    <a:solidFill>
                      <a:schemeClr val="tx1">
                        <a:lumMod val="85000"/>
                        <a:lumOff val="15000"/>
                      </a:schemeClr>
                    </a:solidFill>
                  </a:rPr>
                  <a:t>Proyectos PaaS en Open Shift</a:t>
                </a:r>
              </a:p>
              <a:p>
                <a:pPr marL="316531" lvl="2" indent="-158265" algn="just" defTabSz="656509">
                  <a:lnSpc>
                    <a:spcPct val="90000"/>
                  </a:lnSpc>
                  <a:spcBef>
                    <a:spcPts val="185"/>
                  </a:spcBef>
                  <a:buClr>
                    <a:schemeClr val="accent2"/>
                  </a:buClr>
                  <a:buSzPct val="100000"/>
                  <a:buChar char="•"/>
                  <a:defRPr sz="1600">
                    <a:solidFill>
                      <a:srgbClr val="808080"/>
                    </a:solidFill>
                  </a:defRPr>
                </a:pPr>
                <a:r>
                  <a:rPr lang="es-ES" sz="1400" dirty="0">
                    <a:solidFill>
                      <a:schemeClr val="tx1">
                        <a:lumMod val="85000"/>
                        <a:lumOff val="15000"/>
                      </a:schemeClr>
                    </a:solidFill>
                  </a:rPr>
                  <a:t>El despliegue se hace siguiendo el ciclo de ALM con los patrones de CI/CD.</a:t>
                </a:r>
              </a:p>
              <a:p>
                <a:pPr marL="316531" lvl="2" indent="-158265" algn="just" defTabSz="656509">
                  <a:lnSpc>
                    <a:spcPct val="90000"/>
                  </a:lnSpc>
                  <a:spcBef>
                    <a:spcPts val="185"/>
                  </a:spcBef>
                  <a:buClr>
                    <a:schemeClr val="accent2"/>
                  </a:buClr>
                  <a:buSzPct val="100000"/>
                  <a:buChar char="•"/>
                  <a:defRPr sz="1600">
                    <a:solidFill>
                      <a:srgbClr val="808080"/>
                    </a:solidFill>
                  </a:defRPr>
                </a:pPr>
                <a:r>
                  <a:rPr lang="es-ES" sz="1400" dirty="0">
                    <a:solidFill>
                      <a:schemeClr val="tx1">
                        <a:lumMod val="85000"/>
                        <a:lumOff val="15000"/>
                      </a:schemeClr>
                    </a:solidFill>
                  </a:rPr>
                  <a:t>Es necesario abrir reglas de firewall a servicios externos: </a:t>
                </a:r>
              </a:p>
              <a:p>
                <a:pPr marL="773731" lvl="3" indent="-158265" algn="just" defTabSz="656509">
                  <a:lnSpc>
                    <a:spcPct val="90000"/>
                  </a:lnSpc>
                  <a:spcBef>
                    <a:spcPts val="185"/>
                  </a:spcBef>
                  <a:buClr>
                    <a:schemeClr val="accent2"/>
                  </a:buClr>
                  <a:buSzPct val="100000"/>
                  <a:buChar char="•"/>
                  <a:defRPr sz="1600">
                    <a:solidFill>
                      <a:srgbClr val="808080"/>
                    </a:solidFill>
                  </a:defRPr>
                </a:pPr>
                <a:r>
                  <a:rPr lang="es-ES" sz="1400" dirty="0">
                    <a:solidFill>
                      <a:schemeClr val="tx1">
                        <a:lumMod val="85000"/>
                        <a:lumOff val="15000"/>
                      </a:schemeClr>
                    </a:solidFill>
                  </a:rPr>
                  <a:t>Servicio externo de OCR por </a:t>
                </a:r>
                <a:r>
                  <a:rPr lang="es-ES" sz="1400" dirty="0" err="1">
                    <a:solidFill>
                      <a:schemeClr val="tx1">
                        <a:lumMod val="85000"/>
                        <a:lumOff val="15000"/>
                      </a:schemeClr>
                    </a:solidFill>
                  </a:rPr>
                  <a:t>Broker</a:t>
                </a:r>
                <a:r>
                  <a:rPr lang="es-ES" sz="1400" dirty="0">
                    <a:solidFill>
                      <a:schemeClr val="tx1">
                        <a:lumMod val="85000"/>
                        <a:lumOff val="15000"/>
                      </a:schemeClr>
                    </a:solidFill>
                  </a:rPr>
                  <a:t> OCR. </a:t>
                </a:r>
              </a:p>
              <a:p>
                <a:pPr marL="773731" lvl="3" indent="-158265" algn="just" defTabSz="656509">
                  <a:lnSpc>
                    <a:spcPct val="90000"/>
                  </a:lnSpc>
                  <a:spcBef>
                    <a:spcPts val="185"/>
                  </a:spcBef>
                  <a:buClr>
                    <a:schemeClr val="accent2"/>
                  </a:buClr>
                  <a:buSzPct val="100000"/>
                  <a:buChar char="•"/>
                  <a:defRPr sz="1600">
                    <a:solidFill>
                      <a:srgbClr val="808080"/>
                    </a:solidFill>
                  </a:defRPr>
                </a:pPr>
                <a:r>
                  <a:rPr lang="es-ES" sz="1400" dirty="0">
                    <a:solidFill>
                      <a:schemeClr val="tx1">
                        <a:lumMod val="85000"/>
                        <a:lumOff val="15000"/>
                      </a:schemeClr>
                    </a:solidFill>
                  </a:rPr>
                  <a:t>Servicio de consulta de oficinas.</a:t>
                </a:r>
              </a:p>
              <a:p>
                <a:pPr marL="773731" lvl="3" indent="-158265" algn="just" defTabSz="656509">
                  <a:lnSpc>
                    <a:spcPct val="90000"/>
                  </a:lnSpc>
                  <a:spcBef>
                    <a:spcPts val="185"/>
                  </a:spcBef>
                  <a:buClr>
                    <a:schemeClr val="accent2"/>
                  </a:buClr>
                  <a:buSzPct val="100000"/>
                  <a:buChar char="•"/>
                  <a:defRPr sz="1600">
                    <a:solidFill>
                      <a:srgbClr val="808080"/>
                    </a:solidFill>
                  </a:defRPr>
                </a:pPr>
                <a:r>
                  <a:rPr lang="es-ES" sz="1400" dirty="0">
                    <a:solidFill>
                      <a:schemeClr val="tx1">
                        <a:lumMod val="85000"/>
                        <a:lumOff val="15000"/>
                      </a:schemeClr>
                    </a:solidFill>
                  </a:rPr>
                  <a:t>Servicio de fraude empresa Confirma.</a:t>
                </a:r>
              </a:p>
              <a:p>
                <a:pPr marL="773731" lvl="3" indent="-158265" algn="just" defTabSz="656509">
                  <a:lnSpc>
                    <a:spcPct val="90000"/>
                  </a:lnSpc>
                  <a:spcBef>
                    <a:spcPts val="185"/>
                  </a:spcBef>
                  <a:buClr>
                    <a:schemeClr val="accent2"/>
                  </a:buClr>
                  <a:buSzPct val="100000"/>
                  <a:buChar char="•"/>
                  <a:defRPr sz="1600">
                    <a:solidFill>
                      <a:srgbClr val="808080"/>
                    </a:solidFill>
                  </a:defRPr>
                </a:pPr>
                <a:endParaRPr lang="es-ES" sz="1600" dirty="0"/>
              </a:p>
              <a:p>
                <a:pPr marL="773731" lvl="3" indent="-158265" algn="just" defTabSz="656509">
                  <a:lnSpc>
                    <a:spcPct val="90000"/>
                  </a:lnSpc>
                  <a:spcBef>
                    <a:spcPts val="185"/>
                  </a:spcBef>
                  <a:buClr>
                    <a:schemeClr val="accent2"/>
                  </a:buClr>
                  <a:buSzPct val="100000"/>
                  <a:buChar char="•"/>
                  <a:defRPr sz="1600">
                    <a:solidFill>
                      <a:srgbClr val="808080"/>
                    </a:solidFill>
                  </a:defRPr>
                </a:pPr>
                <a:endParaRPr lang="es-ES" sz="1400" dirty="0">
                  <a:solidFill>
                    <a:schemeClr val="tx1">
                      <a:lumMod val="85000"/>
                      <a:lumOff val="15000"/>
                    </a:schemeClr>
                  </a:solidFill>
                </a:endParaRPr>
              </a:p>
              <a:p>
                <a:pPr marL="571500" lvl="1" indent="-285750" algn="just">
                  <a:spcBef>
                    <a:spcPct val="20000"/>
                  </a:spcBef>
                  <a:buClr>
                    <a:srgbClr val="FF0000"/>
                  </a:buClr>
                  <a:buSzPct val="100000"/>
                  <a:tabLst>
                    <a:tab pos="990600" algn="l"/>
                    <a:tab pos="3225800" algn="l"/>
                    <a:tab pos="4127500" algn="l"/>
                  </a:tabLst>
                  <a:defRPr/>
                </a:pPr>
                <a:endParaRPr lang="es-ES" sz="1400" dirty="0"/>
              </a:p>
            </p:txBody>
          </p:sp>
        </p:grpSp>
        <p:grpSp>
          <p:nvGrpSpPr>
            <p:cNvPr id="955" name="Grupo"/>
            <p:cNvGrpSpPr/>
            <p:nvPr/>
          </p:nvGrpSpPr>
          <p:grpSpPr>
            <a:xfrm>
              <a:off x="0" y="2344011"/>
              <a:ext cx="2506802" cy="1631629"/>
              <a:chOff x="0" y="91017"/>
              <a:chExt cx="2506801" cy="1631627"/>
            </a:xfrm>
          </p:grpSpPr>
          <p:sp>
            <p:nvSpPr>
              <p:cNvPr id="953" name="Rectángulo redondeado"/>
              <p:cNvSpPr/>
              <p:nvPr/>
            </p:nvSpPr>
            <p:spPr>
              <a:xfrm>
                <a:off x="0" y="91017"/>
                <a:ext cx="2506801" cy="1631627"/>
              </a:xfrm>
              <a:prstGeom prst="roundRect">
                <a:avLst>
                  <a:gd name="adj" fmla="val 16667"/>
                </a:avLst>
              </a:prstGeom>
              <a:solidFill>
                <a:srgbClr val="FF0000"/>
              </a:solidFill>
              <a:ln w="25400" cap="flat">
                <a:solidFill>
                  <a:schemeClr val="accent3">
                    <a:lumOff val="44000"/>
                  </a:schemeClr>
                </a:solidFill>
                <a:prstDash val="solid"/>
                <a:round/>
              </a:ln>
              <a:effectLst/>
            </p:spPr>
            <p:txBody>
              <a:bodyPr wrap="square" lIns="45114" tIns="45114" rIns="45114" bIns="45114" numCol="1" anchor="ctr">
                <a:noAutofit/>
              </a:bodyPr>
              <a:lstStyle/>
              <a:p>
                <a:pPr algn="ctr" defTabSz="820636">
                  <a:lnSpc>
                    <a:spcPct val="90000"/>
                  </a:lnSpc>
                  <a:spcBef>
                    <a:spcPts val="923"/>
                  </a:spcBef>
                  <a:defRPr>
                    <a:solidFill>
                      <a:schemeClr val="accent3">
                        <a:lumOff val="44000"/>
                      </a:schemeClr>
                    </a:solidFill>
                  </a:defRPr>
                </a:pPr>
                <a:endParaRPr sz="1662"/>
              </a:p>
            </p:txBody>
          </p:sp>
          <p:sp>
            <p:nvSpPr>
              <p:cNvPr id="954" name="Criterio de Despliegue"/>
              <p:cNvSpPr txBox="1"/>
              <p:nvPr/>
            </p:nvSpPr>
            <p:spPr>
              <a:xfrm>
                <a:off x="79649" y="591408"/>
                <a:ext cx="2347503" cy="630844"/>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5169" tIns="35169" rIns="35169" bIns="35169" numCol="1" anchor="ctr">
                <a:spAutoFit/>
              </a:bodyPr>
              <a:lstStyle>
                <a:lvl1pPr algn="ctr" defTabSz="889000">
                  <a:lnSpc>
                    <a:spcPct val="90000"/>
                  </a:lnSpc>
                  <a:spcBef>
                    <a:spcPts val="800"/>
                  </a:spcBef>
                  <a:defRPr sz="2000">
                    <a:solidFill>
                      <a:schemeClr val="accent3">
                        <a:lumOff val="44000"/>
                      </a:schemeClr>
                    </a:solidFill>
                  </a:defRPr>
                </a:lvl1pPr>
              </a:lstStyle>
              <a:p>
                <a:r>
                  <a:rPr sz="1846" dirty="0" err="1"/>
                  <a:t>Criterio</a:t>
                </a:r>
                <a:r>
                  <a:rPr sz="1846" dirty="0"/>
                  <a:t> de Despliegue</a:t>
                </a:r>
              </a:p>
            </p:txBody>
          </p:sp>
        </p:grpSp>
      </p:grpSp>
      <p:sp>
        <p:nvSpPr>
          <p:cNvPr id="957" name="5 Marcador de número de diapositiva"/>
          <p:cNvSpPr txBox="1">
            <a:spLocks noGrp="1"/>
          </p:cNvSpPr>
          <p:nvPr>
            <p:ph type="sldNum" sz="quarter" idx="4294967295"/>
          </p:nvPr>
        </p:nvSpPr>
        <p:spPr>
          <a:xfrm>
            <a:off x="6383866" y="6688269"/>
            <a:ext cx="3081868" cy="3955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200"/>
              </a:spcBef>
              <a:spcAft>
                <a:spcPts val="0"/>
              </a:spcAft>
              <a:buClrTx/>
              <a:buSzTx/>
              <a:buFontTx/>
              <a:buNone/>
              <a:tabLst/>
              <a:defRPr kumimoji="0" sz="1200" b="0" i="0" u="none" strike="noStrike" cap="none" spc="0" normalizeH="0" baseline="0">
                <a:ln>
                  <a:noFill/>
                </a:ln>
                <a:solidFill>
                  <a:srgbClr val="888888"/>
                </a:solidFill>
                <a:effectLst/>
                <a:uFillTx/>
                <a:latin typeface="Arial"/>
                <a:ea typeface="Arial"/>
                <a:cs typeface="Arial"/>
                <a:sym typeface="Arial"/>
              </a:defRPr>
            </a:lvl1pPr>
            <a:lvl2pPr marL="0" marR="0" indent="4572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50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s-ES" smtClean="0"/>
              <a:pPr/>
              <a:t>40</a:t>
            </a:fld>
            <a:endParaRPr/>
          </a:p>
        </p:txBody>
      </p:sp>
    </p:spTree>
  </p:cSld>
  <p:clrMapOvr>
    <a:masterClrMapping/>
  </p:clrMapOvr>
  <mc:AlternateContent xmlns:mc="http://schemas.openxmlformats.org/markup-compatibility/2006" xmlns:p14="http://schemas.microsoft.com/office/powerpoint/2010/main">
    <mc:Choice Requires="p14">
      <p:transition spd="slow" p14:dur="1200">
        <p:push dir="u"/>
      </p:transition>
    </mc:Choice>
    <mc:Fallback xmlns="" xmlns:m="http://schemas.openxmlformats.org/officeDocument/2006/math" xmlns:a14="http://schemas.microsoft.com/office/drawing/2010/main">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66EF84CC-FBE6-4927-A2EF-CB4E6E916B49}"/>
              </a:ext>
            </a:extLst>
          </p:cNvPr>
          <p:cNvSpPr txBox="1">
            <a:spLocks/>
          </p:cNvSpPr>
          <p:nvPr/>
        </p:nvSpPr>
        <p:spPr>
          <a:xfrm>
            <a:off x="722518" y="626373"/>
            <a:ext cx="6135482" cy="2852737"/>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kern="1200">
                <a:solidFill>
                  <a:schemeClr val="accent1"/>
                </a:solidFill>
                <a:latin typeface="+mj-lt"/>
                <a:ea typeface="+mj-ea"/>
                <a:cs typeface="+mj-cs"/>
              </a:defRPr>
            </a:lvl1pPr>
          </a:lstStyle>
          <a:p>
            <a:r>
              <a:rPr lang="es-ES" dirty="0">
                <a:solidFill>
                  <a:srgbClr val="EB0000"/>
                </a:solidFill>
                <a:cs typeface="Segoe UI" panose="020B0502040204020203" pitchFamily="34" charset="0"/>
              </a:rPr>
              <a:t>Explotación, Planificación y Monitorización</a:t>
            </a:r>
          </a:p>
          <a:p>
            <a:endParaRPr lang="es-ES" dirty="0">
              <a:solidFill>
                <a:srgbClr val="EB0000"/>
              </a:solidFill>
              <a:ea typeface="Segoe UI" panose="020B0502040204020203" pitchFamily="34" charset="0"/>
              <a:cs typeface="Segoe UI" panose="020B0502040204020203" pitchFamily="34" charset="0"/>
            </a:endParaRPr>
          </a:p>
          <a:p>
            <a:endParaRPr lang="es-ES" dirty="0"/>
          </a:p>
        </p:txBody>
      </p:sp>
      <p:sp>
        <p:nvSpPr>
          <p:cNvPr id="5" name="Marcador de texto 3">
            <a:extLst>
              <a:ext uri="{FF2B5EF4-FFF2-40B4-BE49-F238E27FC236}">
                <a16:creationId xmlns:a16="http://schemas.microsoft.com/office/drawing/2014/main" id="{880C3E36-5432-4A4C-887F-1DAAFADAF1A3}"/>
              </a:ext>
            </a:extLst>
          </p:cNvPr>
          <p:cNvSpPr>
            <a:spLocks noGrp="1"/>
          </p:cNvSpPr>
          <p:nvPr>
            <p:ph type="body" sz="quarter" idx="14"/>
          </p:nvPr>
        </p:nvSpPr>
        <p:spPr>
          <a:xfrm>
            <a:off x="8945217" y="3270526"/>
            <a:ext cx="2958754" cy="2364961"/>
          </a:xfrm>
        </p:spPr>
        <p:txBody>
          <a:bodyPr>
            <a:normAutofit lnSpcReduction="10000"/>
          </a:bodyPr>
          <a:lstStyle/>
          <a:p>
            <a:r>
              <a:rPr lang="es-ES" dirty="0"/>
              <a:t>06</a:t>
            </a:r>
          </a:p>
        </p:txBody>
      </p:sp>
    </p:spTree>
    <p:extLst>
      <p:ext uri="{BB962C8B-B14F-4D97-AF65-F5344CB8AC3E}">
        <p14:creationId xmlns:p14="http://schemas.microsoft.com/office/powerpoint/2010/main" val="2310619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Marcador de texto 1">
            <a:extLst>
              <a:ext uri="{FF2B5EF4-FFF2-40B4-BE49-F238E27FC236}">
                <a16:creationId xmlns:a16="http://schemas.microsoft.com/office/drawing/2014/main" id="{90E187AF-C818-4753-B587-95D700D5B0E2}"/>
              </a:ext>
            </a:extLst>
          </p:cNvPr>
          <p:cNvSpPr txBox="1">
            <a:spLocks/>
          </p:cNvSpPr>
          <p:nvPr/>
        </p:nvSpPr>
        <p:spPr>
          <a:xfrm>
            <a:off x="653140" y="406116"/>
            <a:ext cx="10833365" cy="341135"/>
          </a:xfrm>
          <a:prstGeom prst="rect">
            <a:avLst/>
          </a:prstGeom>
        </p:spPr>
        <p:txBody>
          <a:bodyPr vert="horz" lIns="91440" tIns="45720" rIns="91440" bIns="45720" rtlCol="0">
            <a:noAutofit/>
          </a:bodyPr>
          <a:lstStyle>
            <a:defPPr>
              <a:defRPr lang="es-ES"/>
            </a:defPPr>
            <a:lvl1pPr indent="0">
              <a:lnSpc>
                <a:spcPct val="90000"/>
              </a:lnSpc>
              <a:spcBef>
                <a:spcPts val="300"/>
              </a:spcBef>
              <a:buFont typeface="Arial" panose="020B0604020202020204" pitchFamily="34" charset="0"/>
              <a:buNone/>
              <a:defRPr b="1">
                <a:solidFill>
                  <a:srgbClr val="EB0000"/>
                </a:solidFill>
                <a:latin typeface="Arial cuerpo"/>
                <a:ea typeface="Segoe UI" panose="020B0502040204020203" pitchFamily="34" charset="0"/>
                <a:cs typeface="Segoe UI" panose="020B0502040204020203" pitchFamily="34" charset="0"/>
              </a:defRPr>
            </a:lvl1pPr>
            <a:lvl2pPr marL="685800" indent="-228600">
              <a:lnSpc>
                <a:spcPct val="90000"/>
              </a:lnSpc>
              <a:spcBef>
                <a:spcPts val="500"/>
              </a:spcBef>
              <a:buFont typeface="Arial" panose="020B0604020202020204" pitchFamily="34" charset="0"/>
              <a:buChar char="•"/>
              <a:defRPr sz="2400">
                <a:latin typeface="Arial cuerpo"/>
              </a:defRPr>
            </a:lvl2pPr>
            <a:lvl3pPr marL="1143000" indent="-228600">
              <a:lnSpc>
                <a:spcPct val="90000"/>
              </a:lnSpc>
              <a:spcBef>
                <a:spcPts val="500"/>
              </a:spcBef>
              <a:buFont typeface="Arial" panose="020B0604020202020204" pitchFamily="34" charset="0"/>
              <a:buChar char="•"/>
              <a:defRPr sz="2000">
                <a:latin typeface="Arial cuerpo"/>
              </a:defRPr>
            </a:lvl3pPr>
            <a:lvl4pPr marL="1600200" indent="-228600">
              <a:lnSpc>
                <a:spcPct val="90000"/>
              </a:lnSpc>
              <a:spcBef>
                <a:spcPts val="500"/>
              </a:spcBef>
              <a:buFont typeface="Arial" panose="020B0604020202020204" pitchFamily="34" charset="0"/>
              <a:buChar char="•"/>
              <a:defRPr>
                <a:latin typeface="Arial cuerpo"/>
              </a:defRPr>
            </a:lvl4pPr>
            <a:lvl5pPr marL="2057400" indent="-228600">
              <a:lnSpc>
                <a:spcPct val="90000"/>
              </a:lnSpc>
              <a:spcBef>
                <a:spcPts val="500"/>
              </a:spcBef>
              <a:buFont typeface="Arial" panose="020B0604020202020204" pitchFamily="34" charset="0"/>
              <a:buChar char="•"/>
              <a:defRPr>
                <a:latin typeface="Arial cuerpo"/>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s-ES" dirty="0"/>
              <a:t>Explotación, Planificación y Monitorización</a:t>
            </a:r>
          </a:p>
          <a:p>
            <a:endParaRPr lang="es-ES" dirty="0"/>
          </a:p>
          <a:p>
            <a:endParaRPr lang="es-ES" dirty="0"/>
          </a:p>
          <a:p>
            <a:r>
              <a:rPr lang="es-ES" dirty="0"/>
              <a:t> </a:t>
            </a:r>
          </a:p>
        </p:txBody>
      </p:sp>
      <p:graphicFrame>
        <p:nvGraphicFramePr>
          <p:cNvPr id="4" name="4 Diagrama">
            <a:extLst>
              <a:ext uri="{FF2B5EF4-FFF2-40B4-BE49-F238E27FC236}">
                <a16:creationId xmlns:a16="http://schemas.microsoft.com/office/drawing/2014/main" id="{B5B5321A-3E86-4508-B2B9-073C31A5DF6D}"/>
              </a:ext>
            </a:extLst>
          </p:cNvPr>
          <p:cNvGraphicFramePr/>
          <p:nvPr>
            <p:extLst>
              <p:ext uri="{D42A27DB-BD31-4B8C-83A1-F6EECF244321}">
                <p14:modId xmlns:p14="http://schemas.microsoft.com/office/powerpoint/2010/main" val="3837810936"/>
              </p:ext>
            </p:extLst>
          </p:nvPr>
        </p:nvGraphicFramePr>
        <p:xfrm>
          <a:off x="954644" y="1132765"/>
          <a:ext cx="10282711" cy="45924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124782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66EF84CC-FBE6-4927-A2EF-CB4E6E916B49}"/>
              </a:ext>
            </a:extLst>
          </p:cNvPr>
          <p:cNvSpPr txBox="1">
            <a:spLocks/>
          </p:cNvSpPr>
          <p:nvPr/>
        </p:nvSpPr>
        <p:spPr>
          <a:xfrm>
            <a:off x="722518" y="626373"/>
            <a:ext cx="5449681" cy="2852737"/>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kern="1200">
                <a:solidFill>
                  <a:schemeClr val="accent1"/>
                </a:solidFill>
                <a:latin typeface="+mj-lt"/>
                <a:ea typeface="+mj-ea"/>
                <a:cs typeface="+mj-cs"/>
              </a:defRPr>
            </a:lvl1pPr>
          </a:lstStyle>
          <a:p>
            <a:r>
              <a:rPr lang="es-ES" dirty="0"/>
              <a:t>Volumetrías y criterios de dimensionamiento</a:t>
            </a:r>
          </a:p>
        </p:txBody>
      </p:sp>
      <p:sp>
        <p:nvSpPr>
          <p:cNvPr id="5" name="Marcador de texto 3">
            <a:extLst>
              <a:ext uri="{FF2B5EF4-FFF2-40B4-BE49-F238E27FC236}">
                <a16:creationId xmlns:a16="http://schemas.microsoft.com/office/drawing/2014/main" id="{880C3E36-5432-4A4C-887F-1DAAFADAF1A3}"/>
              </a:ext>
            </a:extLst>
          </p:cNvPr>
          <p:cNvSpPr>
            <a:spLocks noGrp="1"/>
          </p:cNvSpPr>
          <p:nvPr>
            <p:ph type="body" sz="quarter" idx="14"/>
          </p:nvPr>
        </p:nvSpPr>
        <p:spPr>
          <a:xfrm>
            <a:off x="8945217" y="3270526"/>
            <a:ext cx="2958754" cy="2364961"/>
          </a:xfrm>
        </p:spPr>
        <p:txBody>
          <a:bodyPr>
            <a:normAutofit lnSpcReduction="10000"/>
          </a:bodyPr>
          <a:lstStyle/>
          <a:p>
            <a:r>
              <a:rPr lang="es-ES" dirty="0"/>
              <a:t>07</a:t>
            </a:r>
          </a:p>
        </p:txBody>
      </p:sp>
    </p:spTree>
    <p:extLst>
      <p:ext uri="{BB962C8B-B14F-4D97-AF65-F5344CB8AC3E}">
        <p14:creationId xmlns:p14="http://schemas.microsoft.com/office/powerpoint/2010/main" val="806558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Group 28">
            <a:extLst>
              <a:ext uri="{FF2B5EF4-FFF2-40B4-BE49-F238E27FC236}">
                <a16:creationId xmlns:a16="http://schemas.microsoft.com/office/drawing/2014/main" id="{5D3AE8CD-F66A-44C7-A9FF-061590DBC714}"/>
              </a:ext>
            </a:extLst>
          </p:cNvPr>
          <p:cNvGraphicFramePr>
            <a:graphicFrameLocks/>
          </p:cNvGraphicFramePr>
          <p:nvPr>
            <p:extLst>
              <p:ext uri="{D42A27DB-BD31-4B8C-83A1-F6EECF244321}">
                <p14:modId xmlns:p14="http://schemas.microsoft.com/office/powerpoint/2010/main" val="2468840978"/>
              </p:ext>
            </p:extLst>
          </p:nvPr>
        </p:nvGraphicFramePr>
        <p:xfrm>
          <a:off x="999055" y="1947818"/>
          <a:ext cx="9823844" cy="1135282"/>
        </p:xfrm>
        <a:graphic>
          <a:graphicData uri="http://schemas.openxmlformats.org/drawingml/2006/table">
            <a:tbl>
              <a:tblPr/>
              <a:tblGrid>
                <a:gridCol w="2136193">
                  <a:extLst>
                    <a:ext uri="{9D8B030D-6E8A-4147-A177-3AD203B41FA5}">
                      <a16:colId xmlns:a16="http://schemas.microsoft.com/office/drawing/2014/main" val="3867051956"/>
                    </a:ext>
                  </a:extLst>
                </a:gridCol>
                <a:gridCol w="2136193">
                  <a:extLst>
                    <a:ext uri="{9D8B030D-6E8A-4147-A177-3AD203B41FA5}">
                      <a16:colId xmlns:a16="http://schemas.microsoft.com/office/drawing/2014/main" val="20001"/>
                    </a:ext>
                  </a:extLst>
                </a:gridCol>
                <a:gridCol w="2047496">
                  <a:extLst>
                    <a:ext uri="{9D8B030D-6E8A-4147-A177-3AD203B41FA5}">
                      <a16:colId xmlns:a16="http://schemas.microsoft.com/office/drawing/2014/main" val="20002"/>
                    </a:ext>
                  </a:extLst>
                </a:gridCol>
                <a:gridCol w="1751981">
                  <a:extLst>
                    <a:ext uri="{9D8B030D-6E8A-4147-A177-3AD203B41FA5}">
                      <a16:colId xmlns:a16="http://schemas.microsoft.com/office/drawing/2014/main" val="20003"/>
                    </a:ext>
                  </a:extLst>
                </a:gridCol>
                <a:gridCol w="1751981">
                  <a:extLst>
                    <a:ext uri="{9D8B030D-6E8A-4147-A177-3AD203B41FA5}">
                      <a16:colId xmlns:a16="http://schemas.microsoft.com/office/drawing/2014/main" val="301359932"/>
                    </a:ext>
                  </a:extLst>
                </a:gridCol>
              </a:tblGrid>
              <a:tr h="622084">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100" b="1" i="0" u="none" strike="noStrike" cap="none" normalizeH="0" baseline="0" dirty="0">
                          <a:ln>
                            <a:noFill/>
                          </a:ln>
                          <a:solidFill>
                            <a:schemeClr val="bg1"/>
                          </a:solidFill>
                          <a:effectLst/>
                          <a:latin typeface="Arial" charset="0"/>
                        </a:rPr>
                        <a:t>Categoría Aplicación</a:t>
                      </a:r>
                    </a:p>
                  </a:txBody>
                  <a:tcPr marL="83083" marR="83083" marT="43239" marB="432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100" b="1" i="0" u="none" strike="noStrike" cap="none" normalizeH="0" baseline="0" dirty="0">
                          <a:ln>
                            <a:noFill/>
                          </a:ln>
                          <a:solidFill>
                            <a:schemeClr val="bg1"/>
                          </a:solidFill>
                          <a:effectLst/>
                          <a:latin typeface="Arial" charset="0"/>
                        </a:rPr>
                        <a:t>Nº de Microservicios Front </a:t>
                      </a:r>
                    </a:p>
                  </a:txBody>
                  <a:tcPr marL="83083" marR="83083" marT="43239" marB="432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100" b="1" i="0" u="none" strike="noStrike" cap="none" normalizeH="0" baseline="0" dirty="0">
                          <a:ln>
                            <a:noFill/>
                          </a:ln>
                          <a:solidFill>
                            <a:schemeClr val="bg1"/>
                          </a:solidFill>
                          <a:effectLst/>
                          <a:latin typeface="Arial" charset="0"/>
                        </a:rPr>
                        <a:t>Nº de Microservicios Back </a:t>
                      </a:r>
                    </a:p>
                  </a:txBody>
                  <a:tcPr marL="83083" marR="83083" marT="43239" marB="432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100" b="1" i="0" u="none" strike="noStrike" cap="none" normalizeH="0" baseline="0" dirty="0">
                          <a:ln>
                            <a:noFill/>
                          </a:ln>
                          <a:solidFill>
                            <a:schemeClr val="bg1"/>
                          </a:solidFill>
                          <a:effectLst/>
                          <a:latin typeface="Arial" charset="0"/>
                        </a:rPr>
                        <a:t>Nº de Gateway</a:t>
                      </a:r>
                    </a:p>
                  </a:txBody>
                  <a:tcPr marL="83083" marR="83083" marT="43239" marB="432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100" b="1" i="0" u="none" strike="noStrike" cap="none" normalizeH="0" baseline="0" dirty="0">
                          <a:ln>
                            <a:noFill/>
                          </a:ln>
                          <a:solidFill>
                            <a:schemeClr val="bg1"/>
                          </a:solidFill>
                          <a:effectLst/>
                          <a:latin typeface="Arial" charset="0"/>
                        </a:rPr>
                        <a:t>Nº de Config Service</a:t>
                      </a:r>
                    </a:p>
                  </a:txBody>
                  <a:tcPr marL="83083" marR="83083" marT="43239" marB="432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0"/>
                  </a:ext>
                </a:extLst>
              </a:tr>
              <a:tr h="394598">
                <a:tc>
                  <a:txBody>
                    <a:bodyPr/>
                    <a:lstStyle/>
                    <a:p>
                      <a:pPr algn="ctr"/>
                      <a:r>
                        <a:rPr lang="es-ES" sz="1400" b="1" kern="1200" dirty="0">
                          <a:solidFill>
                            <a:schemeClr val="tx1">
                              <a:lumMod val="75000"/>
                              <a:lumOff val="25000"/>
                            </a:schemeClr>
                          </a:solidFill>
                          <a:latin typeface="Arial" charset="0"/>
                          <a:ea typeface="+mn-ea"/>
                          <a:cs typeface="Arial" charset="0"/>
                        </a:rPr>
                        <a:t>Tipo A</a:t>
                      </a:r>
                    </a:p>
                  </a:txBody>
                  <a:tcPr marL="83083" marR="83083" marT="43239" marB="432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lang="es-ES" sz="1400" b="1" kern="1200" dirty="0">
                          <a:solidFill>
                            <a:schemeClr val="tx1">
                              <a:lumMod val="75000"/>
                              <a:lumOff val="25000"/>
                            </a:schemeClr>
                          </a:solidFill>
                          <a:latin typeface="Arial" charset="0"/>
                          <a:ea typeface="+mn-ea"/>
                          <a:cs typeface="Arial" charset="0"/>
                        </a:rPr>
                        <a:t>17</a:t>
                      </a:r>
                    </a:p>
                  </a:txBody>
                  <a:tcPr marL="83083" marR="83083" marT="43239" marB="432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lang="es-ES_tradnl" sz="1400" b="1" kern="1200" dirty="0">
                          <a:solidFill>
                            <a:schemeClr val="tx1">
                              <a:lumMod val="75000"/>
                              <a:lumOff val="25000"/>
                            </a:schemeClr>
                          </a:solidFill>
                          <a:latin typeface="Arial" charset="0"/>
                          <a:ea typeface="+mn-ea"/>
                          <a:cs typeface="Arial" charset="0"/>
                        </a:rPr>
                        <a:t>0</a:t>
                      </a:r>
                    </a:p>
                  </a:txBody>
                  <a:tcPr marL="83083" marR="83083" marT="43239" marB="432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GB" sz="1400" b="1" kern="1200" dirty="0">
                          <a:solidFill>
                            <a:schemeClr val="tx1">
                              <a:lumMod val="75000"/>
                              <a:lumOff val="25000"/>
                            </a:schemeClr>
                          </a:solidFill>
                          <a:latin typeface="Arial" charset="0"/>
                          <a:ea typeface="+mn-ea"/>
                          <a:cs typeface="Arial" charset="0"/>
                        </a:rPr>
                        <a:t>2 (Internet e Intranet)</a:t>
                      </a:r>
                    </a:p>
                  </a:txBody>
                  <a:tcPr marL="83083" marR="83083" marT="43239" marB="432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t" latinLnBrk="0" hangingPunct="1">
                        <a:lnSpc>
                          <a:spcPct val="100000"/>
                        </a:lnSpc>
                        <a:spcBef>
                          <a:spcPct val="20000"/>
                        </a:spcBef>
                        <a:spcAft>
                          <a:spcPct val="0"/>
                        </a:spcAft>
                        <a:buClrTx/>
                        <a:buSzTx/>
                        <a:buFontTx/>
                        <a:buNone/>
                        <a:tabLst/>
                        <a:defRPr/>
                      </a:pPr>
                      <a:r>
                        <a:rPr lang="en-GB" sz="1400" b="1" kern="1200" dirty="0">
                          <a:solidFill>
                            <a:schemeClr val="tx1">
                              <a:lumMod val="75000"/>
                              <a:lumOff val="25000"/>
                            </a:schemeClr>
                          </a:solidFill>
                          <a:latin typeface="Arial" charset="0"/>
                          <a:ea typeface="+mn-ea"/>
                          <a:cs typeface="Arial" charset="0"/>
                        </a:rPr>
                        <a:t>1</a:t>
                      </a:r>
                    </a:p>
                  </a:txBody>
                  <a:tcPr marL="83083" marR="83083" marT="43239" marB="432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3" name="Marcador de texto 1">
            <a:extLst>
              <a:ext uri="{FF2B5EF4-FFF2-40B4-BE49-F238E27FC236}">
                <a16:creationId xmlns:a16="http://schemas.microsoft.com/office/drawing/2014/main" id="{A1270DB3-9FFB-4763-BB65-6CF44582F020}"/>
              </a:ext>
            </a:extLst>
          </p:cNvPr>
          <p:cNvSpPr txBox="1">
            <a:spLocks/>
          </p:cNvSpPr>
          <p:nvPr/>
        </p:nvSpPr>
        <p:spPr>
          <a:xfrm>
            <a:off x="632931" y="294943"/>
            <a:ext cx="10833365" cy="3411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None/>
            </a:pPr>
            <a:r>
              <a:rPr lang="es-ES" sz="1300" dirty="0">
                <a:solidFill>
                  <a:srgbClr val="EB0000"/>
                </a:solidFill>
                <a:ea typeface="Segoe UI" panose="020B0502040204020203" pitchFamily="34" charset="0"/>
                <a:cs typeface="Segoe UI" panose="020B0502040204020203" pitchFamily="34" charset="0"/>
              </a:rPr>
              <a:t>Volumetrías y criterios de dimensionamiento.</a:t>
            </a:r>
          </a:p>
          <a:p>
            <a:pPr marL="0" indent="0">
              <a:spcBef>
                <a:spcPts val="300"/>
              </a:spcBef>
              <a:buNone/>
            </a:pPr>
            <a:r>
              <a:rPr lang="es-ES" sz="1800" b="1" dirty="0">
                <a:solidFill>
                  <a:srgbClr val="EB0000"/>
                </a:solidFill>
                <a:ea typeface="Segoe UI" panose="020B0502040204020203" pitchFamily="34" charset="0"/>
                <a:cs typeface="Segoe UI" panose="020B0502040204020203" pitchFamily="34" charset="0"/>
              </a:rPr>
              <a:t>Dimensionamiento PaaS Internet HC 2.0 </a:t>
            </a:r>
            <a:r>
              <a:rPr lang="en-GB" sz="1800" b="1" dirty="0" err="1">
                <a:solidFill>
                  <a:srgbClr val="EB0000"/>
                </a:solidFill>
                <a:cs typeface="Segoe UI" panose="020B0502040204020203" pitchFamily="34" charset="0"/>
              </a:rPr>
              <a:t>Tramitación</a:t>
            </a:r>
            <a:r>
              <a:rPr lang="en-GB" sz="1800" b="1" dirty="0">
                <a:solidFill>
                  <a:srgbClr val="EB0000"/>
                </a:solidFill>
                <a:cs typeface="Segoe UI" panose="020B0502040204020203" pitchFamily="34" charset="0"/>
              </a:rPr>
              <a:t> de </a:t>
            </a:r>
            <a:r>
              <a:rPr lang="en-GB" sz="1800" b="1" dirty="0" err="1">
                <a:solidFill>
                  <a:srgbClr val="EB0000"/>
                </a:solidFill>
                <a:cs typeface="Segoe UI" panose="020B0502040204020203" pitchFamily="34" charset="0"/>
              </a:rPr>
              <a:t>expedientes</a:t>
            </a:r>
            <a:r>
              <a:rPr lang="en-GB" sz="1800" b="1" dirty="0">
                <a:solidFill>
                  <a:srgbClr val="EB0000"/>
                </a:solidFill>
                <a:cs typeface="Segoe UI" panose="020B0502040204020203" pitchFamily="34" charset="0"/>
              </a:rPr>
              <a:t> y procesos </a:t>
            </a:r>
            <a:r>
              <a:rPr lang="en-GB" sz="1800" b="1" dirty="0" err="1">
                <a:solidFill>
                  <a:srgbClr val="EB0000"/>
                </a:solidFill>
                <a:cs typeface="Segoe UI" panose="020B0502040204020203" pitchFamily="34" charset="0"/>
              </a:rPr>
              <a:t>planificados</a:t>
            </a:r>
            <a:endParaRPr lang="es-ES" sz="1800" b="1" dirty="0">
              <a:solidFill>
                <a:srgbClr val="EB0000"/>
              </a:solidFill>
              <a:ea typeface="Segoe UI" panose="020B0502040204020203" pitchFamily="34" charset="0"/>
              <a:cs typeface="Segoe UI" panose="020B0502040204020203" pitchFamily="34" charset="0"/>
            </a:endParaRPr>
          </a:p>
          <a:p>
            <a:pPr marL="0" indent="0">
              <a:spcBef>
                <a:spcPts val="300"/>
              </a:spcBef>
              <a:buNone/>
            </a:pPr>
            <a:r>
              <a:rPr lang="es-ES" sz="1800" b="1" dirty="0">
                <a:solidFill>
                  <a:srgbClr val="EB0000"/>
                </a:solidFill>
                <a:ea typeface="Segoe UI" panose="020B0502040204020203" pitchFamily="34" charset="0"/>
                <a:cs typeface="Segoe UI" panose="020B0502040204020203" pitchFamily="34" charset="0"/>
              </a:rPr>
              <a:t> </a:t>
            </a:r>
          </a:p>
        </p:txBody>
      </p:sp>
    </p:spTree>
    <p:extLst>
      <p:ext uri="{BB962C8B-B14F-4D97-AF65-F5344CB8AC3E}">
        <p14:creationId xmlns:p14="http://schemas.microsoft.com/office/powerpoint/2010/main" val="27056576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sz="quarter" idx="12"/>
          </p:nvPr>
        </p:nvSpPr>
        <p:spPr>
          <a:xfrm>
            <a:off x="501857" y="140388"/>
            <a:ext cx="10833365" cy="318498"/>
          </a:xfrm>
        </p:spPr>
        <p:txBody>
          <a:bodyPr>
            <a:noAutofit/>
          </a:bodyPr>
          <a:lstStyle/>
          <a:p>
            <a:r>
              <a:rPr lang="es-ES" sz="2400" b="0" dirty="0">
                <a:latin typeface="Gadugi" panose="020B0502040204020203" pitchFamily="34" charset="0"/>
              </a:rPr>
              <a:t>Volumetrías (</a:t>
            </a:r>
            <a:r>
              <a:rPr lang="es-ES" sz="2400" dirty="0"/>
              <a:t>Servicios SOAP / REST) </a:t>
            </a:r>
            <a:r>
              <a:rPr lang="es-ES" sz="1000" dirty="0"/>
              <a:t>PaaS Internet HC 2.0 </a:t>
            </a:r>
            <a:r>
              <a:rPr lang="en-GB" sz="1000" dirty="0" err="1"/>
              <a:t>Tramitación</a:t>
            </a:r>
            <a:r>
              <a:rPr lang="en-GB" sz="1000" dirty="0"/>
              <a:t> de </a:t>
            </a:r>
            <a:r>
              <a:rPr lang="en-GB" sz="1000" dirty="0" err="1"/>
              <a:t>expedientes</a:t>
            </a:r>
            <a:r>
              <a:rPr lang="en-GB" sz="1000" dirty="0"/>
              <a:t> y procesos </a:t>
            </a:r>
            <a:r>
              <a:rPr lang="en-GB" sz="1000" dirty="0" err="1"/>
              <a:t>planificados</a:t>
            </a:r>
            <a:endParaRPr lang="es-ES" sz="1000" dirty="0"/>
          </a:p>
          <a:p>
            <a:endParaRPr lang="es-ES" sz="2400" dirty="0">
              <a:latin typeface="Calibri" panose="020F0502020204030204" pitchFamily="34" charset="0"/>
              <a:ea typeface="Calibri" panose="020F0502020204030204" pitchFamily="34" charset="0"/>
            </a:endParaRPr>
          </a:p>
          <a:p>
            <a:endParaRPr lang="es-ES" sz="2400" b="0" dirty="0">
              <a:latin typeface="Gadugi" panose="020B0502040204020203" pitchFamily="34" charset="0"/>
            </a:endParaRPr>
          </a:p>
        </p:txBody>
      </p:sp>
      <p:sp>
        <p:nvSpPr>
          <p:cNvPr id="6" name="Rectangle 2">
            <a:extLst>
              <a:ext uri="{FF2B5EF4-FFF2-40B4-BE49-F238E27FC236}">
                <a16:creationId xmlns:a16="http://schemas.microsoft.com/office/drawing/2014/main" id="{44247BC8-CF54-445F-BB85-4C41B94C0890}"/>
              </a:ext>
            </a:extLst>
          </p:cNvPr>
          <p:cNvSpPr>
            <a:spLocks noChangeArrowheads="1"/>
          </p:cNvSpPr>
          <p:nvPr/>
        </p:nvSpPr>
        <p:spPr bwMode="auto">
          <a:xfrm>
            <a:off x="501857" y="2914057"/>
            <a:ext cx="1398761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395" eaLnBrk="0" fontAlgn="base">
              <a:spcBef>
                <a:spcPct val="0"/>
              </a:spcBef>
              <a:spcAft>
                <a:spcPct val="0"/>
              </a:spcAft>
            </a:pPr>
            <a:r>
              <a:rPr lang="es-ES" altLang="es-ES" sz="1100" dirty="0">
                <a:latin typeface="Arial" panose="020B0604020202020204" pitchFamily="34" charset="0"/>
                <a:ea typeface="Calibri" panose="020F0502020204030204" pitchFamily="34" charset="0"/>
                <a:cs typeface="Calibri" panose="020F0502020204030204" pitchFamily="34" charset="0"/>
              </a:rPr>
              <a:t> </a:t>
            </a:r>
            <a:endParaRPr lang="es-ES" altLang="es-ES" sz="900" dirty="0">
              <a:latin typeface="Arial" panose="020B0604020202020204" pitchFamily="34" charset="0"/>
            </a:endParaRPr>
          </a:p>
          <a:p>
            <a:pPr defTabSz="914395" eaLnBrk="0" fontAlgn="base">
              <a:spcBef>
                <a:spcPct val="0"/>
              </a:spcBef>
              <a:spcAft>
                <a:spcPct val="0"/>
              </a:spcAft>
            </a:pPr>
            <a:r>
              <a:rPr lang="es-ES" altLang="es-ES" sz="1100" dirty="0">
                <a:latin typeface="Arial" panose="020B0604020202020204" pitchFamily="34" charset="0"/>
                <a:ea typeface="Calibri" panose="020F0502020204030204" pitchFamily="34" charset="0"/>
                <a:cs typeface="Calibri" panose="020F0502020204030204" pitchFamily="34" charset="0"/>
              </a:rPr>
              <a:t> </a:t>
            </a:r>
            <a:endParaRPr lang="es-ES" altLang="es-ES" dirty="0">
              <a:latin typeface="Arial" panose="020B0604020202020204" pitchFamily="34" charset="0"/>
            </a:endParaRPr>
          </a:p>
        </p:txBody>
      </p:sp>
      <p:graphicFrame>
        <p:nvGraphicFramePr>
          <p:cNvPr id="3" name="Tabla 2">
            <a:extLst>
              <a:ext uri="{FF2B5EF4-FFF2-40B4-BE49-F238E27FC236}">
                <a16:creationId xmlns:a16="http://schemas.microsoft.com/office/drawing/2014/main" id="{8215675F-BF66-47A4-ADD2-C81D2144D057}"/>
              </a:ext>
            </a:extLst>
          </p:cNvPr>
          <p:cNvGraphicFramePr>
            <a:graphicFrameLocks noGrp="1"/>
          </p:cNvGraphicFramePr>
          <p:nvPr>
            <p:extLst>
              <p:ext uri="{D42A27DB-BD31-4B8C-83A1-F6EECF244321}">
                <p14:modId xmlns:p14="http://schemas.microsoft.com/office/powerpoint/2010/main" val="3329782400"/>
              </p:ext>
            </p:extLst>
          </p:nvPr>
        </p:nvGraphicFramePr>
        <p:xfrm>
          <a:off x="501856" y="558321"/>
          <a:ext cx="10833365" cy="5741358"/>
        </p:xfrm>
        <a:graphic>
          <a:graphicData uri="http://schemas.openxmlformats.org/drawingml/2006/table">
            <a:tbl>
              <a:tblPr firstRow="1" firstCol="1" bandRow="1">
                <a:tableStyleId>{5C22544A-7EE6-4342-B048-85BDC9FD1C3A}</a:tableStyleId>
              </a:tblPr>
              <a:tblGrid>
                <a:gridCol w="2188484">
                  <a:extLst>
                    <a:ext uri="{9D8B030D-6E8A-4147-A177-3AD203B41FA5}">
                      <a16:colId xmlns:a16="http://schemas.microsoft.com/office/drawing/2014/main" val="3250313451"/>
                    </a:ext>
                  </a:extLst>
                </a:gridCol>
                <a:gridCol w="2188484">
                  <a:extLst>
                    <a:ext uri="{9D8B030D-6E8A-4147-A177-3AD203B41FA5}">
                      <a16:colId xmlns:a16="http://schemas.microsoft.com/office/drawing/2014/main" val="3819320993"/>
                    </a:ext>
                  </a:extLst>
                </a:gridCol>
                <a:gridCol w="1536448">
                  <a:extLst>
                    <a:ext uri="{9D8B030D-6E8A-4147-A177-3AD203B41FA5}">
                      <a16:colId xmlns:a16="http://schemas.microsoft.com/office/drawing/2014/main" val="210670716"/>
                    </a:ext>
                  </a:extLst>
                </a:gridCol>
                <a:gridCol w="761087">
                  <a:extLst>
                    <a:ext uri="{9D8B030D-6E8A-4147-A177-3AD203B41FA5}">
                      <a16:colId xmlns:a16="http://schemas.microsoft.com/office/drawing/2014/main" val="1030138344"/>
                    </a:ext>
                  </a:extLst>
                </a:gridCol>
                <a:gridCol w="803338">
                  <a:extLst>
                    <a:ext uri="{9D8B030D-6E8A-4147-A177-3AD203B41FA5}">
                      <a16:colId xmlns:a16="http://schemas.microsoft.com/office/drawing/2014/main" val="2398183124"/>
                    </a:ext>
                  </a:extLst>
                </a:gridCol>
                <a:gridCol w="659458">
                  <a:extLst>
                    <a:ext uri="{9D8B030D-6E8A-4147-A177-3AD203B41FA5}">
                      <a16:colId xmlns:a16="http://schemas.microsoft.com/office/drawing/2014/main" val="624722241"/>
                    </a:ext>
                  </a:extLst>
                </a:gridCol>
                <a:gridCol w="840451">
                  <a:extLst>
                    <a:ext uri="{9D8B030D-6E8A-4147-A177-3AD203B41FA5}">
                      <a16:colId xmlns:a16="http://schemas.microsoft.com/office/drawing/2014/main" val="2280750684"/>
                    </a:ext>
                  </a:extLst>
                </a:gridCol>
                <a:gridCol w="994039">
                  <a:extLst>
                    <a:ext uri="{9D8B030D-6E8A-4147-A177-3AD203B41FA5}">
                      <a16:colId xmlns:a16="http://schemas.microsoft.com/office/drawing/2014/main" val="685377206"/>
                    </a:ext>
                  </a:extLst>
                </a:gridCol>
                <a:gridCol w="861576">
                  <a:extLst>
                    <a:ext uri="{9D8B030D-6E8A-4147-A177-3AD203B41FA5}">
                      <a16:colId xmlns:a16="http://schemas.microsoft.com/office/drawing/2014/main" val="3256660701"/>
                    </a:ext>
                  </a:extLst>
                </a:gridCol>
              </a:tblGrid>
              <a:tr h="746937">
                <a:tc>
                  <a:txBody>
                    <a:bodyPr/>
                    <a:lstStyle/>
                    <a:p>
                      <a:pPr algn="ctr">
                        <a:spcAft>
                          <a:spcPts val="0"/>
                        </a:spcAft>
                      </a:pPr>
                      <a:r>
                        <a:rPr lang="es-ES" sz="1200" dirty="0">
                          <a:effectLst/>
                        </a:rPr>
                        <a:t>Sistema </a:t>
                      </a:r>
                    </a:p>
                    <a:p>
                      <a:pPr algn="ctr">
                        <a:spcAft>
                          <a:spcPts val="0"/>
                        </a:spcAft>
                      </a:pPr>
                      <a:r>
                        <a:rPr lang="es-ES" sz="1200" dirty="0">
                          <a:effectLst/>
                        </a:rPr>
                        <a:t>Origen</a:t>
                      </a:r>
                      <a:endParaRPr lang="es-ES" sz="1200" dirty="0">
                        <a:effectLst/>
                        <a:latin typeface="Calibri" panose="020F0502020204030204" pitchFamily="34" charset="0"/>
                        <a:ea typeface="Calibri" panose="020F0502020204030204" pitchFamily="34" charset="0"/>
                      </a:endParaRPr>
                    </a:p>
                    <a:p>
                      <a:pPr algn="ctr">
                        <a:spcAft>
                          <a:spcPts val="0"/>
                        </a:spcAft>
                      </a:pP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Sistema Destino</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a:effectLst/>
                        </a:rPr>
                        <a:t>Descripción</a:t>
                      </a:r>
                      <a:endParaRPr lang="es-ES" sz="120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Protocolo</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Media </a:t>
                      </a:r>
                      <a:r>
                        <a:rPr lang="es-ES" sz="1200" dirty="0" err="1">
                          <a:effectLst/>
                        </a:rPr>
                        <a:t>Msg</a:t>
                      </a:r>
                      <a:r>
                        <a:rPr lang="es-ES" sz="1200" dirty="0">
                          <a:effectLst/>
                        </a:rPr>
                        <a:t>/día</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Picos </a:t>
                      </a:r>
                    </a:p>
                    <a:p>
                      <a:pPr algn="ctr">
                        <a:spcAft>
                          <a:spcPts val="0"/>
                        </a:spcAft>
                      </a:pPr>
                      <a:r>
                        <a:rPr lang="es-ES" sz="1200" dirty="0" err="1">
                          <a:effectLst/>
                        </a:rPr>
                        <a:t>Msg</a:t>
                      </a:r>
                      <a:r>
                        <a:rPr lang="es-ES" sz="1200" dirty="0">
                          <a:effectLst/>
                        </a:rPr>
                        <a:t>/hora</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Tamaño </a:t>
                      </a:r>
                    </a:p>
                    <a:p>
                      <a:pPr algn="ctr">
                        <a:spcAft>
                          <a:spcPts val="0"/>
                        </a:spcAft>
                      </a:pPr>
                      <a:r>
                        <a:rPr lang="es-ES" sz="1200" dirty="0">
                          <a:effectLst/>
                        </a:rPr>
                        <a:t>Medio </a:t>
                      </a:r>
                      <a:r>
                        <a:rPr lang="es-ES" sz="1200" dirty="0" err="1">
                          <a:effectLst/>
                        </a:rPr>
                        <a:t>Msg</a:t>
                      </a:r>
                      <a:r>
                        <a:rPr lang="es-ES" sz="1200" dirty="0">
                          <a:effectLst/>
                        </a:rPr>
                        <a:t>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Tamaño Máximo </a:t>
                      </a:r>
                      <a:r>
                        <a:rPr lang="es-ES" sz="1200" dirty="0" err="1">
                          <a:effectLst/>
                        </a:rPr>
                        <a:t>Msg</a:t>
                      </a:r>
                      <a:endParaRPr lang="es-ES" sz="1200" dirty="0">
                        <a:effectLst/>
                      </a:endParaRPr>
                    </a:p>
                    <a:p>
                      <a:pPr algn="ctr">
                        <a:spcAft>
                          <a:spcPts val="0"/>
                        </a:spcAft>
                      </a:pPr>
                      <a:r>
                        <a:rPr lang="es-ES" sz="1200" dirty="0">
                          <a:effectLst/>
                        </a:rPr>
                        <a:t>(KB)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Franja Horaria Pico</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1198584115"/>
                  </a:ext>
                </a:extLst>
              </a:tr>
              <a:tr h="746937">
                <a:tc>
                  <a:txBody>
                    <a:bodyPr/>
                    <a:lstStyle/>
                    <a:p>
                      <a:pPr algn="ctr">
                        <a:spcAft>
                          <a:spcPts val="0"/>
                        </a:spcAft>
                      </a:pPr>
                      <a:r>
                        <a:rPr lang="es-ES" sz="1200" b="1" kern="1200" dirty="0" err="1">
                          <a:solidFill>
                            <a:schemeClr val="lt1"/>
                          </a:solidFill>
                          <a:effectLst/>
                          <a:latin typeface="+mn-lt"/>
                          <a:ea typeface="+mn-ea"/>
                          <a:cs typeface="+mn-cs"/>
                        </a:rPr>
                        <a:t>SPAs</a:t>
                      </a:r>
                      <a:r>
                        <a:rPr lang="es-ES" sz="1200" b="1" kern="1200" dirty="0">
                          <a:solidFill>
                            <a:schemeClr val="lt1"/>
                          </a:solidFill>
                          <a:effectLst/>
                          <a:latin typeface="+mn-lt"/>
                          <a:ea typeface="+mn-ea"/>
                          <a:cs typeface="+mn-cs"/>
                        </a:rPr>
                        <a:t> </a:t>
                      </a:r>
                    </a:p>
                  </a:txBody>
                  <a:tcPr marL="44337" marR="44337" marT="44337" marB="44337"/>
                </a:tc>
                <a:tc>
                  <a:txBody>
                    <a:bodyPr/>
                    <a:lstStyle/>
                    <a:p>
                      <a:pPr>
                        <a:spcAft>
                          <a:spcPts val="0"/>
                        </a:spcAft>
                      </a:pPr>
                      <a:r>
                        <a:rPr lang="es-ES" sz="1200" dirty="0">
                          <a:effectLst/>
                        </a:rPr>
                        <a:t>Gateway Ligero Web HC 2.0</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spcAft>
                          <a:spcPts val="0"/>
                        </a:spcAft>
                      </a:pPr>
                      <a:r>
                        <a:rPr lang="es-ES" sz="1200" dirty="0">
                          <a:effectLst/>
                        </a:rPr>
                        <a:t>SPA para Onboarding de </a:t>
                      </a:r>
                      <a:r>
                        <a:rPr lang="es-ES" sz="1200" dirty="0" err="1">
                          <a:effectLst/>
                        </a:rPr>
                        <a:t>Cleintes</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10.000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1,375</a:t>
                      </a:r>
                    </a:p>
                  </a:txBody>
                  <a:tcPr marL="44337" marR="44337" marT="44337" marB="44337"/>
                </a:tc>
                <a:tc>
                  <a:txBody>
                    <a:bodyPr/>
                    <a:lstStyle/>
                    <a:p>
                      <a:pPr algn="ctr">
                        <a:spcAft>
                          <a:spcPts val="0"/>
                        </a:spcAft>
                      </a:pPr>
                      <a:r>
                        <a:rPr lang="es-ES" sz="1200" dirty="0">
                          <a:effectLst/>
                        </a:rPr>
                        <a:t>5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10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4052829314"/>
                  </a:ext>
                </a:extLst>
              </a:tr>
              <a:tr h="746937">
                <a:tc>
                  <a:txBody>
                    <a:bodyPr/>
                    <a:lstStyle/>
                    <a:p>
                      <a:pPr>
                        <a:spcAft>
                          <a:spcPts val="0"/>
                        </a:spcAft>
                      </a:pPr>
                      <a:r>
                        <a:rPr lang="es-ES" sz="1200" dirty="0">
                          <a:effectLst/>
                        </a:rPr>
                        <a:t>Gateway Ligero Web NHB y App HC 2.0</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spcAft>
                          <a:spcPts val="0"/>
                        </a:spcAft>
                      </a:pPr>
                      <a:r>
                        <a:rPr lang="es-ES" sz="1200" dirty="0">
                          <a:effectLst/>
                        </a:rPr>
                        <a:t>Micro Alta Cliente Orquestador </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spcAft>
                          <a:spcPts val="0"/>
                        </a:spcAft>
                      </a:pPr>
                      <a:r>
                        <a:rPr lang="es-ES" sz="1200" dirty="0">
                          <a:effectLst/>
                        </a:rPr>
                        <a:t>Microservicio BFF para Onboarding de alta clientes </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10.000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1.375</a:t>
                      </a:r>
                    </a:p>
                  </a:txBody>
                  <a:tcPr marL="44337" marR="44337" marT="44337" marB="44337"/>
                </a:tc>
                <a:tc>
                  <a:txBody>
                    <a:bodyPr/>
                    <a:lstStyle/>
                    <a:p>
                      <a:pPr algn="ctr">
                        <a:spcAft>
                          <a:spcPts val="0"/>
                        </a:spcAft>
                      </a:pPr>
                      <a:r>
                        <a:rPr lang="es-ES" sz="1200" dirty="0">
                          <a:effectLst/>
                        </a:rPr>
                        <a:t>5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10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2811235119"/>
                  </a:ext>
                </a:extLst>
              </a:tr>
              <a:tr h="746937">
                <a:tc>
                  <a:txBody>
                    <a:bodyPr/>
                    <a:lstStyle/>
                    <a:p>
                      <a:pPr algn="ctr">
                        <a:spcAft>
                          <a:spcPts val="0"/>
                        </a:spcAft>
                      </a:pPr>
                      <a:r>
                        <a:rPr lang="es-ES" sz="1200" b="1" kern="1200" dirty="0" err="1">
                          <a:solidFill>
                            <a:schemeClr val="lt1"/>
                          </a:solidFill>
                          <a:effectLst/>
                          <a:latin typeface="+mn-lt"/>
                          <a:ea typeface="+mn-ea"/>
                          <a:cs typeface="+mn-cs"/>
                        </a:rPr>
                        <a:t>SPAs</a:t>
                      </a:r>
                      <a:r>
                        <a:rPr lang="es-ES" sz="1200" b="1" kern="1200" dirty="0">
                          <a:solidFill>
                            <a:schemeClr val="lt1"/>
                          </a:solidFill>
                          <a:effectLst/>
                          <a:latin typeface="+mn-lt"/>
                          <a:ea typeface="+mn-ea"/>
                          <a:cs typeface="+mn-cs"/>
                        </a:rPr>
                        <a:t> </a:t>
                      </a:r>
                    </a:p>
                  </a:txBody>
                  <a:tcPr marL="44337" marR="44337" marT="44337" marB="44337"/>
                </a:tc>
                <a:tc>
                  <a:txBody>
                    <a:bodyPr/>
                    <a:lstStyle/>
                    <a:p>
                      <a:pPr>
                        <a:spcAft>
                          <a:spcPts val="0"/>
                        </a:spcAft>
                      </a:pPr>
                      <a:r>
                        <a:rPr lang="es-ES" sz="1200" dirty="0">
                          <a:effectLst/>
                        </a:rPr>
                        <a:t>Gateway Ligero Web HC 2.0 </a:t>
                      </a:r>
                      <a:r>
                        <a:rPr lang="es-ES" sz="1200" dirty="0" err="1">
                          <a:effectLst/>
                        </a:rPr>
                        <a:t>Backoffice</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spcAft>
                          <a:spcPts val="0"/>
                        </a:spcAft>
                      </a:pPr>
                      <a:r>
                        <a:rPr lang="es-ES" sz="1200" dirty="0">
                          <a:effectLst/>
                        </a:rPr>
                        <a:t>SPA para Proceso </a:t>
                      </a:r>
                      <a:r>
                        <a:rPr lang="es-ES" sz="1200" dirty="0" err="1">
                          <a:effectLst/>
                        </a:rPr>
                        <a:t>Backoffice</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1.000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300</a:t>
                      </a:r>
                    </a:p>
                  </a:txBody>
                  <a:tcPr marL="44337" marR="44337" marT="44337" marB="44337"/>
                </a:tc>
                <a:tc>
                  <a:txBody>
                    <a:bodyPr/>
                    <a:lstStyle/>
                    <a:p>
                      <a:pPr algn="ctr">
                        <a:spcAft>
                          <a:spcPts val="0"/>
                        </a:spcAft>
                      </a:pPr>
                      <a:r>
                        <a:rPr lang="es-ES" sz="1200" dirty="0">
                          <a:effectLst/>
                        </a:rPr>
                        <a:t>30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30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142428821"/>
                  </a:ext>
                </a:extLst>
              </a:tr>
              <a:tr h="746937">
                <a:tc>
                  <a:txBody>
                    <a:bodyPr/>
                    <a:lstStyle/>
                    <a:p>
                      <a:pPr>
                        <a:spcAft>
                          <a:spcPts val="0"/>
                        </a:spcAft>
                      </a:pPr>
                      <a:r>
                        <a:rPr lang="es-ES" sz="1200" dirty="0">
                          <a:effectLst/>
                        </a:rPr>
                        <a:t>Gateway Ligero Web HC  2.0 </a:t>
                      </a:r>
                      <a:r>
                        <a:rPr lang="es-ES" sz="1200" dirty="0" err="1">
                          <a:effectLst/>
                        </a:rPr>
                        <a:t>Backoffice</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spcAft>
                          <a:spcPts val="0"/>
                        </a:spcAft>
                      </a:pPr>
                      <a:r>
                        <a:rPr lang="es-ES" sz="1200" dirty="0">
                          <a:effectLst/>
                        </a:rPr>
                        <a:t>Micro Alta Tramitación Orquestador </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spcAft>
                          <a:spcPts val="0"/>
                        </a:spcAft>
                      </a:pPr>
                      <a:r>
                        <a:rPr lang="es-ES" sz="1200" dirty="0">
                          <a:effectLst/>
                        </a:rPr>
                        <a:t>Servicio </a:t>
                      </a:r>
                      <a:r>
                        <a:rPr lang="es-ES" sz="1200" dirty="0" err="1">
                          <a:effectLst/>
                        </a:rPr>
                        <a:t>Tramitacion</a:t>
                      </a:r>
                      <a:r>
                        <a:rPr lang="es-ES" sz="1200" dirty="0">
                          <a:effectLst/>
                        </a:rPr>
                        <a:t> </a:t>
                      </a:r>
                      <a:r>
                        <a:rPr lang="es-ES" sz="1200" dirty="0" err="1">
                          <a:effectLst/>
                        </a:rPr>
                        <a:t>Backoffice</a:t>
                      </a:r>
                      <a:r>
                        <a:rPr lang="es-ES" sz="1200" dirty="0">
                          <a:effectLst/>
                        </a:rPr>
                        <a:t>, </a:t>
                      </a:r>
                      <a:r>
                        <a:rPr lang="es-ES" sz="1200" dirty="0" err="1">
                          <a:effectLst/>
                        </a:rPr>
                        <a:t>actua</a:t>
                      </a:r>
                      <a:r>
                        <a:rPr lang="es-ES" sz="1200" dirty="0">
                          <a:effectLst/>
                        </a:rPr>
                        <a:t> como control</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1.000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300</a:t>
                      </a:r>
                    </a:p>
                  </a:txBody>
                  <a:tcPr marL="44337" marR="44337" marT="44337" marB="44337"/>
                </a:tc>
                <a:tc>
                  <a:txBody>
                    <a:bodyPr/>
                    <a:lstStyle/>
                    <a:p>
                      <a:pPr algn="ctr">
                        <a:spcAft>
                          <a:spcPts val="0"/>
                        </a:spcAft>
                      </a:pPr>
                      <a:r>
                        <a:rPr lang="es-ES" sz="1200" dirty="0">
                          <a:effectLst/>
                        </a:rPr>
                        <a:t>30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30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3929182264"/>
                  </a:ext>
                </a:extLst>
              </a:tr>
              <a:tr h="746937">
                <a:tc>
                  <a:txBody>
                    <a:bodyPr/>
                    <a:lstStyle/>
                    <a:p>
                      <a:pPr>
                        <a:spcAft>
                          <a:spcPts val="0"/>
                        </a:spcAft>
                      </a:pPr>
                      <a:r>
                        <a:rPr lang="es-ES" sz="1200" dirty="0">
                          <a:effectLst/>
                          <a:latin typeface="Calibri" panose="020F0502020204030204" pitchFamily="34" charset="0"/>
                          <a:ea typeface="Calibri" panose="020F0502020204030204" pitchFamily="34" charset="0"/>
                        </a:rPr>
                        <a:t> Paas HC Online 2.0</a:t>
                      </a:r>
                    </a:p>
                  </a:txBody>
                  <a:tcPr marL="44337" marR="44337" marT="44337" marB="44337"/>
                </a:tc>
                <a:tc>
                  <a:txBody>
                    <a:bodyPr/>
                    <a:lstStyle/>
                    <a:p>
                      <a:pPr>
                        <a:spcAft>
                          <a:spcPts val="0"/>
                        </a:spcAft>
                      </a:pPr>
                      <a:r>
                        <a:rPr lang="es-ES" sz="1200" dirty="0">
                          <a:effectLst/>
                          <a:latin typeface="Calibri" panose="020F0502020204030204" pitchFamily="34" charset="0"/>
                          <a:ea typeface="Calibri" panose="020F0502020204030204" pitchFamily="34" charset="0"/>
                        </a:rPr>
                        <a:t>Micro Expediente </a:t>
                      </a:r>
                      <a:r>
                        <a:rPr lang="es-ES" sz="1200" dirty="0" err="1">
                          <a:effectLst/>
                          <a:latin typeface="Calibri" panose="020F0502020204030204" pitchFamily="34" charset="0"/>
                          <a:ea typeface="Calibri" panose="020F0502020204030204" pitchFamily="34" charset="0"/>
                        </a:rPr>
                        <a:t>write</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l" fontAlgn="t"/>
                      <a:r>
                        <a:rPr lang="es-ES" sz="1100" b="0" i="0" u="none" strike="noStrike" dirty="0">
                          <a:solidFill>
                            <a:srgbClr val="000000"/>
                          </a:solidFill>
                          <a:effectLst/>
                          <a:latin typeface="Calibri" panose="020F0502020204030204" pitchFamily="34" charset="0"/>
                        </a:rPr>
                        <a:t>Operaciones de escritura en base de datos</a:t>
                      </a:r>
                    </a:p>
                  </a:txBody>
                  <a:tcPr marL="0" marR="0" marT="0" marB="0"/>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4.000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600</a:t>
                      </a:r>
                    </a:p>
                  </a:txBody>
                  <a:tcPr marL="44337" marR="44337" marT="44337" marB="44337"/>
                </a:tc>
                <a:tc>
                  <a:txBody>
                    <a:bodyPr/>
                    <a:lstStyle/>
                    <a:p>
                      <a:pPr algn="ctr">
                        <a:spcAft>
                          <a:spcPts val="0"/>
                        </a:spcAft>
                      </a:pPr>
                      <a:r>
                        <a:rPr lang="es-ES" sz="1200" dirty="0">
                          <a:effectLst/>
                        </a:rPr>
                        <a:t>30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30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151814444"/>
                  </a:ext>
                </a:extLst>
              </a:tr>
              <a:tr h="746937">
                <a:tc>
                  <a:txBody>
                    <a:bodyPr/>
                    <a:lstStyle/>
                    <a:p>
                      <a:pPr>
                        <a:spcAft>
                          <a:spcPts val="0"/>
                        </a:spcAft>
                      </a:pPr>
                      <a:r>
                        <a:rPr lang="es-ES" sz="1200" dirty="0">
                          <a:effectLst/>
                          <a:latin typeface="Calibri" panose="020F0502020204030204" pitchFamily="34" charset="0"/>
                          <a:ea typeface="Calibri" panose="020F0502020204030204" pitchFamily="34" charset="0"/>
                        </a:rPr>
                        <a:t> Paas HC Online 2.0</a:t>
                      </a:r>
                    </a:p>
                  </a:txBody>
                  <a:tcPr marL="44337" marR="44337" marT="44337" marB="44337"/>
                </a:tc>
                <a:tc>
                  <a:txBody>
                    <a:bodyPr/>
                    <a:lstStyle/>
                    <a:p>
                      <a:pPr>
                        <a:spcAft>
                          <a:spcPts val="0"/>
                        </a:spcAft>
                      </a:pPr>
                      <a:r>
                        <a:rPr lang="es-ES" sz="1200" dirty="0">
                          <a:effectLst/>
                          <a:latin typeface="Calibri" panose="020F0502020204030204" pitchFamily="34" charset="0"/>
                          <a:ea typeface="Calibri" panose="020F0502020204030204" pitchFamily="34" charset="0"/>
                        </a:rPr>
                        <a:t>Micro Expediente </a:t>
                      </a:r>
                      <a:r>
                        <a:rPr lang="es-ES" sz="1200" dirty="0" err="1">
                          <a:effectLst/>
                          <a:latin typeface="Calibri" panose="020F0502020204030204" pitchFamily="34" charset="0"/>
                          <a:ea typeface="Calibri" panose="020F0502020204030204" pitchFamily="34" charset="0"/>
                        </a:rPr>
                        <a:t>read</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l" fontAlgn="t"/>
                      <a:r>
                        <a:rPr lang="es-ES" sz="1100" b="0" i="0" u="none" strike="noStrike" dirty="0">
                          <a:solidFill>
                            <a:srgbClr val="000000"/>
                          </a:solidFill>
                          <a:effectLst/>
                          <a:latin typeface="Calibri" panose="020F0502020204030204" pitchFamily="34" charset="0"/>
                        </a:rPr>
                        <a:t>Operaciones de lectura en base de datos</a:t>
                      </a:r>
                    </a:p>
                  </a:txBody>
                  <a:tcPr marL="0" marR="0" marT="0" marB="0"/>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8.000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1.100</a:t>
                      </a:r>
                    </a:p>
                  </a:txBody>
                  <a:tcPr marL="44337" marR="44337" marT="44337" marB="44337"/>
                </a:tc>
                <a:tc>
                  <a:txBody>
                    <a:bodyPr/>
                    <a:lstStyle/>
                    <a:p>
                      <a:pPr algn="ctr">
                        <a:spcAft>
                          <a:spcPts val="0"/>
                        </a:spcAft>
                      </a:pPr>
                      <a:r>
                        <a:rPr lang="es-ES" sz="1200" dirty="0">
                          <a:effectLst/>
                        </a:rPr>
                        <a:t>30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30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2759557683"/>
                  </a:ext>
                </a:extLst>
              </a:tr>
            </a:tbl>
          </a:graphicData>
        </a:graphic>
      </p:graphicFrame>
      <p:sp>
        <p:nvSpPr>
          <p:cNvPr id="4" name="Rectangle 1">
            <a:extLst>
              <a:ext uri="{FF2B5EF4-FFF2-40B4-BE49-F238E27FC236}">
                <a16:creationId xmlns:a16="http://schemas.microsoft.com/office/drawing/2014/main" id="{C27238CE-B232-4FF1-8BE4-E99CF942DC9B}"/>
              </a:ext>
            </a:extLst>
          </p:cNvPr>
          <p:cNvSpPr>
            <a:spLocks noChangeArrowheads="1"/>
          </p:cNvSpPr>
          <p:nvPr/>
        </p:nvSpPr>
        <p:spPr bwMode="auto">
          <a:xfrm>
            <a:off x="168891" y="976254"/>
            <a:ext cx="12971926" cy="911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ES"/>
          </a:p>
        </p:txBody>
      </p:sp>
    </p:spTree>
    <p:extLst>
      <p:ext uri="{BB962C8B-B14F-4D97-AF65-F5344CB8AC3E}">
        <p14:creationId xmlns:p14="http://schemas.microsoft.com/office/powerpoint/2010/main" val="13952831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sz="quarter" idx="12"/>
          </p:nvPr>
        </p:nvSpPr>
        <p:spPr>
          <a:xfrm>
            <a:off x="501857" y="498475"/>
            <a:ext cx="10833365" cy="318498"/>
          </a:xfrm>
        </p:spPr>
        <p:txBody>
          <a:bodyPr>
            <a:noAutofit/>
          </a:bodyPr>
          <a:lstStyle/>
          <a:p>
            <a:r>
              <a:rPr lang="es-ES" sz="2400" b="0" dirty="0">
                <a:latin typeface="Gadugi" panose="020B0502040204020203" pitchFamily="34" charset="0"/>
              </a:rPr>
              <a:t>Volumetrías (</a:t>
            </a:r>
            <a:r>
              <a:rPr lang="es-ES" sz="2400" dirty="0"/>
              <a:t>Servicios SOAP / REST) </a:t>
            </a:r>
            <a:r>
              <a:rPr lang="es-ES" sz="1000" dirty="0"/>
              <a:t>PaaS Internet HC 2.0 </a:t>
            </a:r>
            <a:r>
              <a:rPr lang="en-GB" sz="1000" dirty="0" err="1"/>
              <a:t>Tramitación</a:t>
            </a:r>
            <a:r>
              <a:rPr lang="en-GB" sz="1000" dirty="0"/>
              <a:t> de </a:t>
            </a:r>
            <a:r>
              <a:rPr lang="en-GB" sz="1000" dirty="0" err="1"/>
              <a:t>expedientes</a:t>
            </a:r>
            <a:r>
              <a:rPr lang="en-GB" sz="1000" dirty="0"/>
              <a:t> y procesos </a:t>
            </a:r>
            <a:r>
              <a:rPr lang="en-GB" sz="1000" dirty="0" err="1"/>
              <a:t>planificados</a:t>
            </a:r>
            <a:endParaRPr lang="es-ES" sz="1000" dirty="0"/>
          </a:p>
          <a:p>
            <a:endParaRPr lang="es-ES" sz="2400" dirty="0">
              <a:latin typeface="Calibri" panose="020F0502020204030204" pitchFamily="34" charset="0"/>
              <a:ea typeface="Calibri" panose="020F0502020204030204" pitchFamily="34" charset="0"/>
            </a:endParaRPr>
          </a:p>
          <a:p>
            <a:endParaRPr lang="es-ES" sz="2400" b="0" dirty="0">
              <a:latin typeface="Gadugi" panose="020B0502040204020203" pitchFamily="34" charset="0"/>
            </a:endParaRPr>
          </a:p>
        </p:txBody>
      </p:sp>
      <p:sp>
        <p:nvSpPr>
          <p:cNvPr id="6" name="Rectangle 2">
            <a:extLst>
              <a:ext uri="{FF2B5EF4-FFF2-40B4-BE49-F238E27FC236}">
                <a16:creationId xmlns:a16="http://schemas.microsoft.com/office/drawing/2014/main" id="{44247BC8-CF54-445F-BB85-4C41B94C0890}"/>
              </a:ext>
            </a:extLst>
          </p:cNvPr>
          <p:cNvSpPr>
            <a:spLocks noChangeArrowheads="1"/>
          </p:cNvSpPr>
          <p:nvPr/>
        </p:nvSpPr>
        <p:spPr bwMode="auto">
          <a:xfrm>
            <a:off x="501857" y="2914057"/>
            <a:ext cx="1398761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395" eaLnBrk="0" fontAlgn="base">
              <a:spcBef>
                <a:spcPct val="0"/>
              </a:spcBef>
              <a:spcAft>
                <a:spcPct val="0"/>
              </a:spcAft>
            </a:pPr>
            <a:r>
              <a:rPr lang="es-ES" altLang="es-ES" sz="1100" dirty="0">
                <a:latin typeface="Arial" panose="020B0604020202020204" pitchFamily="34" charset="0"/>
                <a:ea typeface="Calibri" panose="020F0502020204030204" pitchFamily="34" charset="0"/>
                <a:cs typeface="Calibri" panose="020F0502020204030204" pitchFamily="34" charset="0"/>
              </a:rPr>
              <a:t> </a:t>
            </a:r>
            <a:endParaRPr lang="es-ES" altLang="es-ES" sz="900" dirty="0">
              <a:latin typeface="Arial" panose="020B0604020202020204" pitchFamily="34" charset="0"/>
            </a:endParaRPr>
          </a:p>
          <a:p>
            <a:pPr defTabSz="914395" eaLnBrk="0" fontAlgn="base">
              <a:spcBef>
                <a:spcPct val="0"/>
              </a:spcBef>
              <a:spcAft>
                <a:spcPct val="0"/>
              </a:spcAft>
            </a:pPr>
            <a:r>
              <a:rPr lang="es-ES" altLang="es-ES" sz="1100" dirty="0">
                <a:latin typeface="Arial" panose="020B0604020202020204" pitchFamily="34" charset="0"/>
                <a:ea typeface="Calibri" panose="020F0502020204030204" pitchFamily="34" charset="0"/>
                <a:cs typeface="Calibri" panose="020F0502020204030204" pitchFamily="34" charset="0"/>
              </a:rPr>
              <a:t> </a:t>
            </a:r>
            <a:endParaRPr lang="es-ES" altLang="es-ES" dirty="0">
              <a:latin typeface="Arial" panose="020B0604020202020204" pitchFamily="34" charset="0"/>
            </a:endParaRPr>
          </a:p>
        </p:txBody>
      </p:sp>
      <p:graphicFrame>
        <p:nvGraphicFramePr>
          <p:cNvPr id="3" name="Tabla 2">
            <a:extLst>
              <a:ext uri="{FF2B5EF4-FFF2-40B4-BE49-F238E27FC236}">
                <a16:creationId xmlns:a16="http://schemas.microsoft.com/office/drawing/2014/main" id="{8215675F-BF66-47A4-ADD2-C81D2144D057}"/>
              </a:ext>
            </a:extLst>
          </p:cNvPr>
          <p:cNvGraphicFramePr>
            <a:graphicFrameLocks noGrp="1"/>
          </p:cNvGraphicFramePr>
          <p:nvPr>
            <p:extLst>
              <p:ext uri="{D42A27DB-BD31-4B8C-83A1-F6EECF244321}">
                <p14:modId xmlns:p14="http://schemas.microsoft.com/office/powerpoint/2010/main" val="4013503772"/>
              </p:ext>
            </p:extLst>
          </p:nvPr>
        </p:nvGraphicFramePr>
        <p:xfrm>
          <a:off x="501856" y="1083286"/>
          <a:ext cx="10833365" cy="4566535"/>
        </p:xfrm>
        <a:graphic>
          <a:graphicData uri="http://schemas.openxmlformats.org/drawingml/2006/table">
            <a:tbl>
              <a:tblPr firstRow="1" firstCol="1" bandRow="1">
                <a:tableStyleId>{5C22544A-7EE6-4342-B048-85BDC9FD1C3A}</a:tableStyleId>
              </a:tblPr>
              <a:tblGrid>
                <a:gridCol w="2188484">
                  <a:extLst>
                    <a:ext uri="{9D8B030D-6E8A-4147-A177-3AD203B41FA5}">
                      <a16:colId xmlns:a16="http://schemas.microsoft.com/office/drawing/2014/main" val="3250313451"/>
                    </a:ext>
                  </a:extLst>
                </a:gridCol>
                <a:gridCol w="2188484">
                  <a:extLst>
                    <a:ext uri="{9D8B030D-6E8A-4147-A177-3AD203B41FA5}">
                      <a16:colId xmlns:a16="http://schemas.microsoft.com/office/drawing/2014/main" val="3819320993"/>
                    </a:ext>
                  </a:extLst>
                </a:gridCol>
                <a:gridCol w="1536448">
                  <a:extLst>
                    <a:ext uri="{9D8B030D-6E8A-4147-A177-3AD203B41FA5}">
                      <a16:colId xmlns:a16="http://schemas.microsoft.com/office/drawing/2014/main" val="210670716"/>
                    </a:ext>
                  </a:extLst>
                </a:gridCol>
                <a:gridCol w="761087">
                  <a:extLst>
                    <a:ext uri="{9D8B030D-6E8A-4147-A177-3AD203B41FA5}">
                      <a16:colId xmlns:a16="http://schemas.microsoft.com/office/drawing/2014/main" val="1030138344"/>
                    </a:ext>
                  </a:extLst>
                </a:gridCol>
                <a:gridCol w="803338">
                  <a:extLst>
                    <a:ext uri="{9D8B030D-6E8A-4147-A177-3AD203B41FA5}">
                      <a16:colId xmlns:a16="http://schemas.microsoft.com/office/drawing/2014/main" val="2398183124"/>
                    </a:ext>
                  </a:extLst>
                </a:gridCol>
                <a:gridCol w="659458">
                  <a:extLst>
                    <a:ext uri="{9D8B030D-6E8A-4147-A177-3AD203B41FA5}">
                      <a16:colId xmlns:a16="http://schemas.microsoft.com/office/drawing/2014/main" val="624722241"/>
                    </a:ext>
                  </a:extLst>
                </a:gridCol>
                <a:gridCol w="840451">
                  <a:extLst>
                    <a:ext uri="{9D8B030D-6E8A-4147-A177-3AD203B41FA5}">
                      <a16:colId xmlns:a16="http://schemas.microsoft.com/office/drawing/2014/main" val="2280750684"/>
                    </a:ext>
                  </a:extLst>
                </a:gridCol>
                <a:gridCol w="994039">
                  <a:extLst>
                    <a:ext uri="{9D8B030D-6E8A-4147-A177-3AD203B41FA5}">
                      <a16:colId xmlns:a16="http://schemas.microsoft.com/office/drawing/2014/main" val="685377206"/>
                    </a:ext>
                  </a:extLst>
                </a:gridCol>
                <a:gridCol w="861576">
                  <a:extLst>
                    <a:ext uri="{9D8B030D-6E8A-4147-A177-3AD203B41FA5}">
                      <a16:colId xmlns:a16="http://schemas.microsoft.com/office/drawing/2014/main" val="3256660701"/>
                    </a:ext>
                  </a:extLst>
                </a:gridCol>
              </a:tblGrid>
              <a:tr h="913307">
                <a:tc>
                  <a:txBody>
                    <a:bodyPr/>
                    <a:lstStyle/>
                    <a:p>
                      <a:pPr algn="ctr">
                        <a:spcAft>
                          <a:spcPts val="0"/>
                        </a:spcAft>
                      </a:pPr>
                      <a:r>
                        <a:rPr lang="es-ES" sz="1200" dirty="0">
                          <a:effectLst/>
                        </a:rPr>
                        <a:t>Sistema </a:t>
                      </a:r>
                    </a:p>
                    <a:p>
                      <a:pPr algn="ctr">
                        <a:spcAft>
                          <a:spcPts val="0"/>
                        </a:spcAft>
                      </a:pPr>
                      <a:r>
                        <a:rPr lang="es-ES" sz="1200" dirty="0">
                          <a:effectLst/>
                        </a:rPr>
                        <a:t>Origen</a:t>
                      </a:r>
                      <a:endParaRPr lang="es-ES" sz="1200" dirty="0">
                        <a:effectLst/>
                        <a:latin typeface="Calibri" panose="020F0502020204030204" pitchFamily="34" charset="0"/>
                        <a:ea typeface="Calibri" panose="020F0502020204030204" pitchFamily="34" charset="0"/>
                      </a:endParaRPr>
                    </a:p>
                    <a:p>
                      <a:pPr algn="ctr">
                        <a:spcAft>
                          <a:spcPts val="0"/>
                        </a:spcAft>
                      </a:pP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Sistema Destino</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a:effectLst/>
                        </a:rPr>
                        <a:t>Descripción</a:t>
                      </a:r>
                      <a:endParaRPr lang="es-ES" sz="120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Protocolo</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Media </a:t>
                      </a:r>
                      <a:r>
                        <a:rPr lang="es-ES" sz="1200" dirty="0" err="1">
                          <a:effectLst/>
                        </a:rPr>
                        <a:t>Msg</a:t>
                      </a:r>
                      <a:r>
                        <a:rPr lang="es-ES" sz="1200" dirty="0">
                          <a:effectLst/>
                        </a:rPr>
                        <a:t>/día</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Picos </a:t>
                      </a:r>
                    </a:p>
                    <a:p>
                      <a:pPr algn="ctr">
                        <a:spcAft>
                          <a:spcPts val="0"/>
                        </a:spcAft>
                      </a:pPr>
                      <a:r>
                        <a:rPr lang="es-ES" sz="1200" dirty="0" err="1">
                          <a:effectLst/>
                        </a:rPr>
                        <a:t>Msg</a:t>
                      </a:r>
                      <a:r>
                        <a:rPr lang="es-ES" sz="1200" dirty="0">
                          <a:effectLst/>
                        </a:rPr>
                        <a:t>/hora</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Tamaño </a:t>
                      </a:r>
                    </a:p>
                    <a:p>
                      <a:pPr algn="ctr">
                        <a:spcAft>
                          <a:spcPts val="0"/>
                        </a:spcAft>
                      </a:pPr>
                      <a:r>
                        <a:rPr lang="es-ES" sz="1200" dirty="0">
                          <a:effectLst/>
                        </a:rPr>
                        <a:t>Medio </a:t>
                      </a:r>
                      <a:r>
                        <a:rPr lang="es-ES" sz="1200" dirty="0" err="1">
                          <a:effectLst/>
                        </a:rPr>
                        <a:t>Msg</a:t>
                      </a:r>
                      <a:r>
                        <a:rPr lang="es-ES" sz="1200" dirty="0">
                          <a:effectLst/>
                        </a:rPr>
                        <a:t>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Tamaño Máximo </a:t>
                      </a:r>
                      <a:r>
                        <a:rPr lang="es-ES" sz="1200" dirty="0" err="1">
                          <a:effectLst/>
                        </a:rPr>
                        <a:t>Msg</a:t>
                      </a:r>
                      <a:endParaRPr lang="es-ES" sz="1200" dirty="0">
                        <a:effectLst/>
                      </a:endParaRPr>
                    </a:p>
                    <a:p>
                      <a:pPr algn="ctr">
                        <a:spcAft>
                          <a:spcPts val="0"/>
                        </a:spcAft>
                      </a:pPr>
                      <a:r>
                        <a:rPr lang="es-ES" sz="1200" dirty="0">
                          <a:effectLst/>
                        </a:rPr>
                        <a:t>(KB)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Franja Horaria Pico</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1198584115"/>
                  </a:ext>
                </a:extLst>
              </a:tr>
              <a:tr h="913307">
                <a:tc>
                  <a:txBody>
                    <a:bodyPr/>
                    <a:lstStyle/>
                    <a:p>
                      <a:pPr>
                        <a:spcAft>
                          <a:spcPts val="0"/>
                        </a:spcAft>
                      </a:pPr>
                      <a:r>
                        <a:rPr lang="es-ES" sz="1200" dirty="0">
                          <a:effectLst/>
                          <a:latin typeface="Calibri" panose="020F0502020204030204" pitchFamily="34" charset="0"/>
                          <a:ea typeface="Calibri" panose="020F0502020204030204" pitchFamily="34" charset="0"/>
                        </a:rPr>
                        <a:t> Paas HC Online 2.0</a:t>
                      </a:r>
                    </a:p>
                  </a:txBody>
                  <a:tcPr marL="44337" marR="44337" marT="44337" marB="44337"/>
                </a:tc>
                <a:tc>
                  <a:txBody>
                    <a:bodyPr/>
                    <a:lstStyle/>
                    <a:p>
                      <a:pPr>
                        <a:spcAft>
                          <a:spcPts val="0"/>
                        </a:spcAft>
                      </a:pPr>
                      <a:r>
                        <a:rPr lang="es-ES" sz="1200" dirty="0">
                          <a:effectLst/>
                          <a:latin typeface="Calibri" panose="020F0502020204030204" pitchFamily="34" charset="0"/>
                          <a:ea typeface="Calibri" panose="020F0502020204030204" pitchFamily="34" charset="0"/>
                        </a:rPr>
                        <a:t>Micro Validación clientes</a:t>
                      </a:r>
                    </a:p>
                  </a:txBody>
                  <a:tcPr marL="44337" marR="44337" marT="44337" marB="44337"/>
                </a:tc>
                <a:tc>
                  <a:txBody>
                    <a:bodyPr/>
                    <a:lstStyle/>
                    <a:p>
                      <a:pPr algn="l" fontAlgn="t"/>
                      <a:r>
                        <a:rPr lang="es-ES" sz="1100" b="0" i="0" u="none" strike="noStrike" dirty="0">
                          <a:solidFill>
                            <a:srgbClr val="000000"/>
                          </a:solidFill>
                          <a:effectLst/>
                          <a:latin typeface="Calibri" panose="020F0502020204030204" pitchFamily="34" charset="0"/>
                        </a:rPr>
                        <a:t>verifica la </a:t>
                      </a:r>
                      <a:r>
                        <a:rPr lang="es-ES" sz="1100" b="0" i="0" u="none" strike="noStrike" dirty="0" err="1">
                          <a:solidFill>
                            <a:srgbClr val="000000"/>
                          </a:solidFill>
                          <a:effectLst/>
                          <a:latin typeface="Calibri" panose="020F0502020204030204" pitchFamily="34" charset="0"/>
                        </a:rPr>
                        <a:t>informacion</a:t>
                      </a:r>
                      <a:r>
                        <a:rPr lang="es-ES" sz="1100" b="0" i="0" u="none" strike="noStrike" dirty="0">
                          <a:solidFill>
                            <a:srgbClr val="000000"/>
                          </a:solidFill>
                          <a:effectLst/>
                          <a:latin typeface="Calibri" panose="020F0502020204030204" pitchFamily="34" charset="0"/>
                        </a:rPr>
                        <a:t> del nuevo </a:t>
                      </a:r>
                      <a:r>
                        <a:rPr lang="es-ES" sz="1100" b="0" i="0" u="none" strike="noStrike" dirty="0" err="1">
                          <a:solidFill>
                            <a:srgbClr val="000000"/>
                          </a:solidFill>
                          <a:effectLst/>
                          <a:latin typeface="Calibri" panose="020F0502020204030204" pitchFamily="34" charset="0"/>
                        </a:rPr>
                        <a:t>cliente,listas</a:t>
                      </a:r>
                      <a:r>
                        <a:rPr lang="es-ES" sz="1100" b="0" i="0" u="none" strike="noStrike" dirty="0">
                          <a:solidFill>
                            <a:srgbClr val="000000"/>
                          </a:solidFill>
                          <a:effectLst/>
                          <a:latin typeface="Calibri" panose="020F0502020204030204" pitchFamily="34" charset="0"/>
                        </a:rPr>
                        <a:t> negras, direcciones, </a:t>
                      </a:r>
                      <a:r>
                        <a:rPr lang="es-ES" sz="1100" b="0" i="0" u="none" strike="noStrike" dirty="0" err="1">
                          <a:solidFill>
                            <a:srgbClr val="000000"/>
                          </a:solidFill>
                          <a:effectLst/>
                          <a:latin typeface="Calibri" panose="020F0502020204030204" pitchFamily="34" charset="0"/>
                        </a:rPr>
                        <a:t>asignacion</a:t>
                      </a:r>
                      <a:r>
                        <a:rPr lang="es-ES" sz="1100" b="0" i="0" u="none" strike="noStrike" dirty="0">
                          <a:solidFill>
                            <a:srgbClr val="000000"/>
                          </a:solidFill>
                          <a:effectLst/>
                          <a:latin typeface="Calibri" panose="020F0502020204030204" pitchFamily="34" charset="0"/>
                        </a:rPr>
                        <a:t> de oficina …</a:t>
                      </a:r>
                    </a:p>
                  </a:txBody>
                  <a:tcPr marL="0" marR="0" marT="0" marB="0"/>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8.000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1.000</a:t>
                      </a:r>
                    </a:p>
                  </a:txBody>
                  <a:tcPr marL="44337" marR="44337" marT="44337" marB="44337"/>
                </a:tc>
                <a:tc>
                  <a:txBody>
                    <a:bodyPr/>
                    <a:lstStyle/>
                    <a:p>
                      <a:pPr algn="ctr">
                        <a:spcAft>
                          <a:spcPts val="0"/>
                        </a:spcAft>
                      </a:pPr>
                      <a:r>
                        <a:rPr lang="es-ES" sz="1200" dirty="0">
                          <a:effectLst/>
                        </a:rPr>
                        <a:t>10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10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142428821"/>
                  </a:ext>
                </a:extLst>
              </a:tr>
              <a:tr h="913307">
                <a:tc>
                  <a:txBody>
                    <a:bodyPr/>
                    <a:lstStyle/>
                    <a:p>
                      <a:pPr>
                        <a:spcAft>
                          <a:spcPts val="0"/>
                        </a:spcAft>
                      </a:pPr>
                      <a:r>
                        <a:rPr lang="es-ES" sz="1200" dirty="0">
                          <a:effectLst/>
                          <a:latin typeface="Calibri" panose="020F0502020204030204" pitchFamily="34" charset="0"/>
                          <a:ea typeface="Calibri" panose="020F0502020204030204" pitchFamily="34" charset="0"/>
                        </a:rPr>
                        <a:t> Paas HC Online 2.0</a:t>
                      </a:r>
                    </a:p>
                  </a:txBody>
                  <a:tcPr marL="44337" marR="44337" marT="44337" marB="44337"/>
                </a:tc>
                <a:tc>
                  <a:txBody>
                    <a:bodyPr/>
                    <a:lstStyle/>
                    <a:p>
                      <a:pPr>
                        <a:spcAft>
                          <a:spcPts val="0"/>
                        </a:spcAft>
                      </a:pPr>
                      <a:r>
                        <a:rPr lang="es-ES" sz="1200" dirty="0">
                          <a:effectLst/>
                          <a:latin typeface="Calibri" panose="020F0502020204030204" pitchFamily="34" charset="0"/>
                          <a:ea typeface="Calibri" panose="020F0502020204030204" pitchFamily="34" charset="0"/>
                        </a:rPr>
                        <a:t>Micro Tablas Maestras </a:t>
                      </a:r>
                      <a:r>
                        <a:rPr lang="es-ES" sz="1200" dirty="0" err="1">
                          <a:effectLst/>
                          <a:latin typeface="Calibri" panose="020F0502020204030204" pitchFamily="34" charset="0"/>
                          <a:ea typeface="Calibri" panose="020F0502020204030204" pitchFamily="34" charset="0"/>
                        </a:rPr>
                        <a:t>Read</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l" fontAlgn="t"/>
                      <a:r>
                        <a:rPr lang="es-ES" sz="1100" b="0" i="0" u="none" strike="noStrike" dirty="0">
                          <a:solidFill>
                            <a:srgbClr val="000000"/>
                          </a:solidFill>
                          <a:effectLst/>
                          <a:latin typeface="Calibri" panose="020F0502020204030204" pitchFamily="34" charset="0"/>
                        </a:rPr>
                        <a:t>Operaciones de lectura en base de datos</a:t>
                      </a:r>
                    </a:p>
                  </a:txBody>
                  <a:tcPr marL="0" marR="0" marT="0" marB="0"/>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8.000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600</a:t>
                      </a:r>
                    </a:p>
                  </a:txBody>
                  <a:tcPr marL="44337" marR="44337" marT="44337" marB="44337"/>
                </a:tc>
                <a:tc>
                  <a:txBody>
                    <a:bodyPr/>
                    <a:lstStyle/>
                    <a:p>
                      <a:pPr algn="ctr">
                        <a:spcAft>
                          <a:spcPts val="0"/>
                        </a:spcAft>
                      </a:pPr>
                      <a:r>
                        <a:rPr lang="es-ES" sz="1200" dirty="0">
                          <a:effectLst/>
                        </a:rPr>
                        <a:t>10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20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3929182264"/>
                  </a:ext>
                </a:extLst>
              </a:tr>
              <a:tr h="913307">
                <a:tc>
                  <a:txBody>
                    <a:bodyPr/>
                    <a:lstStyle/>
                    <a:p>
                      <a:pPr>
                        <a:spcAft>
                          <a:spcPts val="0"/>
                        </a:spcAft>
                      </a:pPr>
                      <a:r>
                        <a:rPr lang="es-ES" sz="1200" dirty="0">
                          <a:effectLst/>
                          <a:latin typeface="Calibri" panose="020F0502020204030204" pitchFamily="34" charset="0"/>
                          <a:ea typeface="Calibri" panose="020F0502020204030204" pitchFamily="34" charset="0"/>
                        </a:rPr>
                        <a:t> Paas HC Online 2.0</a:t>
                      </a:r>
                    </a:p>
                  </a:txBody>
                  <a:tcPr marL="44337" marR="44337" marT="44337" marB="44337"/>
                </a:tc>
                <a:tc>
                  <a:txBody>
                    <a:bodyPr/>
                    <a:lstStyle/>
                    <a:p>
                      <a:pPr>
                        <a:spcAft>
                          <a:spcPts val="0"/>
                        </a:spcAft>
                      </a:pPr>
                      <a:r>
                        <a:rPr lang="es-ES" sz="1200" dirty="0">
                          <a:effectLst/>
                          <a:latin typeface="Calibri" panose="020F0502020204030204" pitchFamily="34" charset="0"/>
                          <a:ea typeface="Calibri" panose="020F0502020204030204" pitchFamily="34" charset="0"/>
                        </a:rPr>
                        <a:t>Micro Alta Cliente</a:t>
                      </a:r>
                    </a:p>
                  </a:txBody>
                  <a:tcPr marL="44337" marR="44337" marT="44337" marB="44337"/>
                </a:tc>
                <a:tc>
                  <a:txBody>
                    <a:bodyPr/>
                    <a:lstStyle/>
                    <a:p>
                      <a:pPr algn="l" fontAlgn="t"/>
                      <a:r>
                        <a:rPr lang="es-ES" sz="1100" b="0" i="0" u="none" strike="noStrike" dirty="0">
                          <a:solidFill>
                            <a:srgbClr val="000000"/>
                          </a:solidFill>
                          <a:effectLst/>
                          <a:latin typeface="Calibri" panose="020F0502020204030204" pitchFamily="34" charset="0"/>
                        </a:rPr>
                        <a:t>Realiza el alta del cliente, titulares en LDAP</a:t>
                      </a:r>
                    </a:p>
                  </a:txBody>
                  <a:tcPr marL="0" marR="0" marT="0" marB="0"/>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1.000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300</a:t>
                      </a:r>
                    </a:p>
                  </a:txBody>
                  <a:tcPr marL="44337" marR="44337" marT="44337" marB="44337"/>
                </a:tc>
                <a:tc>
                  <a:txBody>
                    <a:bodyPr/>
                    <a:lstStyle/>
                    <a:p>
                      <a:pPr algn="ctr">
                        <a:spcAft>
                          <a:spcPts val="0"/>
                        </a:spcAft>
                      </a:pPr>
                      <a:r>
                        <a:rPr lang="es-ES" sz="1200" dirty="0">
                          <a:effectLst/>
                        </a:rPr>
                        <a:t>10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10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151814444"/>
                  </a:ext>
                </a:extLst>
              </a:tr>
              <a:tr h="913307">
                <a:tc>
                  <a:txBody>
                    <a:bodyPr/>
                    <a:lstStyle/>
                    <a:p>
                      <a:pPr>
                        <a:spcAft>
                          <a:spcPts val="0"/>
                        </a:spcAft>
                      </a:pPr>
                      <a:r>
                        <a:rPr lang="es-ES" sz="1200" dirty="0">
                          <a:effectLst/>
                          <a:latin typeface="Calibri" panose="020F0502020204030204" pitchFamily="34" charset="0"/>
                          <a:ea typeface="Calibri" panose="020F0502020204030204" pitchFamily="34" charset="0"/>
                        </a:rPr>
                        <a:t> Paas HC Online 2.0</a:t>
                      </a:r>
                    </a:p>
                  </a:txBody>
                  <a:tcPr marL="44337" marR="44337" marT="44337" marB="44337"/>
                </a:tc>
                <a:tc>
                  <a:txBody>
                    <a:bodyPr/>
                    <a:lstStyle/>
                    <a:p>
                      <a:pPr>
                        <a:spcAft>
                          <a:spcPts val="0"/>
                        </a:spcAft>
                      </a:pPr>
                      <a:r>
                        <a:rPr lang="es-ES" sz="1200" dirty="0">
                          <a:effectLst/>
                          <a:latin typeface="Calibri" panose="020F0502020204030204" pitchFamily="34" charset="0"/>
                          <a:ea typeface="Calibri" panose="020F0502020204030204" pitchFamily="34" charset="0"/>
                        </a:rPr>
                        <a:t>Micro Alta Productos</a:t>
                      </a:r>
                    </a:p>
                  </a:txBody>
                  <a:tcPr marL="44337" marR="44337" marT="44337" marB="44337"/>
                </a:tc>
                <a:tc>
                  <a:txBody>
                    <a:bodyPr/>
                    <a:lstStyle/>
                    <a:p>
                      <a:pPr algn="l" fontAlgn="t"/>
                      <a:r>
                        <a:rPr lang="es-ES" sz="1100" b="0" i="0" u="none" strike="noStrike" dirty="0">
                          <a:solidFill>
                            <a:srgbClr val="000000"/>
                          </a:solidFill>
                          <a:effectLst/>
                          <a:latin typeface="Calibri" panose="020F0502020204030204" pitchFamily="34" charset="0"/>
                        </a:rPr>
                        <a:t>Operaciones de alta de cuenta, tarjeta y </a:t>
                      </a:r>
                      <a:r>
                        <a:rPr lang="es-ES" sz="1100" b="0" i="0" u="none" strike="noStrike" dirty="0" err="1">
                          <a:solidFill>
                            <a:srgbClr val="000000"/>
                          </a:solidFill>
                          <a:effectLst/>
                          <a:latin typeface="Calibri" panose="020F0502020204030204" pitchFamily="34" charset="0"/>
                        </a:rPr>
                        <a:t>notificacion</a:t>
                      </a:r>
                      <a:r>
                        <a:rPr lang="es-ES" sz="1100" b="0" i="0" u="none" strike="noStrike" dirty="0">
                          <a:solidFill>
                            <a:srgbClr val="000000"/>
                          </a:solidFill>
                          <a:effectLst/>
                          <a:latin typeface="Calibri" panose="020F0502020204030204" pitchFamily="34" charset="0"/>
                        </a:rPr>
                        <a:t> a hipotecas</a:t>
                      </a:r>
                    </a:p>
                  </a:txBody>
                  <a:tcPr marL="0" marR="0" marT="0" marB="0"/>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3.000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650</a:t>
                      </a:r>
                    </a:p>
                  </a:txBody>
                  <a:tcPr marL="44337" marR="44337" marT="44337" marB="44337"/>
                </a:tc>
                <a:tc>
                  <a:txBody>
                    <a:bodyPr/>
                    <a:lstStyle/>
                    <a:p>
                      <a:pPr algn="ctr">
                        <a:spcAft>
                          <a:spcPts val="0"/>
                        </a:spcAft>
                      </a:pPr>
                      <a:r>
                        <a:rPr lang="es-ES" sz="1200" dirty="0">
                          <a:effectLst/>
                        </a:rPr>
                        <a:t>15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25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2759557683"/>
                  </a:ext>
                </a:extLst>
              </a:tr>
            </a:tbl>
          </a:graphicData>
        </a:graphic>
      </p:graphicFrame>
      <p:sp>
        <p:nvSpPr>
          <p:cNvPr id="4" name="Rectangle 1">
            <a:extLst>
              <a:ext uri="{FF2B5EF4-FFF2-40B4-BE49-F238E27FC236}">
                <a16:creationId xmlns:a16="http://schemas.microsoft.com/office/drawing/2014/main" id="{C27238CE-B232-4FF1-8BE4-E99CF942DC9B}"/>
              </a:ext>
            </a:extLst>
          </p:cNvPr>
          <p:cNvSpPr>
            <a:spLocks noChangeArrowheads="1"/>
          </p:cNvSpPr>
          <p:nvPr/>
        </p:nvSpPr>
        <p:spPr bwMode="auto">
          <a:xfrm>
            <a:off x="168891" y="976254"/>
            <a:ext cx="12971926" cy="911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ES"/>
          </a:p>
        </p:txBody>
      </p:sp>
    </p:spTree>
    <p:extLst>
      <p:ext uri="{BB962C8B-B14F-4D97-AF65-F5344CB8AC3E}">
        <p14:creationId xmlns:p14="http://schemas.microsoft.com/office/powerpoint/2010/main" val="30851287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sz="quarter" idx="12"/>
          </p:nvPr>
        </p:nvSpPr>
        <p:spPr>
          <a:xfrm>
            <a:off x="501857" y="498475"/>
            <a:ext cx="10833365" cy="318498"/>
          </a:xfrm>
        </p:spPr>
        <p:txBody>
          <a:bodyPr>
            <a:noAutofit/>
          </a:bodyPr>
          <a:lstStyle/>
          <a:p>
            <a:r>
              <a:rPr lang="es-ES" sz="2400" b="0" dirty="0">
                <a:latin typeface="Gadugi" panose="020B0502040204020203" pitchFamily="34" charset="0"/>
              </a:rPr>
              <a:t>Volumetrías (</a:t>
            </a:r>
            <a:r>
              <a:rPr lang="es-ES" sz="2400" dirty="0"/>
              <a:t>Servicios SOAP / REST) </a:t>
            </a:r>
            <a:r>
              <a:rPr lang="es-ES" sz="1000" dirty="0"/>
              <a:t>PaaS Internet HC 2.0 </a:t>
            </a:r>
            <a:r>
              <a:rPr lang="en-GB" sz="1000" dirty="0" err="1"/>
              <a:t>Tramitación</a:t>
            </a:r>
            <a:r>
              <a:rPr lang="en-GB" sz="1000" dirty="0"/>
              <a:t> de </a:t>
            </a:r>
            <a:r>
              <a:rPr lang="en-GB" sz="1000" dirty="0" err="1"/>
              <a:t>expedientes</a:t>
            </a:r>
            <a:r>
              <a:rPr lang="en-GB" sz="1000" dirty="0"/>
              <a:t> y procesos </a:t>
            </a:r>
            <a:r>
              <a:rPr lang="en-GB" sz="1000" dirty="0" err="1"/>
              <a:t>planificados</a:t>
            </a:r>
            <a:endParaRPr lang="es-ES" sz="1000" dirty="0"/>
          </a:p>
          <a:p>
            <a:endParaRPr lang="es-ES" sz="2400" dirty="0">
              <a:latin typeface="Calibri" panose="020F0502020204030204" pitchFamily="34" charset="0"/>
              <a:ea typeface="Calibri" panose="020F0502020204030204" pitchFamily="34" charset="0"/>
            </a:endParaRPr>
          </a:p>
          <a:p>
            <a:endParaRPr lang="es-ES" sz="2400" b="0" dirty="0">
              <a:latin typeface="Gadugi" panose="020B0502040204020203" pitchFamily="34" charset="0"/>
            </a:endParaRPr>
          </a:p>
        </p:txBody>
      </p:sp>
      <p:sp>
        <p:nvSpPr>
          <p:cNvPr id="6" name="Rectangle 2">
            <a:extLst>
              <a:ext uri="{FF2B5EF4-FFF2-40B4-BE49-F238E27FC236}">
                <a16:creationId xmlns:a16="http://schemas.microsoft.com/office/drawing/2014/main" id="{44247BC8-CF54-445F-BB85-4C41B94C0890}"/>
              </a:ext>
            </a:extLst>
          </p:cNvPr>
          <p:cNvSpPr>
            <a:spLocks noChangeArrowheads="1"/>
          </p:cNvSpPr>
          <p:nvPr/>
        </p:nvSpPr>
        <p:spPr bwMode="auto">
          <a:xfrm>
            <a:off x="501857" y="2914057"/>
            <a:ext cx="1398761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395" eaLnBrk="0" fontAlgn="base">
              <a:spcBef>
                <a:spcPct val="0"/>
              </a:spcBef>
              <a:spcAft>
                <a:spcPct val="0"/>
              </a:spcAft>
            </a:pPr>
            <a:r>
              <a:rPr lang="es-ES" altLang="es-ES" sz="1100" dirty="0">
                <a:latin typeface="Arial" panose="020B0604020202020204" pitchFamily="34" charset="0"/>
                <a:ea typeface="Calibri" panose="020F0502020204030204" pitchFamily="34" charset="0"/>
                <a:cs typeface="Calibri" panose="020F0502020204030204" pitchFamily="34" charset="0"/>
              </a:rPr>
              <a:t> </a:t>
            </a:r>
            <a:endParaRPr lang="es-ES" altLang="es-ES" sz="900" dirty="0">
              <a:latin typeface="Arial" panose="020B0604020202020204" pitchFamily="34" charset="0"/>
            </a:endParaRPr>
          </a:p>
          <a:p>
            <a:pPr defTabSz="914395" eaLnBrk="0" fontAlgn="base">
              <a:spcBef>
                <a:spcPct val="0"/>
              </a:spcBef>
              <a:spcAft>
                <a:spcPct val="0"/>
              </a:spcAft>
            </a:pPr>
            <a:r>
              <a:rPr lang="es-ES" altLang="es-ES" sz="1100" dirty="0">
                <a:latin typeface="Arial" panose="020B0604020202020204" pitchFamily="34" charset="0"/>
                <a:ea typeface="Calibri" panose="020F0502020204030204" pitchFamily="34" charset="0"/>
                <a:cs typeface="Calibri" panose="020F0502020204030204" pitchFamily="34" charset="0"/>
              </a:rPr>
              <a:t> </a:t>
            </a:r>
            <a:endParaRPr lang="es-ES" altLang="es-ES" dirty="0">
              <a:latin typeface="Arial" panose="020B0604020202020204" pitchFamily="34" charset="0"/>
            </a:endParaRPr>
          </a:p>
        </p:txBody>
      </p:sp>
      <p:graphicFrame>
        <p:nvGraphicFramePr>
          <p:cNvPr id="3" name="Tabla 2">
            <a:extLst>
              <a:ext uri="{FF2B5EF4-FFF2-40B4-BE49-F238E27FC236}">
                <a16:creationId xmlns:a16="http://schemas.microsoft.com/office/drawing/2014/main" id="{8215675F-BF66-47A4-ADD2-C81D2144D057}"/>
              </a:ext>
            </a:extLst>
          </p:cNvPr>
          <p:cNvGraphicFramePr>
            <a:graphicFrameLocks noGrp="1"/>
          </p:cNvGraphicFramePr>
          <p:nvPr>
            <p:extLst>
              <p:ext uri="{D42A27DB-BD31-4B8C-83A1-F6EECF244321}">
                <p14:modId xmlns:p14="http://schemas.microsoft.com/office/powerpoint/2010/main" val="1232680017"/>
              </p:ext>
            </p:extLst>
          </p:nvPr>
        </p:nvGraphicFramePr>
        <p:xfrm>
          <a:off x="501856" y="1083286"/>
          <a:ext cx="10833365" cy="4566535"/>
        </p:xfrm>
        <a:graphic>
          <a:graphicData uri="http://schemas.openxmlformats.org/drawingml/2006/table">
            <a:tbl>
              <a:tblPr firstRow="1" firstCol="1" bandRow="1">
                <a:tableStyleId>{5C22544A-7EE6-4342-B048-85BDC9FD1C3A}</a:tableStyleId>
              </a:tblPr>
              <a:tblGrid>
                <a:gridCol w="2188484">
                  <a:extLst>
                    <a:ext uri="{9D8B030D-6E8A-4147-A177-3AD203B41FA5}">
                      <a16:colId xmlns:a16="http://schemas.microsoft.com/office/drawing/2014/main" val="3250313451"/>
                    </a:ext>
                  </a:extLst>
                </a:gridCol>
                <a:gridCol w="2188484">
                  <a:extLst>
                    <a:ext uri="{9D8B030D-6E8A-4147-A177-3AD203B41FA5}">
                      <a16:colId xmlns:a16="http://schemas.microsoft.com/office/drawing/2014/main" val="3819320993"/>
                    </a:ext>
                  </a:extLst>
                </a:gridCol>
                <a:gridCol w="1536448">
                  <a:extLst>
                    <a:ext uri="{9D8B030D-6E8A-4147-A177-3AD203B41FA5}">
                      <a16:colId xmlns:a16="http://schemas.microsoft.com/office/drawing/2014/main" val="210670716"/>
                    </a:ext>
                  </a:extLst>
                </a:gridCol>
                <a:gridCol w="761087">
                  <a:extLst>
                    <a:ext uri="{9D8B030D-6E8A-4147-A177-3AD203B41FA5}">
                      <a16:colId xmlns:a16="http://schemas.microsoft.com/office/drawing/2014/main" val="1030138344"/>
                    </a:ext>
                  </a:extLst>
                </a:gridCol>
                <a:gridCol w="803338">
                  <a:extLst>
                    <a:ext uri="{9D8B030D-6E8A-4147-A177-3AD203B41FA5}">
                      <a16:colId xmlns:a16="http://schemas.microsoft.com/office/drawing/2014/main" val="2398183124"/>
                    </a:ext>
                  </a:extLst>
                </a:gridCol>
                <a:gridCol w="659458">
                  <a:extLst>
                    <a:ext uri="{9D8B030D-6E8A-4147-A177-3AD203B41FA5}">
                      <a16:colId xmlns:a16="http://schemas.microsoft.com/office/drawing/2014/main" val="624722241"/>
                    </a:ext>
                  </a:extLst>
                </a:gridCol>
                <a:gridCol w="840451">
                  <a:extLst>
                    <a:ext uri="{9D8B030D-6E8A-4147-A177-3AD203B41FA5}">
                      <a16:colId xmlns:a16="http://schemas.microsoft.com/office/drawing/2014/main" val="2280750684"/>
                    </a:ext>
                  </a:extLst>
                </a:gridCol>
                <a:gridCol w="994039">
                  <a:extLst>
                    <a:ext uri="{9D8B030D-6E8A-4147-A177-3AD203B41FA5}">
                      <a16:colId xmlns:a16="http://schemas.microsoft.com/office/drawing/2014/main" val="685377206"/>
                    </a:ext>
                  </a:extLst>
                </a:gridCol>
                <a:gridCol w="861576">
                  <a:extLst>
                    <a:ext uri="{9D8B030D-6E8A-4147-A177-3AD203B41FA5}">
                      <a16:colId xmlns:a16="http://schemas.microsoft.com/office/drawing/2014/main" val="3256660701"/>
                    </a:ext>
                  </a:extLst>
                </a:gridCol>
              </a:tblGrid>
              <a:tr h="913307">
                <a:tc>
                  <a:txBody>
                    <a:bodyPr/>
                    <a:lstStyle/>
                    <a:p>
                      <a:pPr algn="ctr">
                        <a:spcAft>
                          <a:spcPts val="0"/>
                        </a:spcAft>
                      </a:pPr>
                      <a:r>
                        <a:rPr lang="es-ES" sz="1200" dirty="0">
                          <a:effectLst/>
                        </a:rPr>
                        <a:t>Sistema </a:t>
                      </a:r>
                    </a:p>
                    <a:p>
                      <a:pPr algn="ctr">
                        <a:spcAft>
                          <a:spcPts val="0"/>
                        </a:spcAft>
                      </a:pPr>
                      <a:r>
                        <a:rPr lang="es-ES" sz="1200" dirty="0">
                          <a:effectLst/>
                        </a:rPr>
                        <a:t>Origen</a:t>
                      </a:r>
                      <a:endParaRPr lang="es-ES" sz="1200" dirty="0">
                        <a:effectLst/>
                        <a:latin typeface="Calibri" panose="020F0502020204030204" pitchFamily="34" charset="0"/>
                        <a:ea typeface="Calibri" panose="020F0502020204030204" pitchFamily="34" charset="0"/>
                      </a:endParaRPr>
                    </a:p>
                    <a:p>
                      <a:pPr algn="ctr">
                        <a:spcAft>
                          <a:spcPts val="0"/>
                        </a:spcAft>
                      </a:pP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Sistema Destino</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a:effectLst/>
                        </a:rPr>
                        <a:t>Descripción</a:t>
                      </a:r>
                      <a:endParaRPr lang="es-ES" sz="120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Protocolo</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Media </a:t>
                      </a:r>
                      <a:r>
                        <a:rPr lang="es-ES" sz="1200" dirty="0" err="1">
                          <a:effectLst/>
                        </a:rPr>
                        <a:t>Msg</a:t>
                      </a:r>
                      <a:r>
                        <a:rPr lang="es-ES" sz="1200" dirty="0">
                          <a:effectLst/>
                        </a:rPr>
                        <a:t>/día</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Picos </a:t>
                      </a:r>
                    </a:p>
                    <a:p>
                      <a:pPr algn="ctr">
                        <a:spcAft>
                          <a:spcPts val="0"/>
                        </a:spcAft>
                      </a:pPr>
                      <a:r>
                        <a:rPr lang="es-ES" sz="1200" dirty="0" err="1">
                          <a:effectLst/>
                        </a:rPr>
                        <a:t>Msg</a:t>
                      </a:r>
                      <a:r>
                        <a:rPr lang="es-ES" sz="1200" dirty="0">
                          <a:effectLst/>
                        </a:rPr>
                        <a:t>/hora</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Tamaño </a:t>
                      </a:r>
                    </a:p>
                    <a:p>
                      <a:pPr algn="ctr">
                        <a:spcAft>
                          <a:spcPts val="0"/>
                        </a:spcAft>
                      </a:pPr>
                      <a:r>
                        <a:rPr lang="es-ES" sz="1200" dirty="0">
                          <a:effectLst/>
                        </a:rPr>
                        <a:t>Medio </a:t>
                      </a:r>
                      <a:r>
                        <a:rPr lang="es-ES" sz="1200" dirty="0" err="1">
                          <a:effectLst/>
                        </a:rPr>
                        <a:t>Msg</a:t>
                      </a:r>
                      <a:r>
                        <a:rPr lang="es-ES" sz="1200" dirty="0">
                          <a:effectLst/>
                        </a:rPr>
                        <a:t>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Tamaño Máximo </a:t>
                      </a:r>
                      <a:r>
                        <a:rPr lang="es-ES" sz="1200" dirty="0" err="1">
                          <a:effectLst/>
                        </a:rPr>
                        <a:t>Msg</a:t>
                      </a:r>
                      <a:endParaRPr lang="es-ES" sz="1200" dirty="0">
                        <a:effectLst/>
                      </a:endParaRPr>
                    </a:p>
                    <a:p>
                      <a:pPr algn="ctr">
                        <a:spcAft>
                          <a:spcPts val="0"/>
                        </a:spcAft>
                      </a:pPr>
                      <a:r>
                        <a:rPr lang="es-ES" sz="1200" dirty="0">
                          <a:effectLst/>
                        </a:rPr>
                        <a:t>(KB)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Franja Horaria Pico</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1198584115"/>
                  </a:ext>
                </a:extLst>
              </a:tr>
              <a:tr h="913307">
                <a:tc>
                  <a:txBody>
                    <a:bodyPr/>
                    <a:lstStyle/>
                    <a:p>
                      <a:pPr>
                        <a:spcAft>
                          <a:spcPts val="0"/>
                        </a:spcAft>
                      </a:pPr>
                      <a:r>
                        <a:rPr lang="es-ES" sz="1200" dirty="0">
                          <a:effectLst/>
                          <a:latin typeface="Calibri" panose="020F0502020204030204" pitchFamily="34" charset="0"/>
                          <a:ea typeface="Calibri" panose="020F0502020204030204" pitchFamily="34" charset="0"/>
                        </a:rPr>
                        <a:t> Paas HC Online 2.0</a:t>
                      </a:r>
                    </a:p>
                  </a:txBody>
                  <a:tcPr marL="44337" marR="44337" marT="44337" marB="44337"/>
                </a:tc>
                <a:tc>
                  <a:txBody>
                    <a:bodyPr/>
                    <a:lstStyle/>
                    <a:p>
                      <a:pPr>
                        <a:spcAft>
                          <a:spcPts val="0"/>
                        </a:spcAft>
                      </a:pPr>
                      <a:r>
                        <a:rPr lang="es-ES" sz="1200" dirty="0">
                          <a:effectLst/>
                          <a:latin typeface="Calibri" panose="020F0502020204030204" pitchFamily="34" charset="0"/>
                          <a:ea typeface="Calibri" panose="020F0502020204030204" pitchFamily="34" charset="0"/>
                        </a:rPr>
                        <a:t>Micro Correspondencia</a:t>
                      </a:r>
                    </a:p>
                  </a:txBody>
                  <a:tcPr marL="44337" marR="44337" marT="44337" marB="44337"/>
                </a:tc>
                <a:tc>
                  <a:txBody>
                    <a:bodyPr/>
                    <a:lstStyle/>
                    <a:p>
                      <a:pPr algn="l" fontAlgn="t"/>
                      <a:r>
                        <a:rPr lang="es-ES" sz="1100" b="0" i="0" u="none" strike="noStrike" dirty="0" err="1">
                          <a:solidFill>
                            <a:srgbClr val="000000"/>
                          </a:solidFill>
                          <a:effectLst/>
                          <a:latin typeface="Calibri" panose="020F0502020204030204" pitchFamily="34" charset="0"/>
                        </a:rPr>
                        <a:t>Envio</a:t>
                      </a:r>
                      <a:r>
                        <a:rPr lang="es-ES" sz="1100" b="0" i="0" u="none" strike="noStrike" dirty="0">
                          <a:solidFill>
                            <a:srgbClr val="000000"/>
                          </a:solidFill>
                          <a:effectLst/>
                          <a:latin typeface="Calibri" panose="020F0502020204030204" pitchFamily="34" charset="0"/>
                        </a:rPr>
                        <a:t> de </a:t>
                      </a:r>
                      <a:r>
                        <a:rPr lang="es-ES" sz="1100" b="0" i="0" u="none" strike="noStrike" dirty="0" err="1">
                          <a:solidFill>
                            <a:srgbClr val="000000"/>
                          </a:solidFill>
                          <a:effectLst/>
                          <a:latin typeface="Calibri" panose="020F0502020204030204" pitchFamily="34" charset="0"/>
                        </a:rPr>
                        <a:t>sms</a:t>
                      </a:r>
                      <a:r>
                        <a:rPr lang="es-ES" sz="1100" b="0" i="0" u="none" strike="noStrike" dirty="0">
                          <a:solidFill>
                            <a:srgbClr val="000000"/>
                          </a:solidFill>
                          <a:effectLst/>
                          <a:latin typeface="Calibri" panose="020F0502020204030204" pitchFamily="34" charset="0"/>
                        </a:rPr>
                        <a:t> y correos </a:t>
                      </a:r>
                      <a:r>
                        <a:rPr lang="es-ES" sz="1100" b="0" i="0" u="none" strike="noStrike" dirty="0" err="1">
                          <a:solidFill>
                            <a:srgbClr val="000000"/>
                          </a:solidFill>
                          <a:effectLst/>
                          <a:latin typeface="Calibri" panose="020F0502020204030204" pitchFamily="34" charset="0"/>
                        </a:rPr>
                        <a:t>electronicos</a:t>
                      </a:r>
                      <a:endParaRPr lang="es-ES" sz="1100" b="0" i="0" u="none" strike="noStrike" dirty="0">
                        <a:solidFill>
                          <a:srgbClr val="000000"/>
                        </a:solidFill>
                        <a:effectLst/>
                        <a:latin typeface="Calibri" panose="020F0502020204030204" pitchFamily="34" charset="0"/>
                      </a:endParaRPr>
                    </a:p>
                  </a:txBody>
                  <a:tcPr marL="0" marR="0" marT="0" marB="0"/>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8.000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1.000</a:t>
                      </a:r>
                    </a:p>
                  </a:txBody>
                  <a:tcPr marL="44337" marR="44337" marT="44337" marB="44337"/>
                </a:tc>
                <a:tc>
                  <a:txBody>
                    <a:bodyPr/>
                    <a:lstStyle/>
                    <a:p>
                      <a:pPr algn="ctr">
                        <a:spcAft>
                          <a:spcPts val="0"/>
                        </a:spcAft>
                      </a:pPr>
                      <a:r>
                        <a:rPr lang="es-ES" sz="1200" dirty="0">
                          <a:effectLst/>
                        </a:rPr>
                        <a:t>5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10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142428821"/>
                  </a:ext>
                </a:extLst>
              </a:tr>
              <a:tr h="913307">
                <a:tc>
                  <a:txBody>
                    <a:bodyPr/>
                    <a:lstStyle/>
                    <a:p>
                      <a:pPr>
                        <a:spcAft>
                          <a:spcPts val="0"/>
                        </a:spcAft>
                      </a:pPr>
                      <a:r>
                        <a:rPr lang="es-ES" sz="1200" dirty="0">
                          <a:effectLst/>
                          <a:latin typeface="Calibri" panose="020F0502020204030204" pitchFamily="34" charset="0"/>
                          <a:ea typeface="Calibri" panose="020F0502020204030204" pitchFamily="34" charset="0"/>
                        </a:rPr>
                        <a:t> Paas HC Online 2.0</a:t>
                      </a:r>
                    </a:p>
                  </a:txBody>
                  <a:tcPr marL="44337" marR="44337" marT="44337" marB="44337"/>
                </a:tc>
                <a:tc>
                  <a:txBody>
                    <a:bodyPr/>
                    <a:lstStyle/>
                    <a:p>
                      <a:pPr>
                        <a:spcAft>
                          <a:spcPts val="0"/>
                        </a:spcAft>
                      </a:pPr>
                      <a:r>
                        <a:rPr lang="es-ES" sz="1200" dirty="0">
                          <a:effectLst/>
                          <a:latin typeface="Calibri" panose="020F0502020204030204" pitchFamily="34" charset="0"/>
                          <a:ea typeface="Calibri" panose="020F0502020204030204" pitchFamily="34" charset="0"/>
                        </a:rPr>
                        <a:t>Micro Gestor Documental</a:t>
                      </a:r>
                    </a:p>
                  </a:txBody>
                  <a:tcPr marL="44337" marR="44337" marT="44337" marB="44337"/>
                </a:tc>
                <a:tc>
                  <a:txBody>
                    <a:bodyPr/>
                    <a:lstStyle/>
                    <a:p>
                      <a:pPr algn="l" fontAlgn="t"/>
                      <a:r>
                        <a:rPr lang="es-ES" sz="1100" b="0" i="0" u="none" strike="noStrike" dirty="0">
                          <a:solidFill>
                            <a:srgbClr val="000000"/>
                          </a:solidFill>
                          <a:effectLst/>
                          <a:latin typeface="Calibri" panose="020F0502020204030204" pitchFamily="34" charset="0"/>
                        </a:rPr>
                        <a:t>Guardado de plantillas de contratos, documentos de cliente …</a:t>
                      </a:r>
                    </a:p>
                  </a:txBody>
                  <a:tcPr marL="0" marR="0" marT="0" marB="0"/>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6.000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1.000</a:t>
                      </a:r>
                    </a:p>
                  </a:txBody>
                  <a:tcPr marL="44337" marR="44337" marT="44337" marB="44337"/>
                </a:tc>
                <a:tc>
                  <a:txBody>
                    <a:bodyPr/>
                    <a:lstStyle/>
                    <a:p>
                      <a:pPr algn="ctr">
                        <a:spcAft>
                          <a:spcPts val="0"/>
                        </a:spcAft>
                      </a:pPr>
                      <a:r>
                        <a:rPr lang="es-ES" sz="1200" dirty="0">
                          <a:effectLst/>
                        </a:rPr>
                        <a:t>300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700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3929182264"/>
                  </a:ext>
                </a:extLst>
              </a:tr>
              <a:tr h="913307">
                <a:tc>
                  <a:txBody>
                    <a:bodyPr/>
                    <a:lstStyle/>
                    <a:p>
                      <a:pPr>
                        <a:spcAft>
                          <a:spcPts val="0"/>
                        </a:spcAft>
                      </a:pPr>
                      <a:r>
                        <a:rPr lang="es-ES" sz="1200" dirty="0">
                          <a:effectLst/>
                          <a:latin typeface="Calibri" panose="020F0502020204030204" pitchFamily="34" charset="0"/>
                          <a:ea typeface="Calibri" panose="020F0502020204030204" pitchFamily="34" charset="0"/>
                        </a:rPr>
                        <a:t> Paas HC Online 2.0</a:t>
                      </a:r>
                    </a:p>
                  </a:txBody>
                  <a:tcPr marL="44337" marR="44337" marT="44337" marB="44337"/>
                </a:tc>
                <a:tc>
                  <a:txBody>
                    <a:bodyPr/>
                    <a:lstStyle/>
                    <a:p>
                      <a:pPr>
                        <a:spcAft>
                          <a:spcPts val="0"/>
                        </a:spcAft>
                      </a:pPr>
                      <a:r>
                        <a:rPr lang="es-ES" sz="1200" dirty="0">
                          <a:effectLst/>
                          <a:latin typeface="Calibri" panose="020F0502020204030204" pitchFamily="34" charset="0"/>
                          <a:ea typeface="Calibri" panose="020F0502020204030204" pitchFamily="34" charset="0"/>
                        </a:rPr>
                        <a:t>Micro Identificador Pagos</a:t>
                      </a:r>
                    </a:p>
                  </a:txBody>
                  <a:tcPr marL="44337" marR="44337" marT="44337" marB="44337"/>
                </a:tc>
                <a:tc>
                  <a:txBody>
                    <a:bodyPr/>
                    <a:lstStyle/>
                    <a:p>
                      <a:pPr algn="l" fontAlgn="t"/>
                      <a:r>
                        <a:rPr lang="es-ES" sz="1100" b="0" i="0" u="none" strike="noStrike" dirty="0" err="1">
                          <a:solidFill>
                            <a:srgbClr val="000000"/>
                          </a:solidFill>
                          <a:effectLst/>
                          <a:latin typeface="Calibri" panose="020F0502020204030204" pitchFamily="34" charset="0"/>
                        </a:rPr>
                        <a:t>Validacion</a:t>
                      </a:r>
                      <a:r>
                        <a:rPr lang="es-ES" sz="1100" b="0" i="0" u="none" strike="noStrike" dirty="0">
                          <a:solidFill>
                            <a:srgbClr val="000000"/>
                          </a:solidFill>
                          <a:effectLst/>
                          <a:latin typeface="Calibri" panose="020F0502020204030204" pitchFamily="34" charset="0"/>
                        </a:rPr>
                        <a:t> de cliente (</a:t>
                      </a:r>
                      <a:r>
                        <a:rPr lang="es-ES" sz="1100" b="0" i="0" u="none" strike="noStrike" dirty="0" err="1">
                          <a:solidFill>
                            <a:srgbClr val="000000"/>
                          </a:solidFill>
                          <a:effectLst/>
                          <a:latin typeface="Calibri" panose="020F0502020204030204" pitchFamily="34" charset="0"/>
                        </a:rPr>
                        <a:t>Identificacion</a:t>
                      </a:r>
                      <a:r>
                        <a:rPr lang="es-ES" sz="1100" b="0" i="0" u="none" strike="noStrike" dirty="0">
                          <a:solidFill>
                            <a:srgbClr val="000000"/>
                          </a:solidFill>
                          <a:effectLst/>
                          <a:latin typeface="Calibri" panose="020F0502020204030204" pitchFamily="34" charset="0"/>
                        </a:rPr>
                        <a:t> fehaciente)</a:t>
                      </a:r>
                    </a:p>
                  </a:txBody>
                  <a:tcPr marL="0" marR="0" marT="0" marB="0"/>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1.000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300</a:t>
                      </a:r>
                    </a:p>
                  </a:txBody>
                  <a:tcPr marL="44337" marR="44337" marT="44337" marB="44337"/>
                </a:tc>
                <a:tc>
                  <a:txBody>
                    <a:bodyPr/>
                    <a:lstStyle/>
                    <a:p>
                      <a:pPr algn="ctr">
                        <a:spcAft>
                          <a:spcPts val="0"/>
                        </a:spcAft>
                      </a:pPr>
                      <a:r>
                        <a:rPr lang="es-ES" sz="1200" dirty="0">
                          <a:effectLst/>
                        </a:rPr>
                        <a:t>10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20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151814444"/>
                  </a:ext>
                </a:extLst>
              </a:tr>
              <a:tr h="913307">
                <a:tc>
                  <a:txBody>
                    <a:bodyPr/>
                    <a:lstStyle/>
                    <a:p>
                      <a:pPr>
                        <a:spcAft>
                          <a:spcPts val="0"/>
                        </a:spcAft>
                      </a:pPr>
                      <a:r>
                        <a:rPr lang="es-ES" sz="1200" dirty="0">
                          <a:effectLst/>
                          <a:latin typeface="Calibri" panose="020F0502020204030204" pitchFamily="34" charset="0"/>
                          <a:ea typeface="Calibri" panose="020F0502020204030204" pitchFamily="34" charset="0"/>
                        </a:rPr>
                        <a:t> Paas HC Online 2.0</a:t>
                      </a:r>
                    </a:p>
                  </a:txBody>
                  <a:tcPr marL="44337" marR="44337" marT="44337" marB="44337"/>
                </a:tc>
                <a:tc>
                  <a:txBody>
                    <a:bodyPr/>
                    <a:lstStyle/>
                    <a:p>
                      <a:pPr>
                        <a:spcAft>
                          <a:spcPts val="0"/>
                        </a:spcAft>
                      </a:pPr>
                      <a:r>
                        <a:rPr lang="es-ES" sz="1200" dirty="0">
                          <a:effectLst/>
                          <a:latin typeface="Calibri" panose="020F0502020204030204" pitchFamily="34" charset="0"/>
                          <a:ea typeface="Calibri" panose="020F0502020204030204" pitchFamily="34" charset="0"/>
                        </a:rPr>
                        <a:t>Micro OCR</a:t>
                      </a:r>
                    </a:p>
                  </a:txBody>
                  <a:tcPr marL="44337" marR="44337" marT="44337" marB="44337"/>
                </a:tc>
                <a:tc>
                  <a:txBody>
                    <a:bodyPr/>
                    <a:lstStyle/>
                    <a:p>
                      <a:pPr algn="l" fontAlgn="t"/>
                      <a:r>
                        <a:rPr lang="es-ES" sz="1100" b="0" i="0" u="none" strike="noStrike" dirty="0">
                          <a:solidFill>
                            <a:srgbClr val="000000"/>
                          </a:solidFill>
                          <a:effectLst/>
                          <a:latin typeface="Calibri" panose="020F0502020204030204" pitchFamily="34" charset="0"/>
                        </a:rPr>
                        <a:t>Operaciones OCR con imágenes</a:t>
                      </a:r>
                    </a:p>
                  </a:txBody>
                  <a:tcPr marL="0" marR="0" marT="0" marB="0"/>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8.000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1.000</a:t>
                      </a:r>
                    </a:p>
                  </a:txBody>
                  <a:tcPr marL="44337" marR="44337" marT="44337" marB="44337"/>
                </a:tc>
                <a:tc>
                  <a:txBody>
                    <a:bodyPr/>
                    <a:lstStyle/>
                    <a:p>
                      <a:pPr algn="ctr">
                        <a:spcAft>
                          <a:spcPts val="0"/>
                        </a:spcAft>
                      </a:pPr>
                      <a:r>
                        <a:rPr lang="es-ES" sz="1200" dirty="0">
                          <a:effectLst/>
                        </a:rPr>
                        <a:t>300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700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2759557683"/>
                  </a:ext>
                </a:extLst>
              </a:tr>
            </a:tbl>
          </a:graphicData>
        </a:graphic>
      </p:graphicFrame>
      <p:sp>
        <p:nvSpPr>
          <p:cNvPr id="4" name="Rectangle 1">
            <a:extLst>
              <a:ext uri="{FF2B5EF4-FFF2-40B4-BE49-F238E27FC236}">
                <a16:creationId xmlns:a16="http://schemas.microsoft.com/office/drawing/2014/main" id="{C27238CE-B232-4FF1-8BE4-E99CF942DC9B}"/>
              </a:ext>
            </a:extLst>
          </p:cNvPr>
          <p:cNvSpPr>
            <a:spLocks noChangeArrowheads="1"/>
          </p:cNvSpPr>
          <p:nvPr/>
        </p:nvSpPr>
        <p:spPr bwMode="auto">
          <a:xfrm>
            <a:off x="168891" y="976254"/>
            <a:ext cx="12971926" cy="911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ES"/>
          </a:p>
        </p:txBody>
      </p:sp>
    </p:spTree>
    <p:extLst>
      <p:ext uri="{BB962C8B-B14F-4D97-AF65-F5344CB8AC3E}">
        <p14:creationId xmlns:p14="http://schemas.microsoft.com/office/powerpoint/2010/main" val="16169493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sz="quarter" idx="12"/>
          </p:nvPr>
        </p:nvSpPr>
        <p:spPr>
          <a:xfrm>
            <a:off x="501857" y="498475"/>
            <a:ext cx="10833365" cy="318498"/>
          </a:xfrm>
        </p:spPr>
        <p:txBody>
          <a:bodyPr>
            <a:noAutofit/>
          </a:bodyPr>
          <a:lstStyle/>
          <a:p>
            <a:r>
              <a:rPr lang="es-ES" sz="2400" b="0" dirty="0">
                <a:latin typeface="Gadugi" panose="020B0502040204020203" pitchFamily="34" charset="0"/>
              </a:rPr>
              <a:t>Volumetrías (</a:t>
            </a:r>
            <a:r>
              <a:rPr lang="es-ES" sz="2400" dirty="0"/>
              <a:t>Servicios SOAP / REST) </a:t>
            </a:r>
            <a:r>
              <a:rPr lang="es-ES" sz="1000" dirty="0"/>
              <a:t>PaaS Internet HC 2.0 </a:t>
            </a:r>
            <a:r>
              <a:rPr lang="en-GB" sz="1000" dirty="0" err="1"/>
              <a:t>Tramitación</a:t>
            </a:r>
            <a:r>
              <a:rPr lang="en-GB" sz="1000" dirty="0"/>
              <a:t> de </a:t>
            </a:r>
            <a:r>
              <a:rPr lang="en-GB" sz="1000" dirty="0" err="1"/>
              <a:t>expedientes</a:t>
            </a:r>
            <a:r>
              <a:rPr lang="en-GB" sz="1000" dirty="0"/>
              <a:t> y procesos </a:t>
            </a:r>
            <a:r>
              <a:rPr lang="en-GB" sz="1000" dirty="0" err="1"/>
              <a:t>planificados</a:t>
            </a:r>
            <a:endParaRPr lang="es-ES" sz="1000" dirty="0"/>
          </a:p>
          <a:p>
            <a:endParaRPr lang="es-ES" sz="2400" dirty="0">
              <a:latin typeface="Calibri" panose="020F0502020204030204" pitchFamily="34" charset="0"/>
              <a:ea typeface="Calibri" panose="020F0502020204030204" pitchFamily="34" charset="0"/>
            </a:endParaRPr>
          </a:p>
          <a:p>
            <a:endParaRPr lang="es-ES" sz="2400" b="0" dirty="0">
              <a:latin typeface="Gadugi" panose="020B0502040204020203" pitchFamily="34" charset="0"/>
            </a:endParaRPr>
          </a:p>
        </p:txBody>
      </p:sp>
      <p:sp>
        <p:nvSpPr>
          <p:cNvPr id="6" name="Rectangle 2">
            <a:extLst>
              <a:ext uri="{FF2B5EF4-FFF2-40B4-BE49-F238E27FC236}">
                <a16:creationId xmlns:a16="http://schemas.microsoft.com/office/drawing/2014/main" id="{44247BC8-CF54-445F-BB85-4C41B94C0890}"/>
              </a:ext>
            </a:extLst>
          </p:cNvPr>
          <p:cNvSpPr>
            <a:spLocks noChangeArrowheads="1"/>
          </p:cNvSpPr>
          <p:nvPr/>
        </p:nvSpPr>
        <p:spPr bwMode="auto">
          <a:xfrm>
            <a:off x="501857" y="2914057"/>
            <a:ext cx="1398761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395" eaLnBrk="0" fontAlgn="base">
              <a:spcBef>
                <a:spcPct val="0"/>
              </a:spcBef>
              <a:spcAft>
                <a:spcPct val="0"/>
              </a:spcAft>
            </a:pPr>
            <a:r>
              <a:rPr lang="es-ES" altLang="es-ES" sz="1100" dirty="0">
                <a:latin typeface="Arial" panose="020B0604020202020204" pitchFamily="34" charset="0"/>
                <a:ea typeface="Calibri" panose="020F0502020204030204" pitchFamily="34" charset="0"/>
                <a:cs typeface="Calibri" panose="020F0502020204030204" pitchFamily="34" charset="0"/>
              </a:rPr>
              <a:t> </a:t>
            </a:r>
            <a:endParaRPr lang="es-ES" altLang="es-ES" sz="900" dirty="0">
              <a:latin typeface="Arial" panose="020B0604020202020204" pitchFamily="34" charset="0"/>
            </a:endParaRPr>
          </a:p>
          <a:p>
            <a:pPr defTabSz="914395" eaLnBrk="0" fontAlgn="base">
              <a:spcBef>
                <a:spcPct val="0"/>
              </a:spcBef>
              <a:spcAft>
                <a:spcPct val="0"/>
              </a:spcAft>
            </a:pPr>
            <a:r>
              <a:rPr lang="es-ES" altLang="es-ES" sz="1100" dirty="0">
                <a:latin typeface="Arial" panose="020B0604020202020204" pitchFamily="34" charset="0"/>
                <a:ea typeface="Calibri" panose="020F0502020204030204" pitchFamily="34" charset="0"/>
                <a:cs typeface="Calibri" panose="020F0502020204030204" pitchFamily="34" charset="0"/>
              </a:rPr>
              <a:t> </a:t>
            </a:r>
            <a:endParaRPr lang="es-ES" altLang="es-ES" dirty="0">
              <a:latin typeface="Arial" panose="020B0604020202020204" pitchFamily="34" charset="0"/>
            </a:endParaRPr>
          </a:p>
        </p:txBody>
      </p:sp>
      <p:graphicFrame>
        <p:nvGraphicFramePr>
          <p:cNvPr id="3" name="Tabla 2">
            <a:extLst>
              <a:ext uri="{FF2B5EF4-FFF2-40B4-BE49-F238E27FC236}">
                <a16:creationId xmlns:a16="http://schemas.microsoft.com/office/drawing/2014/main" id="{8215675F-BF66-47A4-ADD2-C81D2144D057}"/>
              </a:ext>
            </a:extLst>
          </p:cNvPr>
          <p:cNvGraphicFramePr>
            <a:graphicFrameLocks noGrp="1"/>
          </p:cNvGraphicFramePr>
          <p:nvPr>
            <p:extLst>
              <p:ext uri="{D42A27DB-BD31-4B8C-83A1-F6EECF244321}">
                <p14:modId xmlns:p14="http://schemas.microsoft.com/office/powerpoint/2010/main" val="1023859351"/>
              </p:ext>
            </p:extLst>
          </p:nvPr>
        </p:nvGraphicFramePr>
        <p:xfrm>
          <a:off x="501856" y="1083286"/>
          <a:ext cx="10833365" cy="4656302"/>
        </p:xfrm>
        <a:graphic>
          <a:graphicData uri="http://schemas.openxmlformats.org/drawingml/2006/table">
            <a:tbl>
              <a:tblPr firstRow="1" firstCol="1" bandRow="1">
                <a:tableStyleId>{5C22544A-7EE6-4342-B048-85BDC9FD1C3A}</a:tableStyleId>
              </a:tblPr>
              <a:tblGrid>
                <a:gridCol w="2188484">
                  <a:extLst>
                    <a:ext uri="{9D8B030D-6E8A-4147-A177-3AD203B41FA5}">
                      <a16:colId xmlns:a16="http://schemas.microsoft.com/office/drawing/2014/main" val="3250313451"/>
                    </a:ext>
                  </a:extLst>
                </a:gridCol>
                <a:gridCol w="2188484">
                  <a:extLst>
                    <a:ext uri="{9D8B030D-6E8A-4147-A177-3AD203B41FA5}">
                      <a16:colId xmlns:a16="http://schemas.microsoft.com/office/drawing/2014/main" val="3819320993"/>
                    </a:ext>
                  </a:extLst>
                </a:gridCol>
                <a:gridCol w="1536448">
                  <a:extLst>
                    <a:ext uri="{9D8B030D-6E8A-4147-A177-3AD203B41FA5}">
                      <a16:colId xmlns:a16="http://schemas.microsoft.com/office/drawing/2014/main" val="210670716"/>
                    </a:ext>
                  </a:extLst>
                </a:gridCol>
                <a:gridCol w="761087">
                  <a:extLst>
                    <a:ext uri="{9D8B030D-6E8A-4147-A177-3AD203B41FA5}">
                      <a16:colId xmlns:a16="http://schemas.microsoft.com/office/drawing/2014/main" val="1030138344"/>
                    </a:ext>
                  </a:extLst>
                </a:gridCol>
                <a:gridCol w="803338">
                  <a:extLst>
                    <a:ext uri="{9D8B030D-6E8A-4147-A177-3AD203B41FA5}">
                      <a16:colId xmlns:a16="http://schemas.microsoft.com/office/drawing/2014/main" val="2398183124"/>
                    </a:ext>
                  </a:extLst>
                </a:gridCol>
                <a:gridCol w="659458">
                  <a:extLst>
                    <a:ext uri="{9D8B030D-6E8A-4147-A177-3AD203B41FA5}">
                      <a16:colId xmlns:a16="http://schemas.microsoft.com/office/drawing/2014/main" val="624722241"/>
                    </a:ext>
                  </a:extLst>
                </a:gridCol>
                <a:gridCol w="840451">
                  <a:extLst>
                    <a:ext uri="{9D8B030D-6E8A-4147-A177-3AD203B41FA5}">
                      <a16:colId xmlns:a16="http://schemas.microsoft.com/office/drawing/2014/main" val="2280750684"/>
                    </a:ext>
                  </a:extLst>
                </a:gridCol>
                <a:gridCol w="994039">
                  <a:extLst>
                    <a:ext uri="{9D8B030D-6E8A-4147-A177-3AD203B41FA5}">
                      <a16:colId xmlns:a16="http://schemas.microsoft.com/office/drawing/2014/main" val="685377206"/>
                    </a:ext>
                  </a:extLst>
                </a:gridCol>
                <a:gridCol w="861576">
                  <a:extLst>
                    <a:ext uri="{9D8B030D-6E8A-4147-A177-3AD203B41FA5}">
                      <a16:colId xmlns:a16="http://schemas.microsoft.com/office/drawing/2014/main" val="3256660701"/>
                    </a:ext>
                  </a:extLst>
                </a:gridCol>
              </a:tblGrid>
              <a:tr h="913307">
                <a:tc>
                  <a:txBody>
                    <a:bodyPr/>
                    <a:lstStyle/>
                    <a:p>
                      <a:pPr algn="ctr">
                        <a:spcAft>
                          <a:spcPts val="0"/>
                        </a:spcAft>
                      </a:pPr>
                      <a:r>
                        <a:rPr lang="es-ES" sz="1200" dirty="0">
                          <a:effectLst/>
                        </a:rPr>
                        <a:t>Sistema </a:t>
                      </a:r>
                    </a:p>
                    <a:p>
                      <a:pPr algn="ctr">
                        <a:spcAft>
                          <a:spcPts val="0"/>
                        </a:spcAft>
                      </a:pPr>
                      <a:r>
                        <a:rPr lang="es-ES" sz="1200" dirty="0">
                          <a:effectLst/>
                        </a:rPr>
                        <a:t>Origen</a:t>
                      </a:r>
                      <a:endParaRPr lang="es-ES" sz="1200" dirty="0">
                        <a:effectLst/>
                        <a:latin typeface="Calibri" panose="020F0502020204030204" pitchFamily="34" charset="0"/>
                        <a:ea typeface="Calibri" panose="020F0502020204030204" pitchFamily="34" charset="0"/>
                      </a:endParaRPr>
                    </a:p>
                    <a:p>
                      <a:pPr algn="ctr">
                        <a:spcAft>
                          <a:spcPts val="0"/>
                        </a:spcAft>
                      </a:pP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Sistema Destino</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a:effectLst/>
                        </a:rPr>
                        <a:t>Descripción</a:t>
                      </a:r>
                      <a:endParaRPr lang="es-ES" sz="120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Protocolo</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Media </a:t>
                      </a:r>
                      <a:r>
                        <a:rPr lang="es-ES" sz="1200" dirty="0" err="1">
                          <a:effectLst/>
                        </a:rPr>
                        <a:t>Msg</a:t>
                      </a:r>
                      <a:r>
                        <a:rPr lang="es-ES" sz="1200" dirty="0">
                          <a:effectLst/>
                        </a:rPr>
                        <a:t>/día</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Picos </a:t>
                      </a:r>
                    </a:p>
                    <a:p>
                      <a:pPr algn="ctr">
                        <a:spcAft>
                          <a:spcPts val="0"/>
                        </a:spcAft>
                      </a:pPr>
                      <a:r>
                        <a:rPr lang="es-ES" sz="1200" dirty="0" err="1">
                          <a:effectLst/>
                        </a:rPr>
                        <a:t>Msg</a:t>
                      </a:r>
                      <a:r>
                        <a:rPr lang="es-ES" sz="1200" dirty="0">
                          <a:effectLst/>
                        </a:rPr>
                        <a:t>/hora</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Tamaño </a:t>
                      </a:r>
                    </a:p>
                    <a:p>
                      <a:pPr algn="ctr">
                        <a:spcAft>
                          <a:spcPts val="0"/>
                        </a:spcAft>
                      </a:pPr>
                      <a:r>
                        <a:rPr lang="es-ES" sz="1200" dirty="0">
                          <a:effectLst/>
                        </a:rPr>
                        <a:t>Medio </a:t>
                      </a:r>
                      <a:r>
                        <a:rPr lang="es-ES" sz="1200" dirty="0" err="1">
                          <a:effectLst/>
                        </a:rPr>
                        <a:t>Msg</a:t>
                      </a:r>
                      <a:r>
                        <a:rPr lang="es-ES" sz="1200" dirty="0">
                          <a:effectLst/>
                        </a:rPr>
                        <a:t>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Tamaño Máximo </a:t>
                      </a:r>
                      <a:r>
                        <a:rPr lang="es-ES" sz="1200" dirty="0" err="1">
                          <a:effectLst/>
                        </a:rPr>
                        <a:t>Msg</a:t>
                      </a:r>
                      <a:endParaRPr lang="es-ES" sz="1200" dirty="0">
                        <a:effectLst/>
                      </a:endParaRPr>
                    </a:p>
                    <a:p>
                      <a:pPr algn="ctr">
                        <a:spcAft>
                          <a:spcPts val="0"/>
                        </a:spcAft>
                      </a:pPr>
                      <a:r>
                        <a:rPr lang="es-ES" sz="1200" dirty="0">
                          <a:effectLst/>
                        </a:rPr>
                        <a:t>(KB)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Franja Horaria Pico</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1198584115"/>
                  </a:ext>
                </a:extLst>
              </a:tr>
              <a:tr h="913307">
                <a:tc>
                  <a:txBody>
                    <a:bodyPr/>
                    <a:lstStyle/>
                    <a:p>
                      <a:pPr>
                        <a:spcAft>
                          <a:spcPts val="0"/>
                        </a:spcAft>
                      </a:pPr>
                      <a:r>
                        <a:rPr lang="es-ES" sz="1200" dirty="0">
                          <a:effectLst/>
                          <a:latin typeface="Calibri" panose="020F0502020204030204" pitchFamily="34" charset="0"/>
                          <a:ea typeface="Calibri" panose="020F0502020204030204" pitchFamily="34" charset="0"/>
                        </a:rPr>
                        <a:t> SPA HC Online 2.0</a:t>
                      </a:r>
                    </a:p>
                  </a:txBody>
                  <a:tcPr marL="44337" marR="44337" marT="44337" marB="44337"/>
                </a:tc>
                <a:tc>
                  <a:txBody>
                    <a:bodyPr/>
                    <a:lstStyle/>
                    <a:p>
                      <a:pPr>
                        <a:spcAft>
                          <a:spcPts val="0"/>
                        </a:spcAft>
                      </a:pPr>
                      <a:r>
                        <a:rPr lang="es-ES" sz="1200" dirty="0">
                          <a:effectLst/>
                          <a:latin typeface="Calibri" panose="020F0502020204030204" pitchFamily="34" charset="0"/>
                          <a:ea typeface="Calibri" panose="020F0502020204030204" pitchFamily="34" charset="0"/>
                        </a:rPr>
                        <a:t>Micro Google</a:t>
                      </a:r>
                    </a:p>
                  </a:txBody>
                  <a:tcPr marL="44337" marR="44337" marT="44337" marB="44337"/>
                </a:tc>
                <a:tc>
                  <a:txBody>
                    <a:bodyPr/>
                    <a:lstStyle/>
                    <a:p>
                      <a:pPr algn="l" fontAlgn="t"/>
                      <a:r>
                        <a:rPr lang="es-ES" sz="1100" b="0" i="0" u="none" strike="noStrike" dirty="0" err="1">
                          <a:solidFill>
                            <a:srgbClr val="000000"/>
                          </a:solidFill>
                          <a:effectLst/>
                          <a:latin typeface="Calibri" panose="020F0502020204030204" pitchFamily="34" charset="0"/>
                        </a:rPr>
                        <a:t>Interconexion</a:t>
                      </a:r>
                      <a:r>
                        <a:rPr lang="es-ES" sz="1100" b="0" i="0" u="none" strike="noStrike" dirty="0">
                          <a:solidFill>
                            <a:srgbClr val="000000"/>
                          </a:solidFill>
                          <a:effectLst/>
                          <a:latin typeface="Calibri" panose="020F0502020204030204" pitchFamily="34" charset="0"/>
                        </a:rPr>
                        <a:t> con </a:t>
                      </a:r>
                      <a:r>
                        <a:rPr lang="es-ES" sz="1100" b="0" i="0" u="none" strike="noStrike" dirty="0" err="1">
                          <a:solidFill>
                            <a:srgbClr val="000000"/>
                          </a:solidFill>
                          <a:effectLst/>
                          <a:latin typeface="Calibri" panose="020F0502020204030204" pitchFamily="34" charset="0"/>
                        </a:rPr>
                        <a:t>google</a:t>
                      </a:r>
                      <a:r>
                        <a:rPr lang="es-ES" sz="1100" b="0" i="0" u="none" strike="noStrike" dirty="0">
                          <a:solidFill>
                            <a:srgbClr val="000000"/>
                          </a:solidFill>
                          <a:effectLst/>
                          <a:latin typeface="Calibri" panose="020F0502020204030204" pitchFamily="34" charset="0"/>
                        </a:rPr>
                        <a:t> </a:t>
                      </a:r>
                      <a:r>
                        <a:rPr lang="es-ES" sz="1100" b="0" i="0" u="none" strike="noStrike" dirty="0" err="1">
                          <a:solidFill>
                            <a:srgbClr val="000000"/>
                          </a:solidFill>
                          <a:effectLst/>
                          <a:latin typeface="Calibri" panose="020F0502020204030204" pitchFamily="34" charset="0"/>
                        </a:rPr>
                        <a:t>maps</a:t>
                      </a:r>
                      <a:endParaRPr lang="es-ES" sz="1100" b="0" i="0" u="none" strike="noStrike" dirty="0">
                        <a:solidFill>
                          <a:srgbClr val="000000"/>
                        </a:solidFill>
                        <a:effectLst/>
                        <a:latin typeface="Calibri" panose="020F0502020204030204" pitchFamily="34" charset="0"/>
                      </a:endParaRPr>
                    </a:p>
                  </a:txBody>
                  <a:tcPr marL="0" marR="0" marT="0" marB="0"/>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8.000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1.000</a:t>
                      </a:r>
                    </a:p>
                  </a:txBody>
                  <a:tcPr marL="44337" marR="44337" marT="44337" marB="44337"/>
                </a:tc>
                <a:tc>
                  <a:txBody>
                    <a:bodyPr/>
                    <a:lstStyle/>
                    <a:p>
                      <a:pPr algn="ctr">
                        <a:spcAft>
                          <a:spcPts val="0"/>
                        </a:spcAft>
                      </a:pPr>
                      <a:r>
                        <a:rPr lang="es-ES" sz="1200" dirty="0">
                          <a:effectLst/>
                        </a:rPr>
                        <a:t>5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10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142428821"/>
                  </a:ext>
                </a:extLst>
              </a:tr>
              <a:tr h="913307">
                <a:tc>
                  <a:txBody>
                    <a:bodyPr/>
                    <a:lstStyle/>
                    <a:p>
                      <a:pPr>
                        <a:spcAft>
                          <a:spcPts val="0"/>
                        </a:spcAft>
                      </a:pPr>
                      <a:r>
                        <a:rPr lang="es-ES" sz="1200" dirty="0">
                          <a:effectLst/>
                          <a:latin typeface="Calibri" panose="020F0502020204030204" pitchFamily="34" charset="0"/>
                          <a:ea typeface="Calibri" panose="020F0502020204030204" pitchFamily="34" charset="0"/>
                        </a:rPr>
                        <a:t> Paas HC Online 2.0</a:t>
                      </a:r>
                    </a:p>
                  </a:txBody>
                  <a:tcPr marL="44337" marR="44337" marT="44337" marB="44337"/>
                </a:tc>
                <a:tc>
                  <a:txBody>
                    <a:bodyPr/>
                    <a:lstStyle/>
                    <a:p>
                      <a:pPr>
                        <a:spcAft>
                          <a:spcPts val="0"/>
                        </a:spcAft>
                      </a:pPr>
                      <a:r>
                        <a:rPr lang="es-ES" sz="1200" dirty="0">
                          <a:effectLst/>
                          <a:latin typeface="Calibri" panose="020F0502020204030204" pitchFamily="34" charset="0"/>
                          <a:ea typeface="Calibri" panose="020F0502020204030204" pitchFamily="34" charset="0"/>
                        </a:rPr>
                        <a:t>Micro Consulta de Fraude</a:t>
                      </a:r>
                    </a:p>
                  </a:txBody>
                  <a:tcPr marL="44337" marR="44337" marT="44337" marB="44337"/>
                </a:tc>
                <a:tc>
                  <a:txBody>
                    <a:bodyPr/>
                    <a:lstStyle/>
                    <a:p>
                      <a:pPr algn="l" fontAlgn="t"/>
                      <a:r>
                        <a:rPr lang="es-ES" sz="1100" b="0" i="0" u="none" strike="noStrike" dirty="0">
                          <a:solidFill>
                            <a:srgbClr val="000000"/>
                          </a:solidFill>
                          <a:effectLst/>
                          <a:latin typeface="Calibri" panose="020F0502020204030204" pitchFamily="34" charset="0"/>
                        </a:rPr>
                        <a:t>Conexión con servicios externos de confirma</a:t>
                      </a:r>
                    </a:p>
                  </a:txBody>
                  <a:tcPr marL="0" marR="0" marT="0" marB="0"/>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1.000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300</a:t>
                      </a:r>
                    </a:p>
                  </a:txBody>
                  <a:tcPr marL="44337" marR="44337" marT="44337" marB="44337"/>
                </a:tc>
                <a:tc>
                  <a:txBody>
                    <a:bodyPr/>
                    <a:lstStyle/>
                    <a:p>
                      <a:pPr algn="ctr">
                        <a:spcAft>
                          <a:spcPts val="0"/>
                        </a:spcAft>
                      </a:pPr>
                      <a:r>
                        <a:rPr lang="es-ES" sz="1200" dirty="0">
                          <a:effectLst/>
                        </a:rPr>
                        <a:t>5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10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3929182264"/>
                  </a:ext>
                </a:extLst>
              </a:tr>
              <a:tr h="913307">
                <a:tc>
                  <a:txBody>
                    <a:bodyPr/>
                    <a:lstStyle/>
                    <a:p>
                      <a:pPr>
                        <a:spcAft>
                          <a:spcPts val="0"/>
                        </a:spcAft>
                      </a:pPr>
                      <a:r>
                        <a:rPr lang="es-ES" sz="1200" dirty="0">
                          <a:effectLst/>
                          <a:latin typeface="Calibri" panose="020F0502020204030204" pitchFamily="34" charset="0"/>
                          <a:ea typeface="Calibri" panose="020F0502020204030204" pitchFamily="34" charset="0"/>
                        </a:rPr>
                        <a:t> Paas HC Online 2.0</a:t>
                      </a:r>
                    </a:p>
                  </a:txBody>
                  <a:tcPr marL="44337" marR="44337" marT="44337" marB="44337"/>
                </a:tc>
                <a:tc>
                  <a:txBody>
                    <a:bodyPr/>
                    <a:lstStyle/>
                    <a:p>
                      <a:pPr>
                        <a:spcAft>
                          <a:spcPts val="0"/>
                        </a:spcAft>
                      </a:pPr>
                      <a:r>
                        <a:rPr lang="es-ES" sz="1200" dirty="0">
                          <a:effectLst/>
                          <a:latin typeface="Calibri" panose="020F0502020204030204" pitchFamily="34" charset="0"/>
                          <a:ea typeface="Calibri" panose="020F0502020204030204" pitchFamily="34" charset="0"/>
                        </a:rPr>
                        <a:t>Micro Productos tramitación</a:t>
                      </a:r>
                    </a:p>
                  </a:txBody>
                  <a:tcPr marL="44337" marR="44337" marT="44337" marB="44337"/>
                </a:tc>
                <a:tc>
                  <a:txBody>
                    <a:bodyPr/>
                    <a:lstStyle/>
                    <a:p>
                      <a:pPr algn="l" fontAlgn="t"/>
                      <a:r>
                        <a:rPr lang="es-ES" sz="1100" b="0" i="0" u="none" strike="noStrike" dirty="0">
                          <a:solidFill>
                            <a:srgbClr val="000000"/>
                          </a:solidFill>
                          <a:effectLst/>
                          <a:latin typeface="Calibri" panose="020F0502020204030204" pitchFamily="34" charset="0"/>
                        </a:rPr>
                        <a:t>Realiza el alta de productos desde el </a:t>
                      </a:r>
                      <a:r>
                        <a:rPr lang="es-ES" sz="1100" b="0" i="0" u="none" strike="noStrike" dirty="0" err="1">
                          <a:solidFill>
                            <a:srgbClr val="000000"/>
                          </a:solidFill>
                          <a:effectLst/>
                          <a:latin typeface="Calibri" panose="020F0502020204030204" pitchFamily="34" charset="0"/>
                        </a:rPr>
                        <a:t>backoffice</a:t>
                      </a:r>
                      <a:endParaRPr lang="es-ES" sz="1100" b="0" i="0" u="none" strike="noStrike" dirty="0">
                        <a:solidFill>
                          <a:srgbClr val="000000"/>
                        </a:solidFill>
                        <a:effectLst/>
                        <a:latin typeface="Calibri" panose="020F0502020204030204" pitchFamily="34" charset="0"/>
                      </a:endParaRPr>
                    </a:p>
                  </a:txBody>
                  <a:tcPr marL="0" marR="0" marT="0" marB="0"/>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1.000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300</a:t>
                      </a:r>
                    </a:p>
                  </a:txBody>
                  <a:tcPr marL="44337" marR="44337" marT="44337" marB="44337"/>
                </a:tc>
                <a:tc>
                  <a:txBody>
                    <a:bodyPr/>
                    <a:lstStyle/>
                    <a:p>
                      <a:pPr algn="ctr">
                        <a:spcAft>
                          <a:spcPts val="0"/>
                        </a:spcAft>
                      </a:pPr>
                      <a:r>
                        <a:rPr lang="es-ES" sz="1200" dirty="0">
                          <a:effectLst/>
                        </a:rPr>
                        <a:t>50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100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151814444"/>
                  </a:ext>
                </a:extLst>
              </a:tr>
              <a:tr h="913307">
                <a:tc>
                  <a:txBody>
                    <a:bodyPr/>
                    <a:lstStyle/>
                    <a:p>
                      <a:pPr>
                        <a:spcAft>
                          <a:spcPts val="0"/>
                        </a:spcAft>
                      </a:pPr>
                      <a:r>
                        <a:rPr lang="es-ES" sz="1200" dirty="0" err="1">
                          <a:effectLst/>
                          <a:latin typeface="Calibri" panose="020F0502020204030204" pitchFamily="34" charset="0"/>
                          <a:ea typeface="Calibri" panose="020F0502020204030204" pitchFamily="34" charset="0"/>
                        </a:rPr>
                        <a:t>Paas</a:t>
                      </a:r>
                      <a:r>
                        <a:rPr lang="es-ES" sz="1200" dirty="0">
                          <a:effectLst/>
                          <a:latin typeface="Calibri" panose="020F0502020204030204" pitchFamily="34" charset="0"/>
                          <a:ea typeface="Calibri" panose="020F0502020204030204" pitchFamily="34" charset="0"/>
                        </a:rPr>
                        <a:t> HC Online 2.0</a:t>
                      </a:r>
                    </a:p>
                  </a:txBody>
                  <a:tcPr marL="44337" marR="44337" marT="44337" marB="44337"/>
                </a:tc>
                <a:tc>
                  <a:txBody>
                    <a:bodyPr/>
                    <a:lstStyle/>
                    <a:p>
                      <a:pPr>
                        <a:spcAft>
                          <a:spcPts val="0"/>
                        </a:spcAft>
                      </a:pPr>
                      <a:r>
                        <a:rPr lang="es-ES" sz="1200" dirty="0">
                          <a:effectLst/>
                          <a:latin typeface="Calibri" panose="020F0502020204030204" pitchFamily="34" charset="0"/>
                          <a:ea typeface="Calibri" panose="020F0502020204030204" pitchFamily="34" charset="0"/>
                        </a:rPr>
                        <a:t>Micro Orquestación procesos</a:t>
                      </a:r>
                    </a:p>
                  </a:txBody>
                  <a:tcPr marL="44337" marR="44337" marT="44337" marB="44337"/>
                </a:tc>
                <a:tc>
                  <a:txBody>
                    <a:bodyPr/>
                    <a:lstStyle/>
                    <a:p>
                      <a:pPr algn="l" fontAlgn="t"/>
                      <a:r>
                        <a:rPr lang="es-ES" sz="1100" b="0" i="0" u="none" strike="noStrike" dirty="0">
                          <a:solidFill>
                            <a:srgbClr val="000000"/>
                          </a:solidFill>
                          <a:effectLst/>
                          <a:latin typeface="Calibri" panose="020F0502020204030204" pitchFamily="34" charset="0"/>
                        </a:rPr>
                        <a:t>Realiza la orquestación de navegación y llamadas al motor de web Flow y APPIAN</a:t>
                      </a:r>
                    </a:p>
                  </a:txBody>
                  <a:tcPr marL="0" marR="0" marT="0" marB="0"/>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p>
                      <a:pPr>
                        <a:spcAft>
                          <a:spcPts val="0"/>
                        </a:spcAft>
                      </a:pP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10.000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1.375</a:t>
                      </a:r>
                    </a:p>
                  </a:txBody>
                  <a:tcPr marL="44337" marR="44337" marT="44337" marB="44337"/>
                </a:tc>
                <a:tc>
                  <a:txBody>
                    <a:bodyPr/>
                    <a:lstStyle/>
                    <a:p>
                      <a:pPr algn="ctr">
                        <a:spcAft>
                          <a:spcPts val="0"/>
                        </a:spcAft>
                      </a:pPr>
                      <a:r>
                        <a:rPr lang="es-ES" sz="1200" dirty="0">
                          <a:effectLst/>
                        </a:rPr>
                        <a:t>5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10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3413513649"/>
                  </a:ext>
                </a:extLst>
              </a:tr>
            </a:tbl>
          </a:graphicData>
        </a:graphic>
      </p:graphicFrame>
      <p:sp>
        <p:nvSpPr>
          <p:cNvPr id="4" name="Rectangle 1">
            <a:extLst>
              <a:ext uri="{FF2B5EF4-FFF2-40B4-BE49-F238E27FC236}">
                <a16:creationId xmlns:a16="http://schemas.microsoft.com/office/drawing/2014/main" id="{C27238CE-B232-4FF1-8BE4-E99CF942DC9B}"/>
              </a:ext>
            </a:extLst>
          </p:cNvPr>
          <p:cNvSpPr>
            <a:spLocks noChangeArrowheads="1"/>
          </p:cNvSpPr>
          <p:nvPr/>
        </p:nvSpPr>
        <p:spPr bwMode="auto">
          <a:xfrm>
            <a:off x="168891" y="976254"/>
            <a:ext cx="12971926" cy="911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ES"/>
          </a:p>
        </p:txBody>
      </p:sp>
    </p:spTree>
    <p:extLst>
      <p:ext uri="{BB962C8B-B14F-4D97-AF65-F5344CB8AC3E}">
        <p14:creationId xmlns:p14="http://schemas.microsoft.com/office/powerpoint/2010/main" val="26172836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sz="quarter" idx="12"/>
          </p:nvPr>
        </p:nvSpPr>
        <p:spPr>
          <a:xfrm>
            <a:off x="501857" y="498475"/>
            <a:ext cx="10833365" cy="318498"/>
          </a:xfrm>
        </p:spPr>
        <p:txBody>
          <a:bodyPr>
            <a:noAutofit/>
          </a:bodyPr>
          <a:lstStyle/>
          <a:p>
            <a:r>
              <a:rPr lang="es-ES" sz="2400" b="0" dirty="0">
                <a:latin typeface="Gadugi" panose="020B0502040204020203" pitchFamily="34" charset="0"/>
              </a:rPr>
              <a:t>Volumetrías (</a:t>
            </a:r>
            <a:r>
              <a:rPr lang="es-ES" sz="2400" dirty="0"/>
              <a:t>Servicios SOAP / REST) </a:t>
            </a:r>
            <a:r>
              <a:rPr lang="es-ES" sz="1000" dirty="0"/>
              <a:t>PaaS Internet HC 2.0 </a:t>
            </a:r>
            <a:r>
              <a:rPr lang="en-GB" sz="1000" dirty="0" err="1"/>
              <a:t>Tramitación</a:t>
            </a:r>
            <a:r>
              <a:rPr lang="en-GB" sz="1000" dirty="0"/>
              <a:t> de </a:t>
            </a:r>
            <a:r>
              <a:rPr lang="en-GB" sz="1000" dirty="0" err="1"/>
              <a:t>expedientes</a:t>
            </a:r>
            <a:r>
              <a:rPr lang="en-GB" sz="1000" dirty="0"/>
              <a:t> y procesos </a:t>
            </a:r>
            <a:r>
              <a:rPr lang="en-GB" sz="1000" dirty="0" err="1"/>
              <a:t>planificados</a:t>
            </a:r>
            <a:endParaRPr lang="es-ES" sz="1000" dirty="0"/>
          </a:p>
          <a:p>
            <a:endParaRPr lang="es-ES" sz="2400" dirty="0">
              <a:latin typeface="Calibri" panose="020F0502020204030204" pitchFamily="34" charset="0"/>
              <a:ea typeface="Calibri" panose="020F0502020204030204" pitchFamily="34" charset="0"/>
            </a:endParaRPr>
          </a:p>
          <a:p>
            <a:endParaRPr lang="es-ES" sz="2400" b="0" dirty="0">
              <a:latin typeface="Gadugi" panose="020B0502040204020203" pitchFamily="34" charset="0"/>
            </a:endParaRPr>
          </a:p>
        </p:txBody>
      </p:sp>
      <p:sp>
        <p:nvSpPr>
          <p:cNvPr id="6" name="Rectangle 2">
            <a:extLst>
              <a:ext uri="{FF2B5EF4-FFF2-40B4-BE49-F238E27FC236}">
                <a16:creationId xmlns:a16="http://schemas.microsoft.com/office/drawing/2014/main" id="{44247BC8-CF54-445F-BB85-4C41B94C0890}"/>
              </a:ext>
            </a:extLst>
          </p:cNvPr>
          <p:cNvSpPr>
            <a:spLocks noChangeArrowheads="1"/>
          </p:cNvSpPr>
          <p:nvPr/>
        </p:nvSpPr>
        <p:spPr bwMode="auto">
          <a:xfrm>
            <a:off x="501857" y="2914057"/>
            <a:ext cx="1398761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395" eaLnBrk="0" fontAlgn="base">
              <a:spcBef>
                <a:spcPct val="0"/>
              </a:spcBef>
              <a:spcAft>
                <a:spcPct val="0"/>
              </a:spcAft>
            </a:pPr>
            <a:r>
              <a:rPr lang="es-ES" altLang="es-ES" sz="1100" dirty="0">
                <a:latin typeface="Arial" panose="020B0604020202020204" pitchFamily="34" charset="0"/>
                <a:ea typeface="Calibri" panose="020F0502020204030204" pitchFamily="34" charset="0"/>
                <a:cs typeface="Calibri" panose="020F0502020204030204" pitchFamily="34" charset="0"/>
              </a:rPr>
              <a:t> </a:t>
            </a:r>
            <a:endParaRPr lang="es-ES" altLang="es-ES" sz="900" dirty="0">
              <a:latin typeface="Arial" panose="020B0604020202020204" pitchFamily="34" charset="0"/>
            </a:endParaRPr>
          </a:p>
          <a:p>
            <a:pPr defTabSz="914395" eaLnBrk="0" fontAlgn="base">
              <a:spcBef>
                <a:spcPct val="0"/>
              </a:spcBef>
              <a:spcAft>
                <a:spcPct val="0"/>
              </a:spcAft>
            </a:pPr>
            <a:r>
              <a:rPr lang="es-ES" altLang="es-ES" sz="1100" dirty="0">
                <a:latin typeface="Arial" panose="020B0604020202020204" pitchFamily="34" charset="0"/>
                <a:ea typeface="Calibri" panose="020F0502020204030204" pitchFamily="34" charset="0"/>
                <a:cs typeface="Calibri" panose="020F0502020204030204" pitchFamily="34" charset="0"/>
              </a:rPr>
              <a:t> </a:t>
            </a:r>
            <a:endParaRPr lang="es-ES" altLang="es-ES" dirty="0">
              <a:latin typeface="Arial" panose="020B0604020202020204" pitchFamily="34" charset="0"/>
            </a:endParaRPr>
          </a:p>
        </p:txBody>
      </p:sp>
      <p:graphicFrame>
        <p:nvGraphicFramePr>
          <p:cNvPr id="3" name="Tabla 2">
            <a:extLst>
              <a:ext uri="{FF2B5EF4-FFF2-40B4-BE49-F238E27FC236}">
                <a16:creationId xmlns:a16="http://schemas.microsoft.com/office/drawing/2014/main" id="{8215675F-BF66-47A4-ADD2-C81D2144D057}"/>
              </a:ext>
            </a:extLst>
          </p:cNvPr>
          <p:cNvGraphicFramePr>
            <a:graphicFrameLocks noGrp="1"/>
          </p:cNvGraphicFramePr>
          <p:nvPr>
            <p:extLst>
              <p:ext uri="{D42A27DB-BD31-4B8C-83A1-F6EECF244321}">
                <p14:modId xmlns:p14="http://schemas.microsoft.com/office/powerpoint/2010/main" val="1254136385"/>
              </p:ext>
            </p:extLst>
          </p:nvPr>
        </p:nvGraphicFramePr>
        <p:xfrm>
          <a:off x="501856" y="1083286"/>
          <a:ext cx="10833365" cy="3653228"/>
        </p:xfrm>
        <a:graphic>
          <a:graphicData uri="http://schemas.openxmlformats.org/drawingml/2006/table">
            <a:tbl>
              <a:tblPr firstRow="1" firstCol="1" bandRow="1">
                <a:tableStyleId>{5C22544A-7EE6-4342-B048-85BDC9FD1C3A}</a:tableStyleId>
              </a:tblPr>
              <a:tblGrid>
                <a:gridCol w="2188484">
                  <a:extLst>
                    <a:ext uri="{9D8B030D-6E8A-4147-A177-3AD203B41FA5}">
                      <a16:colId xmlns:a16="http://schemas.microsoft.com/office/drawing/2014/main" val="3250313451"/>
                    </a:ext>
                  </a:extLst>
                </a:gridCol>
                <a:gridCol w="2188484">
                  <a:extLst>
                    <a:ext uri="{9D8B030D-6E8A-4147-A177-3AD203B41FA5}">
                      <a16:colId xmlns:a16="http://schemas.microsoft.com/office/drawing/2014/main" val="3819320993"/>
                    </a:ext>
                  </a:extLst>
                </a:gridCol>
                <a:gridCol w="1536448">
                  <a:extLst>
                    <a:ext uri="{9D8B030D-6E8A-4147-A177-3AD203B41FA5}">
                      <a16:colId xmlns:a16="http://schemas.microsoft.com/office/drawing/2014/main" val="210670716"/>
                    </a:ext>
                  </a:extLst>
                </a:gridCol>
                <a:gridCol w="761087">
                  <a:extLst>
                    <a:ext uri="{9D8B030D-6E8A-4147-A177-3AD203B41FA5}">
                      <a16:colId xmlns:a16="http://schemas.microsoft.com/office/drawing/2014/main" val="1030138344"/>
                    </a:ext>
                  </a:extLst>
                </a:gridCol>
                <a:gridCol w="803338">
                  <a:extLst>
                    <a:ext uri="{9D8B030D-6E8A-4147-A177-3AD203B41FA5}">
                      <a16:colId xmlns:a16="http://schemas.microsoft.com/office/drawing/2014/main" val="2398183124"/>
                    </a:ext>
                  </a:extLst>
                </a:gridCol>
                <a:gridCol w="659458">
                  <a:extLst>
                    <a:ext uri="{9D8B030D-6E8A-4147-A177-3AD203B41FA5}">
                      <a16:colId xmlns:a16="http://schemas.microsoft.com/office/drawing/2014/main" val="624722241"/>
                    </a:ext>
                  </a:extLst>
                </a:gridCol>
                <a:gridCol w="840451">
                  <a:extLst>
                    <a:ext uri="{9D8B030D-6E8A-4147-A177-3AD203B41FA5}">
                      <a16:colId xmlns:a16="http://schemas.microsoft.com/office/drawing/2014/main" val="2280750684"/>
                    </a:ext>
                  </a:extLst>
                </a:gridCol>
                <a:gridCol w="994039">
                  <a:extLst>
                    <a:ext uri="{9D8B030D-6E8A-4147-A177-3AD203B41FA5}">
                      <a16:colId xmlns:a16="http://schemas.microsoft.com/office/drawing/2014/main" val="685377206"/>
                    </a:ext>
                  </a:extLst>
                </a:gridCol>
                <a:gridCol w="861576">
                  <a:extLst>
                    <a:ext uri="{9D8B030D-6E8A-4147-A177-3AD203B41FA5}">
                      <a16:colId xmlns:a16="http://schemas.microsoft.com/office/drawing/2014/main" val="3256660701"/>
                    </a:ext>
                  </a:extLst>
                </a:gridCol>
              </a:tblGrid>
              <a:tr h="913307">
                <a:tc>
                  <a:txBody>
                    <a:bodyPr/>
                    <a:lstStyle/>
                    <a:p>
                      <a:pPr algn="ctr">
                        <a:spcAft>
                          <a:spcPts val="0"/>
                        </a:spcAft>
                      </a:pPr>
                      <a:r>
                        <a:rPr lang="es-ES" sz="1200" dirty="0">
                          <a:effectLst/>
                        </a:rPr>
                        <a:t>Sistema </a:t>
                      </a:r>
                    </a:p>
                    <a:p>
                      <a:pPr algn="ctr">
                        <a:spcAft>
                          <a:spcPts val="0"/>
                        </a:spcAft>
                      </a:pPr>
                      <a:r>
                        <a:rPr lang="es-ES" sz="1200" dirty="0">
                          <a:effectLst/>
                        </a:rPr>
                        <a:t>Origen</a:t>
                      </a:r>
                      <a:endParaRPr lang="es-ES" sz="1200" dirty="0">
                        <a:effectLst/>
                        <a:latin typeface="Calibri" panose="020F0502020204030204" pitchFamily="34" charset="0"/>
                        <a:ea typeface="Calibri" panose="020F0502020204030204" pitchFamily="34" charset="0"/>
                      </a:endParaRPr>
                    </a:p>
                    <a:p>
                      <a:pPr algn="ctr">
                        <a:spcAft>
                          <a:spcPts val="0"/>
                        </a:spcAft>
                      </a:pP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Sistema Destino</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a:effectLst/>
                        </a:rPr>
                        <a:t>Descripción</a:t>
                      </a:r>
                      <a:endParaRPr lang="es-ES" sz="120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Protocolo</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Media </a:t>
                      </a:r>
                      <a:r>
                        <a:rPr lang="es-ES" sz="1200" dirty="0" err="1">
                          <a:effectLst/>
                        </a:rPr>
                        <a:t>Msg</a:t>
                      </a:r>
                      <a:r>
                        <a:rPr lang="es-ES" sz="1200" dirty="0">
                          <a:effectLst/>
                        </a:rPr>
                        <a:t>/día</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Picos </a:t>
                      </a:r>
                    </a:p>
                    <a:p>
                      <a:pPr algn="ctr">
                        <a:spcAft>
                          <a:spcPts val="0"/>
                        </a:spcAft>
                      </a:pPr>
                      <a:r>
                        <a:rPr lang="es-ES" sz="1200" dirty="0" err="1">
                          <a:effectLst/>
                        </a:rPr>
                        <a:t>Msg</a:t>
                      </a:r>
                      <a:r>
                        <a:rPr lang="es-ES" sz="1200" dirty="0">
                          <a:effectLst/>
                        </a:rPr>
                        <a:t>/hora</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Tamaño </a:t>
                      </a:r>
                    </a:p>
                    <a:p>
                      <a:pPr algn="ctr">
                        <a:spcAft>
                          <a:spcPts val="0"/>
                        </a:spcAft>
                      </a:pPr>
                      <a:r>
                        <a:rPr lang="es-ES" sz="1200" dirty="0">
                          <a:effectLst/>
                        </a:rPr>
                        <a:t>Medio </a:t>
                      </a:r>
                      <a:r>
                        <a:rPr lang="es-ES" sz="1200" dirty="0" err="1">
                          <a:effectLst/>
                        </a:rPr>
                        <a:t>Msg</a:t>
                      </a:r>
                      <a:r>
                        <a:rPr lang="es-ES" sz="1200" dirty="0">
                          <a:effectLst/>
                        </a:rPr>
                        <a:t>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Tamaño Máximo </a:t>
                      </a:r>
                      <a:r>
                        <a:rPr lang="es-ES" sz="1200" dirty="0" err="1">
                          <a:effectLst/>
                        </a:rPr>
                        <a:t>Msg</a:t>
                      </a:r>
                      <a:endParaRPr lang="es-ES" sz="1200" dirty="0">
                        <a:effectLst/>
                      </a:endParaRPr>
                    </a:p>
                    <a:p>
                      <a:pPr algn="ctr">
                        <a:spcAft>
                          <a:spcPts val="0"/>
                        </a:spcAft>
                      </a:pPr>
                      <a:r>
                        <a:rPr lang="es-ES" sz="1200" dirty="0">
                          <a:effectLst/>
                        </a:rPr>
                        <a:t>(KB)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Franja Horaria Pico</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1198584115"/>
                  </a:ext>
                </a:extLst>
              </a:tr>
              <a:tr h="913307">
                <a:tc>
                  <a:txBody>
                    <a:bodyPr/>
                    <a:lstStyle/>
                    <a:p>
                      <a:pPr>
                        <a:spcAft>
                          <a:spcPts val="0"/>
                        </a:spcAft>
                      </a:pPr>
                      <a:r>
                        <a:rPr lang="es-ES" sz="1200" dirty="0">
                          <a:effectLst/>
                          <a:latin typeface="Calibri" panose="020F0502020204030204" pitchFamily="34" charset="0"/>
                          <a:ea typeface="Calibri" panose="020F0502020204030204" pitchFamily="34" charset="0"/>
                        </a:rPr>
                        <a:t> Paas HC Online 2.0</a:t>
                      </a:r>
                    </a:p>
                  </a:txBody>
                  <a:tcPr marL="44337" marR="44337" marT="44337" marB="44337"/>
                </a:tc>
                <a:tc>
                  <a:txBody>
                    <a:bodyPr/>
                    <a:lstStyle/>
                    <a:p>
                      <a:pPr>
                        <a:spcAft>
                          <a:spcPts val="0"/>
                        </a:spcAft>
                      </a:pPr>
                      <a:r>
                        <a:rPr lang="es-ES" sz="1200" dirty="0">
                          <a:effectLst/>
                          <a:latin typeface="Calibri" panose="020F0502020204030204" pitchFamily="34" charset="0"/>
                          <a:ea typeface="Calibri" panose="020F0502020204030204" pitchFamily="34" charset="0"/>
                        </a:rPr>
                        <a:t>API Heredo</a:t>
                      </a:r>
                    </a:p>
                  </a:txBody>
                  <a:tcPr marL="44337" marR="44337" marT="44337" marB="44337"/>
                </a:tc>
                <a:tc>
                  <a:txBody>
                    <a:bodyPr/>
                    <a:lstStyle/>
                    <a:p>
                      <a:pPr algn="l" fontAlgn="t"/>
                      <a:r>
                        <a:rPr lang="es-ES" sz="1100" b="0" i="0" u="none" strike="noStrike" dirty="0">
                          <a:solidFill>
                            <a:srgbClr val="000000"/>
                          </a:solidFill>
                          <a:effectLst/>
                          <a:latin typeface="Calibri" panose="020F0502020204030204" pitchFamily="34" charset="0"/>
                        </a:rPr>
                        <a:t>Acceso al API de Heredo para dar de alta el expediente documental</a:t>
                      </a:r>
                    </a:p>
                  </a:txBody>
                  <a:tcPr marL="0" marR="0" marT="0" marB="0"/>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1.000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300</a:t>
                      </a:r>
                    </a:p>
                  </a:txBody>
                  <a:tcPr marL="44337" marR="44337" marT="44337" marB="44337"/>
                </a:tc>
                <a:tc>
                  <a:txBody>
                    <a:bodyPr/>
                    <a:lstStyle/>
                    <a:p>
                      <a:pPr algn="ctr">
                        <a:spcAft>
                          <a:spcPts val="0"/>
                        </a:spcAft>
                      </a:pPr>
                      <a:r>
                        <a:rPr lang="es-ES" sz="1200" dirty="0">
                          <a:effectLst/>
                        </a:rPr>
                        <a:t>5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10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142428821"/>
                  </a:ext>
                </a:extLst>
              </a:tr>
              <a:tr h="913307">
                <a:tc>
                  <a:txBody>
                    <a:bodyPr/>
                    <a:lstStyle/>
                    <a:p>
                      <a:pPr>
                        <a:spcAft>
                          <a:spcPts val="0"/>
                        </a:spcAft>
                      </a:pPr>
                      <a:r>
                        <a:rPr lang="es-ES" sz="1200" dirty="0">
                          <a:effectLst/>
                          <a:latin typeface="Calibri" panose="020F0502020204030204" pitchFamily="34" charset="0"/>
                          <a:ea typeface="Calibri" panose="020F0502020204030204" pitchFamily="34" charset="0"/>
                        </a:rPr>
                        <a:t> Paas HC Online 2.0</a:t>
                      </a:r>
                    </a:p>
                  </a:txBody>
                  <a:tcPr marL="44337" marR="44337" marT="44337" marB="44337"/>
                </a:tc>
                <a:tc>
                  <a:txBody>
                    <a:bodyPr/>
                    <a:lstStyle/>
                    <a:p>
                      <a:pPr>
                        <a:spcAft>
                          <a:spcPts val="0"/>
                        </a:spcAft>
                      </a:pPr>
                      <a:r>
                        <a:rPr lang="es-ES" sz="1200" dirty="0">
                          <a:effectLst/>
                          <a:latin typeface="Calibri" panose="020F0502020204030204" pitchFamily="34" charset="0"/>
                          <a:ea typeface="Calibri" panose="020F0502020204030204" pitchFamily="34" charset="0"/>
                        </a:rPr>
                        <a:t>API Expediente de Firma</a:t>
                      </a:r>
                    </a:p>
                  </a:txBody>
                  <a:tcPr marL="44337" marR="44337" marT="44337" marB="44337"/>
                </a:tc>
                <a:tc>
                  <a:txBody>
                    <a:bodyPr/>
                    <a:lstStyle/>
                    <a:p>
                      <a:pPr algn="l" fontAlgn="t"/>
                      <a:r>
                        <a:rPr lang="es-ES" sz="1100" b="0" i="0" u="none" strike="noStrike" dirty="0">
                          <a:solidFill>
                            <a:srgbClr val="000000"/>
                          </a:solidFill>
                          <a:effectLst/>
                          <a:latin typeface="Calibri" panose="020F0502020204030204" pitchFamily="34" charset="0"/>
                        </a:rPr>
                        <a:t>Acceso al API de expediente de firma para generar la firma</a:t>
                      </a:r>
                    </a:p>
                  </a:txBody>
                  <a:tcPr marL="0" marR="0" marT="0" marB="0"/>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1.000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300</a:t>
                      </a:r>
                    </a:p>
                  </a:txBody>
                  <a:tcPr marL="44337" marR="44337" marT="44337" marB="44337"/>
                </a:tc>
                <a:tc>
                  <a:txBody>
                    <a:bodyPr/>
                    <a:lstStyle/>
                    <a:p>
                      <a:pPr algn="ctr">
                        <a:spcAft>
                          <a:spcPts val="0"/>
                        </a:spcAft>
                      </a:pPr>
                      <a:r>
                        <a:rPr lang="es-ES" sz="1200" dirty="0">
                          <a:effectLst/>
                        </a:rPr>
                        <a:t>300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700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3929182264"/>
                  </a:ext>
                </a:extLst>
              </a:tr>
              <a:tr h="913307">
                <a:tc>
                  <a:txBody>
                    <a:bodyPr/>
                    <a:lstStyle/>
                    <a:p>
                      <a:pPr>
                        <a:spcAft>
                          <a:spcPts val="0"/>
                        </a:spcAft>
                      </a:pPr>
                      <a:r>
                        <a:rPr lang="es-ES" sz="1200" dirty="0">
                          <a:effectLst/>
                          <a:latin typeface="Calibri" panose="020F0502020204030204" pitchFamily="34" charset="0"/>
                          <a:ea typeface="Calibri" panose="020F0502020204030204" pitchFamily="34" charset="0"/>
                        </a:rPr>
                        <a:t> Paas HC Online 2.0</a:t>
                      </a:r>
                    </a:p>
                  </a:txBody>
                  <a:tcPr marL="44337" marR="44337" marT="44337" marB="44337"/>
                </a:tc>
                <a:tc>
                  <a:txBody>
                    <a:bodyPr/>
                    <a:lstStyle/>
                    <a:p>
                      <a:pPr>
                        <a:spcAft>
                          <a:spcPts val="0"/>
                        </a:spcAft>
                      </a:pPr>
                      <a:r>
                        <a:rPr lang="es-ES" sz="1200" dirty="0">
                          <a:effectLst/>
                          <a:latin typeface="Calibri" panose="020F0502020204030204" pitchFamily="34" charset="0"/>
                          <a:ea typeface="Calibri" panose="020F0502020204030204" pitchFamily="34" charset="0"/>
                        </a:rPr>
                        <a:t>Pi Online</a:t>
                      </a:r>
                    </a:p>
                  </a:txBody>
                  <a:tcPr marL="44337" marR="44337" marT="44337" marB="44337"/>
                </a:tc>
                <a:tc>
                  <a:txBody>
                    <a:bodyPr/>
                    <a:lstStyle/>
                    <a:p>
                      <a:pPr algn="l" fontAlgn="t"/>
                      <a:r>
                        <a:rPr lang="es-ES" sz="1100" b="0" i="0" u="none" strike="noStrike" dirty="0">
                          <a:solidFill>
                            <a:srgbClr val="000000"/>
                          </a:solidFill>
                          <a:effectLst/>
                          <a:latin typeface="Calibri" panose="020F0502020204030204" pitchFamily="34" charset="0"/>
                        </a:rPr>
                        <a:t>Generación de documento</a:t>
                      </a:r>
                    </a:p>
                  </a:txBody>
                  <a:tcPr marL="0" marR="0" marT="0" marB="0"/>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3.000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600</a:t>
                      </a:r>
                    </a:p>
                  </a:txBody>
                  <a:tcPr marL="44337" marR="44337" marT="44337" marB="44337"/>
                </a:tc>
                <a:tc>
                  <a:txBody>
                    <a:bodyPr/>
                    <a:lstStyle/>
                    <a:p>
                      <a:pPr algn="ctr">
                        <a:spcAft>
                          <a:spcPts val="0"/>
                        </a:spcAft>
                      </a:pPr>
                      <a:r>
                        <a:rPr lang="es-ES" sz="1200" dirty="0">
                          <a:effectLst/>
                        </a:rPr>
                        <a:t>300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700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1422405700"/>
                  </a:ext>
                </a:extLst>
              </a:tr>
            </a:tbl>
          </a:graphicData>
        </a:graphic>
      </p:graphicFrame>
      <p:sp>
        <p:nvSpPr>
          <p:cNvPr id="4" name="Rectangle 1">
            <a:extLst>
              <a:ext uri="{FF2B5EF4-FFF2-40B4-BE49-F238E27FC236}">
                <a16:creationId xmlns:a16="http://schemas.microsoft.com/office/drawing/2014/main" id="{C27238CE-B232-4FF1-8BE4-E99CF942DC9B}"/>
              </a:ext>
            </a:extLst>
          </p:cNvPr>
          <p:cNvSpPr>
            <a:spLocks noChangeArrowheads="1"/>
          </p:cNvSpPr>
          <p:nvPr/>
        </p:nvSpPr>
        <p:spPr bwMode="auto">
          <a:xfrm>
            <a:off x="168891" y="976254"/>
            <a:ext cx="12971926" cy="911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ES"/>
          </a:p>
        </p:txBody>
      </p:sp>
    </p:spTree>
    <p:extLst>
      <p:ext uri="{BB962C8B-B14F-4D97-AF65-F5344CB8AC3E}">
        <p14:creationId xmlns:p14="http://schemas.microsoft.com/office/powerpoint/2010/main" val="22433476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sz="quarter" idx="12"/>
          </p:nvPr>
        </p:nvSpPr>
        <p:spPr>
          <a:xfrm>
            <a:off x="501857" y="498475"/>
            <a:ext cx="10833365" cy="318498"/>
          </a:xfrm>
        </p:spPr>
        <p:txBody>
          <a:bodyPr>
            <a:noAutofit/>
          </a:bodyPr>
          <a:lstStyle/>
          <a:p>
            <a:r>
              <a:rPr lang="es-ES" sz="2400" b="0" dirty="0">
                <a:latin typeface="Gadugi" panose="020B0502040204020203" pitchFamily="34" charset="0"/>
              </a:rPr>
              <a:t>Volumetrías (</a:t>
            </a:r>
            <a:r>
              <a:rPr lang="es-ES" sz="2400" dirty="0"/>
              <a:t>Servicios SOAP / REST  APPIAN)</a:t>
            </a:r>
            <a:endParaRPr lang="es-ES" sz="2400" dirty="0">
              <a:latin typeface="Calibri" panose="020F0502020204030204" pitchFamily="34" charset="0"/>
              <a:ea typeface="Calibri" panose="020F0502020204030204" pitchFamily="34" charset="0"/>
            </a:endParaRPr>
          </a:p>
          <a:p>
            <a:endParaRPr lang="es-ES" sz="2400" b="0" dirty="0">
              <a:latin typeface="Gadugi" panose="020B0502040204020203" pitchFamily="34" charset="0"/>
            </a:endParaRPr>
          </a:p>
        </p:txBody>
      </p:sp>
      <p:sp>
        <p:nvSpPr>
          <p:cNvPr id="6" name="Rectangle 2">
            <a:extLst>
              <a:ext uri="{FF2B5EF4-FFF2-40B4-BE49-F238E27FC236}">
                <a16:creationId xmlns:a16="http://schemas.microsoft.com/office/drawing/2014/main" id="{44247BC8-CF54-445F-BB85-4C41B94C0890}"/>
              </a:ext>
            </a:extLst>
          </p:cNvPr>
          <p:cNvSpPr>
            <a:spLocks noChangeArrowheads="1"/>
          </p:cNvSpPr>
          <p:nvPr/>
        </p:nvSpPr>
        <p:spPr bwMode="auto">
          <a:xfrm>
            <a:off x="501857" y="2914057"/>
            <a:ext cx="1398761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395" eaLnBrk="0" fontAlgn="base">
              <a:spcBef>
                <a:spcPct val="0"/>
              </a:spcBef>
              <a:spcAft>
                <a:spcPct val="0"/>
              </a:spcAft>
            </a:pPr>
            <a:r>
              <a:rPr lang="es-ES" altLang="es-ES" sz="1100" dirty="0">
                <a:latin typeface="Arial" panose="020B0604020202020204" pitchFamily="34" charset="0"/>
                <a:ea typeface="Calibri" panose="020F0502020204030204" pitchFamily="34" charset="0"/>
                <a:cs typeface="Calibri" panose="020F0502020204030204" pitchFamily="34" charset="0"/>
              </a:rPr>
              <a:t> </a:t>
            </a:r>
            <a:endParaRPr lang="es-ES" altLang="es-ES" sz="900" dirty="0">
              <a:latin typeface="Arial" panose="020B0604020202020204" pitchFamily="34" charset="0"/>
            </a:endParaRPr>
          </a:p>
          <a:p>
            <a:pPr defTabSz="914395" eaLnBrk="0" fontAlgn="base">
              <a:spcBef>
                <a:spcPct val="0"/>
              </a:spcBef>
              <a:spcAft>
                <a:spcPct val="0"/>
              </a:spcAft>
            </a:pPr>
            <a:r>
              <a:rPr lang="es-ES" altLang="es-ES" sz="1100" dirty="0">
                <a:latin typeface="Arial" panose="020B0604020202020204" pitchFamily="34" charset="0"/>
                <a:ea typeface="Calibri" panose="020F0502020204030204" pitchFamily="34" charset="0"/>
                <a:cs typeface="Calibri" panose="020F0502020204030204" pitchFamily="34" charset="0"/>
              </a:rPr>
              <a:t> </a:t>
            </a:r>
            <a:endParaRPr lang="es-ES" altLang="es-ES" dirty="0">
              <a:latin typeface="Arial" panose="020B0604020202020204" pitchFamily="34" charset="0"/>
            </a:endParaRPr>
          </a:p>
        </p:txBody>
      </p:sp>
      <p:graphicFrame>
        <p:nvGraphicFramePr>
          <p:cNvPr id="3" name="Tabla 2">
            <a:extLst>
              <a:ext uri="{FF2B5EF4-FFF2-40B4-BE49-F238E27FC236}">
                <a16:creationId xmlns:a16="http://schemas.microsoft.com/office/drawing/2014/main" id="{8215675F-BF66-47A4-ADD2-C81D2144D057}"/>
              </a:ext>
            </a:extLst>
          </p:cNvPr>
          <p:cNvGraphicFramePr>
            <a:graphicFrameLocks noGrp="1"/>
          </p:cNvGraphicFramePr>
          <p:nvPr>
            <p:extLst>
              <p:ext uri="{D42A27DB-BD31-4B8C-83A1-F6EECF244321}">
                <p14:modId xmlns:p14="http://schemas.microsoft.com/office/powerpoint/2010/main" val="3037850838"/>
              </p:ext>
            </p:extLst>
          </p:nvPr>
        </p:nvGraphicFramePr>
        <p:xfrm>
          <a:off x="501856" y="1083286"/>
          <a:ext cx="10833365" cy="1826614"/>
        </p:xfrm>
        <a:graphic>
          <a:graphicData uri="http://schemas.openxmlformats.org/drawingml/2006/table">
            <a:tbl>
              <a:tblPr firstRow="1" firstCol="1" bandRow="1">
                <a:tableStyleId>{5C22544A-7EE6-4342-B048-85BDC9FD1C3A}</a:tableStyleId>
              </a:tblPr>
              <a:tblGrid>
                <a:gridCol w="2188484">
                  <a:extLst>
                    <a:ext uri="{9D8B030D-6E8A-4147-A177-3AD203B41FA5}">
                      <a16:colId xmlns:a16="http://schemas.microsoft.com/office/drawing/2014/main" val="3250313451"/>
                    </a:ext>
                  </a:extLst>
                </a:gridCol>
                <a:gridCol w="2188484">
                  <a:extLst>
                    <a:ext uri="{9D8B030D-6E8A-4147-A177-3AD203B41FA5}">
                      <a16:colId xmlns:a16="http://schemas.microsoft.com/office/drawing/2014/main" val="3819320993"/>
                    </a:ext>
                  </a:extLst>
                </a:gridCol>
                <a:gridCol w="1536448">
                  <a:extLst>
                    <a:ext uri="{9D8B030D-6E8A-4147-A177-3AD203B41FA5}">
                      <a16:colId xmlns:a16="http://schemas.microsoft.com/office/drawing/2014/main" val="210670716"/>
                    </a:ext>
                  </a:extLst>
                </a:gridCol>
                <a:gridCol w="761087">
                  <a:extLst>
                    <a:ext uri="{9D8B030D-6E8A-4147-A177-3AD203B41FA5}">
                      <a16:colId xmlns:a16="http://schemas.microsoft.com/office/drawing/2014/main" val="1030138344"/>
                    </a:ext>
                  </a:extLst>
                </a:gridCol>
                <a:gridCol w="803338">
                  <a:extLst>
                    <a:ext uri="{9D8B030D-6E8A-4147-A177-3AD203B41FA5}">
                      <a16:colId xmlns:a16="http://schemas.microsoft.com/office/drawing/2014/main" val="2398183124"/>
                    </a:ext>
                  </a:extLst>
                </a:gridCol>
                <a:gridCol w="659458">
                  <a:extLst>
                    <a:ext uri="{9D8B030D-6E8A-4147-A177-3AD203B41FA5}">
                      <a16:colId xmlns:a16="http://schemas.microsoft.com/office/drawing/2014/main" val="624722241"/>
                    </a:ext>
                  </a:extLst>
                </a:gridCol>
                <a:gridCol w="840451">
                  <a:extLst>
                    <a:ext uri="{9D8B030D-6E8A-4147-A177-3AD203B41FA5}">
                      <a16:colId xmlns:a16="http://schemas.microsoft.com/office/drawing/2014/main" val="2280750684"/>
                    </a:ext>
                  </a:extLst>
                </a:gridCol>
                <a:gridCol w="994039">
                  <a:extLst>
                    <a:ext uri="{9D8B030D-6E8A-4147-A177-3AD203B41FA5}">
                      <a16:colId xmlns:a16="http://schemas.microsoft.com/office/drawing/2014/main" val="685377206"/>
                    </a:ext>
                  </a:extLst>
                </a:gridCol>
                <a:gridCol w="861576">
                  <a:extLst>
                    <a:ext uri="{9D8B030D-6E8A-4147-A177-3AD203B41FA5}">
                      <a16:colId xmlns:a16="http://schemas.microsoft.com/office/drawing/2014/main" val="3256660701"/>
                    </a:ext>
                  </a:extLst>
                </a:gridCol>
              </a:tblGrid>
              <a:tr h="913307">
                <a:tc>
                  <a:txBody>
                    <a:bodyPr/>
                    <a:lstStyle/>
                    <a:p>
                      <a:pPr algn="ctr">
                        <a:spcAft>
                          <a:spcPts val="0"/>
                        </a:spcAft>
                      </a:pPr>
                      <a:r>
                        <a:rPr lang="es-ES" sz="1200" dirty="0">
                          <a:effectLst/>
                        </a:rPr>
                        <a:t>Sistema </a:t>
                      </a:r>
                    </a:p>
                    <a:p>
                      <a:pPr algn="ctr">
                        <a:spcAft>
                          <a:spcPts val="0"/>
                        </a:spcAft>
                      </a:pPr>
                      <a:r>
                        <a:rPr lang="es-ES" sz="1200" dirty="0">
                          <a:effectLst/>
                        </a:rPr>
                        <a:t>Origen</a:t>
                      </a:r>
                      <a:endParaRPr lang="es-ES" sz="1200" dirty="0">
                        <a:effectLst/>
                        <a:latin typeface="Calibri" panose="020F0502020204030204" pitchFamily="34" charset="0"/>
                        <a:ea typeface="Calibri" panose="020F0502020204030204" pitchFamily="34" charset="0"/>
                      </a:endParaRPr>
                    </a:p>
                    <a:p>
                      <a:pPr algn="ctr">
                        <a:spcAft>
                          <a:spcPts val="0"/>
                        </a:spcAft>
                      </a:pP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Sistema Destino</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a:effectLst/>
                        </a:rPr>
                        <a:t>Descripción</a:t>
                      </a:r>
                      <a:endParaRPr lang="es-ES" sz="120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Protocolo</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Media </a:t>
                      </a:r>
                      <a:r>
                        <a:rPr lang="es-ES" sz="1200" dirty="0" err="1">
                          <a:effectLst/>
                        </a:rPr>
                        <a:t>Msg</a:t>
                      </a:r>
                      <a:r>
                        <a:rPr lang="es-ES" sz="1200" dirty="0">
                          <a:effectLst/>
                        </a:rPr>
                        <a:t>/día</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Picos </a:t>
                      </a:r>
                    </a:p>
                    <a:p>
                      <a:pPr algn="ctr">
                        <a:spcAft>
                          <a:spcPts val="0"/>
                        </a:spcAft>
                      </a:pPr>
                      <a:r>
                        <a:rPr lang="es-ES" sz="1200" dirty="0" err="1">
                          <a:effectLst/>
                        </a:rPr>
                        <a:t>Msg</a:t>
                      </a:r>
                      <a:r>
                        <a:rPr lang="es-ES" sz="1200" dirty="0">
                          <a:effectLst/>
                        </a:rPr>
                        <a:t>/hora</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Tamaño </a:t>
                      </a:r>
                    </a:p>
                    <a:p>
                      <a:pPr algn="ctr">
                        <a:spcAft>
                          <a:spcPts val="0"/>
                        </a:spcAft>
                      </a:pPr>
                      <a:r>
                        <a:rPr lang="es-ES" sz="1200" dirty="0">
                          <a:effectLst/>
                        </a:rPr>
                        <a:t>Medio </a:t>
                      </a:r>
                      <a:r>
                        <a:rPr lang="es-ES" sz="1200" dirty="0" err="1">
                          <a:effectLst/>
                        </a:rPr>
                        <a:t>Msg</a:t>
                      </a:r>
                      <a:r>
                        <a:rPr lang="es-ES" sz="1200" dirty="0">
                          <a:effectLst/>
                        </a:rPr>
                        <a:t>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Tamaño Máximo </a:t>
                      </a:r>
                      <a:r>
                        <a:rPr lang="es-ES" sz="1200" dirty="0" err="1">
                          <a:effectLst/>
                        </a:rPr>
                        <a:t>Msg</a:t>
                      </a:r>
                      <a:endParaRPr lang="es-ES" sz="1200" dirty="0">
                        <a:effectLst/>
                      </a:endParaRPr>
                    </a:p>
                    <a:p>
                      <a:pPr algn="ctr">
                        <a:spcAft>
                          <a:spcPts val="0"/>
                        </a:spcAft>
                      </a:pPr>
                      <a:r>
                        <a:rPr lang="es-ES" sz="1200" dirty="0">
                          <a:effectLst/>
                        </a:rPr>
                        <a:t>(KB)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Franja Horaria Pico</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1198584115"/>
                  </a:ext>
                </a:extLst>
              </a:tr>
              <a:tr h="913307">
                <a:tc>
                  <a:txBody>
                    <a:bodyPr/>
                    <a:lstStyle/>
                    <a:p>
                      <a:pPr>
                        <a:spcAft>
                          <a:spcPts val="0"/>
                        </a:spcAft>
                      </a:pPr>
                      <a:r>
                        <a:rPr lang="es-ES" sz="1200" dirty="0">
                          <a:effectLst/>
                          <a:latin typeface="Calibri" panose="020F0502020204030204" pitchFamily="34" charset="0"/>
                          <a:ea typeface="Calibri" panose="020F0502020204030204" pitchFamily="34" charset="0"/>
                        </a:rPr>
                        <a:t> Paas HC Online 2.0</a:t>
                      </a:r>
                    </a:p>
                  </a:txBody>
                  <a:tcPr marL="44337" marR="44337" marT="44337" marB="44337"/>
                </a:tc>
                <a:tc>
                  <a:txBody>
                    <a:bodyPr/>
                    <a:lstStyle/>
                    <a:p>
                      <a:pPr>
                        <a:spcAft>
                          <a:spcPts val="0"/>
                        </a:spcAft>
                      </a:pPr>
                      <a:r>
                        <a:rPr lang="es-ES" sz="1200" dirty="0">
                          <a:effectLst/>
                          <a:latin typeface="Calibri" panose="020F0502020204030204" pitchFamily="34" charset="0"/>
                          <a:ea typeface="Calibri" panose="020F0502020204030204" pitchFamily="34" charset="0"/>
                        </a:rPr>
                        <a:t>API APPIAN</a:t>
                      </a:r>
                    </a:p>
                  </a:txBody>
                  <a:tcPr marL="44337" marR="44337" marT="44337" marB="44337"/>
                </a:tc>
                <a:tc>
                  <a:txBody>
                    <a:bodyPr/>
                    <a:lstStyle/>
                    <a:p>
                      <a:pPr algn="l" fontAlgn="t"/>
                      <a:r>
                        <a:rPr lang="es-ES" sz="1100" b="0" i="0" u="none" strike="noStrike" dirty="0">
                          <a:solidFill>
                            <a:srgbClr val="000000"/>
                          </a:solidFill>
                          <a:effectLst/>
                          <a:latin typeface="Calibri" panose="020F0502020204030204" pitchFamily="34" charset="0"/>
                        </a:rPr>
                        <a:t>Acceso al API de APPIAN par la gestión de casos y procesos</a:t>
                      </a:r>
                    </a:p>
                  </a:txBody>
                  <a:tcPr marL="0" marR="0" marT="0" marB="0"/>
                </a:tc>
                <a:tc>
                  <a:txBody>
                    <a:bodyPr/>
                    <a:lstStyle/>
                    <a:p>
                      <a:pPr>
                        <a:spcAft>
                          <a:spcPts val="0"/>
                        </a:spcAft>
                      </a:pPr>
                      <a:r>
                        <a:rPr lang="es-ES" sz="1200" dirty="0">
                          <a:effectLst/>
                        </a:rPr>
                        <a:t>REST/JSON</a:t>
                      </a:r>
                    </a:p>
                    <a:p>
                      <a:pPr>
                        <a:spcAft>
                          <a:spcPts val="0"/>
                        </a:spcAft>
                      </a:pPr>
                      <a:r>
                        <a:rPr lang="es-ES" sz="1200" dirty="0">
                          <a:effectLst/>
                        </a:rPr>
                        <a:t>Token JWT</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40.000</a:t>
                      </a:r>
                    </a:p>
                  </a:txBody>
                  <a:tcPr marL="44337" marR="44337" marT="44337" marB="44337"/>
                </a:tc>
                <a:tc>
                  <a:txBody>
                    <a:bodyPr/>
                    <a:lstStyle/>
                    <a:p>
                      <a:pPr algn="ctr">
                        <a:spcAft>
                          <a:spcPts val="0"/>
                        </a:spcAft>
                      </a:pPr>
                      <a:r>
                        <a:rPr lang="es-ES" sz="1200" dirty="0">
                          <a:effectLst/>
                          <a:latin typeface="Calibri" panose="020F0502020204030204" pitchFamily="34" charset="0"/>
                          <a:ea typeface="Calibri" panose="020F0502020204030204" pitchFamily="34" charset="0"/>
                        </a:rPr>
                        <a:t>3.000</a:t>
                      </a:r>
                    </a:p>
                  </a:txBody>
                  <a:tcPr marL="44337" marR="44337" marT="44337" marB="44337"/>
                </a:tc>
                <a:tc>
                  <a:txBody>
                    <a:bodyPr/>
                    <a:lstStyle/>
                    <a:p>
                      <a:pPr algn="ctr">
                        <a:spcAft>
                          <a:spcPts val="0"/>
                        </a:spcAft>
                      </a:pPr>
                      <a:r>
                        <a:rPr lang="es-ES" sz="1200" dirty="0">
                          <a:effectLst/>
                        </a:rPr>
                        <a:t>5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10 KB</a:t>
                      </a:r>
                      <a:endParaRPr lang="es-ES" sz="1200" dirty="0">
                        <a:effectLst/>
                        <a:latin typeface="Calibri" panose="020F0502020204030204" pitchFamily="34" charset="0"/>
                        <a:ea typeface="Calibri" panose="020F0502020204030204" pitchFamily="34" charset="0"/>
                      </a:endParaRPr>
                    </a:p>
                  </a:txBody>
                  <a:tcPr marL="44337" marR="44337" marT="44337" marB="44337"/>
                </a:tc>
                <a:tc>
                  <a:txBody>
                    <a:bodyPr/>
                    <a:lstStyle/>
                    <a:p>
                      <a:pPr algn="ctr">
                        <a:spcAft>
                          <a:spcPts val="0"/>
                        </a:spcAft>
                      </a:pPr>
                      <a:r>
                        <a:rPr lang="es-ES" sz="1200" dirty="0">
                          <a:effectLst/>
                        </a:rPr>
                        <a:t>9/18 horas</a:t>
                      </a:r>
                      <a:endParaRPr lang="es-ES" sz="1200" dirty="0">
                        <a:effectLst/>
                        <a:latin typeface="Calibri" panose="020F0502020204030204" pitchFamily="34" charset="0"/>
                        <a:ea typeface="Calibri" panose="020F0502020204030204" pitchFamily="34" charset="0"/>
                      </a:endParaRPr>
                    </a:p>
                  </a:txBody>
                  <a:tcPr marL="44337" marR="44337" marT="44337" marB="44337"/>
                </a:tc>
                <a:extLst>
                  <a:ext uri="{0D108BD9-81ED-4DB2-BD59-A6C34878D82A}">
                    <a16:rowId xmlns:a16="http://schemas.microsoft.com/office/drawing/2014/main" val="142428821"/>
                  </a:ext>
                </a:extLst>
              </a:tr>
            </a:tbl>
          </a:graphicData>
        </a:graphic>
      </p:graphicFrame>
      <p:sp>
        <p:nvSpPr>
          <p:cNvPr id="4" name="Rectangle 1">
            <a:extLst>
              <a:ext uri="{FF2B5EF4-FFF2-40B4-BE49-F238E27FC236}">
                <a16:creationId xmlns:a16="http://schemas.microsoft.com/office/drawing/2014/main" id="{C27238CE-B232-4FF1-8BE4-E99CF942DC9B}"/>
              </a:ext>
            </a:extLst>
          </p:cNvPr>
          <p:cNvSpPr>
            <a:spLocks noChangeArrowheads="1"/>
          </p:cNvSpPr>
          <p:nvPr/>
        </p:nvSpPr>
        <p:spPr bwMode="auto">
          <a:xfrm>
            <a:off x="168891" y="976254"/>
            <a:ext cx="12971926" cy="911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ES"/>
          </a:p>
        </p:txBody>
      </p:sp>
      <p:pic>
        <p:nvPicPr>
          <p:cNvPr id="7" name="Picture 662" descr="MC900434391[1]">
            <a:extLst>
              <a:ext uri="{FF2B5EF4-FFF2-40B4-BE49-F238E27FC236}">
                <a16:creationId xmlns:a16="http://schemas.microsoft.com/office/drawing/2014/main" id="{C0E5D0C2-28E7-47DE-B953-688F7FCEEB7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58563" y="271922"/>
            <a:ext cx="353316"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149775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82902222-4F58-49BC-81E1-0EAAB16218D3}"/>
              </a:ext>
            </a:extLst>
          </p:cNvPr>
          <p:cNvSpPr txBox="1"/>
          <p:nvPr/>
        </p:nvSpPr>
        <p:spPr>
          <a:xfrm>
            <a:off x="266945" y="913547"/>
            <a:ext cx="7800918" cy="338554"/>
          </a:xfrm>
          <a:prstGeom prst="rect">
            <a:avLst/>
          </a:prstGeom>
          <a:noFill/>
        </p:spPr>
        <p:txBody>
          <a:bodyPr wrap="square" rtlCol="0">
            <a:spAutoFit/>
          </a:bodyPr>
          <a:lstStyle/>
          <a:p>
            <a:pPr marL="285750" indent="-285750">
              <a:buFont typeface="Arial" panose="020B0604020202020204" pitchFamily="34" charset="0"/>
              <a:buChar char="•"/>
            </a:pPr>
            <a:r>
              <a:rPr lang="es-ES" sz="1600" b="1" dirty="0">
                <a:solidFill>
                  <a:srgbClr val="FF0000"/>
                </a:solidFill>
                <a:latin typeface="Arial" panose="020B0604020202020204" pitchFamily="34" charset="0"/>
                <a:cs typeface="Arial" panose="020B0604020202020204" pitchFamily="34" charset="0"/>
              </a:rPr>
              <a:t>Volumetrías Logs Darwin </a:t>
            </a:r>
            <a:endParaRPr lang="es-ES" sz="1600" dirty="0">
              <a:solidFill>
                <a:srgbClr val="FF0000"/>
              </a:solidFill>
              <a:latin typeface="Arial" panose="020B0604020202020204" pitchFamily="34" charset="0"/>
              <a:cs typeface="Arial" panose="020B0604020202020204" pitchFamily="34" charset="0"/>
            </a:endParaRPr>
          </a:p>
        </p:txBody>
      </p:sp>
      <p:graphicFrame>
        <p:nvGraphicFramePr>
          <p:cNvPr id="5" name="Tabla 4">
            <a:extLst>
              <a:ext uri="{FF2B5EF4-FFF2-40B4-BE49-F238E27FC236}">
                <a16:creationId xmlns:a16="http://schemas.microsoft.com/office/drawing/2014/main" id="{1FD21AC2-E4EC-4068-BB71-A9C6727B12BE}"/>
              </a:ext>
            </a:extLst>
          </p:cNvPr>
          <p:cNvGraphicFramePr>
            <a:graphicFrameLocks noGrp="1"/>
          </p:cNvGraphicFramePr>
          <p:nvPr>
            <p:extLst>
              <p:ext uri="{D42A27DB-BD31-4B8C-83A1-F6EECF244321}">
                <p14:modId xmlns:p14="http://schemas.microsoft.com/office/powerpoint/2010/main" val="617823244"/>
              </p:ext>
            </p:extLst>
          </p:nvPr>
        </p:nvGraphicFramePr>
        <p:xfrm>
          <a:off x="501857" y="1351155"/>
          <a:ext cx="10401910" cy="2077845"/>
        </p:xfrm>
        <a:graphic>
          <a:graphicData uri="http://schemas.openxmlformats.org/drawingml/2006/table">
            <a:tbl>
              <a:tblPr firstRow="1" firstCol="1" bandRow="1"/>
              <a:tblGrid>
                <a:gridCol w="1377743">
                  <a:extLst>
                    <a:ext uri="{9D8B030D-6E8A-4147-A177-3AD203B41FA5}">
                      <a16:colId xmlns:a16="http://schemas.microsoft.com/office/drawing/2014/main" val="1293429061"/>
                    </a:ext>
                  </a:extLst>
                </a:gridCol>
                <a:gridCol w="849900">
                  <a:extLst>
                    <a:ext uri="{9D8B030D-6E8A-4147-A177-3AD203B41FA5}">
                      <a16:colId xmlns:a16="http://schemas.microsoft.com/office/drawing/2014/main" val="2671420570"/>
                    </a:ext>
                  </a:extLst>
                </a:gridCol>
                <a:gridCol w="1753600">
                  <a:extLst>
                    <a:ext uri="{9D8B030D-6E8A-4147-A177-3AD203B41FA5}">
                      <a16:colId xmlns:a16="http://schemas.microsoft.com/office/drawing/2014/main" val="501847021"/>
                    </a:ext>
                  </a:extLst>
                </a:gridCol>
                <a:gridCol w="839177">
                  <a:extLst>
                    <a:ext uri="{9D8B030D-6E8A-4147-A177-3AD203B41FA5}">
                      <a16:colId xmlns:a16="http://schemas.microsoft.com/office/drawing/2014/main" val="4272542390"/>
                    </a:ext>
                  </a:extLst>
                </a:gridCol>
                <a:gridCol w="984738">
                  <a:extLst>
                    <a:ext uri="{9D8B030D-6E8A-4147-A177-3AD203B41FA5}">
                      <a16:colId xmlns:a16="http://schemas.microsoft.com/office/drawing/2014/main" val="3882368415"/>
                    </a:ext>
                  </a:extLst>
                </a:gridCol>
                <a:gridCol w="832339">
                  <a:extLst>
                    <a:ext uri="{9D8B030D-6E8A-4147-A177-3AD203B41FA5}">
                      <a16:colId xmlns:a16="http://schemas.microsoft.com/office/drawing/2014/main" val="4250373283"/>
                    </a:ext>
                  </a:extLst>
                </a:gridCol>
                <a:gridCol w="949569">
                  <a:extLst>
                    <a:ext uri="{9D8B030D-6E8A-4147-A177-3AD203B41FA5}">
                      <a16:colId xmlns:a16="http://schemas.microsoft.com/office/drawing/2014/main" val="1288714292"/>
                    </a:ext>
                  </a:extLst>
                </a:gridCol>
                <a:gridCol w="740284">
                  <a:extLst>
                    <a:ext uri="{9D8B030D-6E8A-4147-A177-3AD203B41FA5}">
                      <a16:colId xmlns:a16="http://schemas.microsoft.com/office/drawing/2014/main" val="4201379763"/>
                    </a:ext>
                  </a:extLst>
                </a:gridCol>
                <a:gridCol w="2074560">
                  <a:extLst>
                    <a:ext uri="{9D8B030D-6E8A-4147-A177-3AD203B41FA5}">
                      <a16:colId xmlns:a16="http://schemas.microsoft.com/office/drawing/2014/main" val="832599586"/>
                    </a:ext>
                  </a:extLst>
                </a:gridCol>
              </a:tblGrid>
              <a:tr h="207583">
                <a:tc gridSpan="9">
                  <a:txBody>
                    <a:bodyPr/>
                    <a:lstStyle/>
                    <a:p>
                      <a:pPr algn="ctr">
                        <a:spcAft>
                          <a:spcPts val="0"/>
                        </a:spcAft>
                      </a:pPr>
                      <a:r>
                        <a:rPr lang="es-ES" sz="1200" b="1">
                          <a:solidFill>
                            <a:srgbClr val="FFFFFF"/>
                          </a:solidFill>
                          <a:effectLst/>
                          <a:latin typeface="Calibri" panose="020F0502020204030204" pitchFamily="34" charset="0"/>
                          <a:ea typeface="Calibri" panose="020F0502020204030204" pitchFamily="34" charset="0"/>
                          <a:cs typeface="Calibri" panose="020F0502020204030204" pitchFamily="34" charset="0"/>
                        </a:rPr>
                        <a:t>Servicios SOAP / REST</a:t>
                      </a:r>
                      <a:endParaRPr lang="es-ES" sz="110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2002873222"/>
                  </a:ext>
                </a:extLst>
              </a:tr>
              <a:tr h="632635">
                <a:tc>
                  <a:txBody>
                    <a:bodyPr/>
                    <a:lstStyle/>
                    <a:p>
                      <a:pPr algn="ctr">
                        <a:spcAft>
                          <a:spcPts val="0"/>
                        </a:spcAft>
                      </a:pPr>
                      <a:r>
                        <a:rPr lang="es-ES" sz="12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Sistema </a:t>
                      </a:r>
                      <a:br>
                        <a:rPr lang="es-ES" sz="12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br>
                      <a:r>
                        <a:rPr lang="es-ES" sz="12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origen</a:t>
                      </a:r>
                      <a:endParaRPr lang="es-ES" sz="12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spcAft>
                          <a:spcPts val="0"/>
                        </a:spcAft>
                      </a:pPr>
                      <a:r>
                        <a:rPr lang="es-ES" sz="12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Sistema Destino</a:t>
                      </a:r>
                      <a:endParaRPr lang="es-ES" sz="12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spcAft>
                          <a:spcPts val="0"/>
                        </a:spcAft>
                      </a:pPr>
                      <a:r>
                        <a:rPr lang="es-ES" sz="12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Descripción</a:t>
                      </a:r>
                      <a:endParaRPr lang="es-ES" sz="12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spcAft>
                          <a:spcPts val="0"/>
                        </a:spcAft>
                      </a:pPr>
                      <a:r>
                        <a:rPr lang="es-ES" sz="12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Protocolo</a:t>
                      </a:r>
                      <a:endParaRPr lang="es-ES" sz="12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spcAft>
                          <a:spcPts val="0"/>
                        </a:spcAft>
                      </a:pPr>
                      <a:r>
                        <a:rPr lang="es-ES" sz="12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Media </a:t>
                      </a:r>
                      <a:r>
                        <a:rPr lang="es-ES" sz="1200" b="1" dirty="0" err="1">
                          <a:solidFill>
                            <a:srgbClr val="FFFFFF"/>
                          </a:solidFill>
                          <a:effectLst/>
                          <a:latin typeface="Calibri" panose="020F0502020204030204" pitchFamily="34" charset="0"/>
                          <a:ea typeface="Calibri" panose="020F0502020204030204" pitchFamily="34" charset="0"/>
                          <a:cs typeface="Calibri" panose="020F0502020204030204" pitchFamily="34" charset="0"/>
                        </a:rPr>
                        <a:t>Msg</a:t>
                      </a:r>
                      <a:r>
                        <a:rPr lang="es-ES" sz="12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/día</a:t>
                      </a:r>
                      <a:endParaRPr lang="es-ES" sz="12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spcAft>
                          <a:spcPts val="0"/>
                        </a:spcAft>
                      </a:pPr>
                      <a:r>
                        <a:rPr lang="es-ES" sz="12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Picos </a:t>
                      </a:r>
                      <a:br>
                        <a:rPr lang="es-ES" sz="12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br>
                      <a:r>
                        <a:rPr lang="es-ES" sz="1200" b="1" dirty="0" err="1">
                          <a:solidFill>
                            <a:srgbClr val="FFFFFF"/>
                          </a:solidFill>
                          <a:effectLst/>
                          <a:latin typeface="Calibri" panose="020F0502020204030204" pitchFamily="34" charset="0"/>
                          <a:ea typeface="Calibri" panose="020F0502020204030204" pitchFamily="34" charset="0"/>
                          <a:cs typeface="Calibri" panose="020F0502020204030204" pitchFamily="34" charset="0"/>
                        </a:rPr>
                        <a:t>Msg</a:t>
                      </a:r>
                      <a:r>
                        <a:rPr lang="es-ES" sz="12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/hora</a:t>
                      </a:r>
                      <a:endParaRPr lang="es-ES" sz="12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spcAft>
                          <a:spcPts val="0"/>
                        </a:spcAft>
                      </a:pPr>
                      <a:r>
                        <a:rPr lang="es-ES" sz="12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Tamaño </a:t>
                      </a:r>
                      <a:br>
                        <a:rPr lang="es-ES" sz="12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br>
                      <a:r>
                        <a:rPr lang="es-ES" sz="12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Medio </a:t>
                      </a:r>
                      <a:r>
                        <a:rPr lang="es-ES" sz="1200" b="1" dirty="0" err="1">
                          <a:solidFill>
                            <a:srgbClr val="FFFFFF"/>
                          </a:solidFill>
                          <a:effectLst/>
                          <a:latin typeface="Calibri" panose="020F0502020204030204" pitchFamily="34" charset="0"/>
                          <a:ea typeface="Calibri" panose="020F0502020204030204" pitchFamily="34" charset="0"/>
                          <a:cs typeface="Calibri" panose="020F0502020204030204" pitchFamily="34" charset="0"/>
                        </a:rPr>
                        <a:t>Msg</a:t>
                      </a:r>
                      <a:r>
                        <a:rPr lang="es-ES" sz="12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 (KB)</a:t>
                      </a:r>
                      <a:endParaRPr lang="es-ES" sz="12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spcAft>
                          <a:spcPts val="0"/>
                        </a:spcAft>
                      </a:pPr>
                      <a:r>
                        <a:rPr lang="es-ES" sz="12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Tamaño Máximo </a:t>
                      </a:r>
                      <a:r>
                        <a:rPr lang="es-ES" sz="1200" b="1" dirty="0" err="1">
                          <a:solidFill>
                            <a:srgbClr val="FFFFFF"/>
                          </a:solidFill>
                          <a:effectLst/>
                          <a:latin typeface="Calibri" panose="020F0502020204030204" pitchFamily="34" charset="0"/>
                          <a:ea typeface="Calibri" panose="020F0502020204030204" pitchFamily="34" charset="0"/>
                          <a:cs typeface="Calibri" panose="020F0502020204030204" pitchFamily="34" charset="0"/>
                        </a:rPr>
                        <a:t>Msg</a:t>
                      </a:r>
                      <a:br>
                        <a:rPr lang="es-ES" sz="12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br>
                      <a:r>
                        <a:rPr lang="es-ES" sz="12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(KB)</a:t>
                      </a:r>
                      <a:endParaRPr lang="es-ES" sz="12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spcAft>
                          <a:spcPts val="0"/>
                        </a:spcAft>
                      </a:pPr>
                      <a:r>
                        <a:rPr lang="es-ES" sz="12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Franja Horaria Pico</a:t>
                      </a:r>
                      <a:endParaRPr lang="es-ES" sz="12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766732884"/>
                  </a:ext>
                </a:extLst>
              </a:tr>
              <a:tr h="569371">
                <a:tc>
                  <a:txBody>
                    <a:bodyPr/>
                    <a:lstStyle/>
                    <a:p>
                      <a:pPr algn="ctr">
                        <a:spcAft>
                          <a:spcPts val="0"/>
                        </a:spcAft>
                      </a:pPr>
                      <a:r>
                        <a:rPr lang="es-ES" sz="12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Microservicios</a:t>
                      </a:r>
                      <a:endParaRPr lang="es-ES" sz="12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200" dirty="0">
                          <a:effectLst/>
                          <a:latin typeface="Calibri" panose="020F0502020204030204" pitchFamily="34" charset="0"/>
                          <a:ea typeface="Calibri" panose="020F0502020204030204" pitchFamily="34" charset="0"/>
                          <a:cs typeface="Calibri" panose="020F0502020204030204" pitchFamily="34" charset="0"/>
                        </a:rPr>
                        <a:t>ELK</a:t>
                      </a: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200" dirty="0">
                          <a:effectLst/>
                          <a:latin typeface="Calibri" panose="020F0502020204030204" pitchFamily="34" charset="0"/>
                          <a:ea typeface="Calibri" panose="020F0502020204030204" pitchFamily="34" charset="0"/>
                          <a:cs typeface="Calibri" panose="020F0502020204030204" pitchFamily="34" charset="0"/>
                        </a:rPr>
                        <a:t>Log Técnico ELK</a:t>
                      </a: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2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TCP/IP</a:t>
                      </a:r>
                      <a:endParaRPr lang="es-ES" sz="12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200" dirty="0">
                          <a:effectLst/>
                          <a:latin typeface="Calibri" panose="020F0502020204030204" pitchFamily="34" charset="0"/>
                          <a:ea typeface="Calibri" panose="020F0502020204030204" pitchFamily="34" charset="0"/>
                          <a:cs typeface="Calibri" panose="020F0502020204030204" pitchFamily="34" charset="0"/>
                        </a:rPr>
                        <a:t>90.000</a:t>
                      </a:r>
                    </a:p>
                  </a:txBody>
                  <a:tcPr marL="44450" marR="4445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28.823</a:t>
                      </a:r>
                    </a:p>
                  </a:txBody>
                  <a:tcPr marL="44450" marR="4445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5kb</a:t>
                      </a:r>
                    </a:p>
                  </a:txBody>
                  <a:tcPr marL="44450" marR="4445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10kb</a:t>
                      </a:r>
                    </a:p>
                  </a:txBody>
                  <a:tcPr marL="44450" marR="4445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9/18 horas</a:t>
                      </a:r>
                    </a:p>
                  </a:txBody>
                  <a:tcPr marL="44450" marR="4445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99097672"/>
                  </a:ext>
                </a:extLst>
              </a:tr>
              <a:tr h="569371">
                <a:tc>
                  <a:txBody>
                    <a:bodyPr/>
                    <a:lstStyle/>
                    <a:p>
                      <a:pPr algn="ctr">
                        <a:spcAft>
                          <a:spcPts val="0"/>
                        </a:spcAft>
                      </a:pPr>
                      <a:r>
                        <a:rPr lang="es-ES" sz="12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Microservicios</a:t>
                      </a:r>
                      <a:endParaRPr lang="es-ES" sz="12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200" dirty="0">
                          <a:effectLst/>
                          <a:latin typeface="Calibri" panose="020F0502020204030204" pitchFamily="34" charset="0"/>
                          <a:ea typeface="Calibri" panose="020F0502020204030204" pitchFamily="34" charset="0"/>
                          <a:cs typeface="Calibri" panose="020F0502020204030204" pitchFamily="34" charset="0"/>
                        </a:rPr>
                        <a:t>ELK</a:t>
                      </a: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200" dirty="0">
                          <a:effectLst/>
                          <a:latin typeface="Calibri" panose="020F0502020204030204" pitchFamily="34" charset="0"/>
                          <a:ea typeface="Calibri" panose="020F0502020204030204" pitchFamily="34" charset="0"/>
                          <a:cs typeface="Calibri" panose="020F0502020204030204" pitchFamily="34" charset="0"/>
                        </a:rPr>
                        <a:t>Log Funcional ELK</a:t>
                      </a: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2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TCP/IP</a:t>
                      </a:r>
                      <a:endParaRPr lang="es-ES" sz="12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200" dirty="0">
                          <a:effectLst/>
                          <a:latin typeface="Calibri" panose="020F0502020204030204" pitchFamily="34" charset="0"/>
                          <a:ea typeface="Calibri" panose="020F0502020204030204" pitchFamily="34" charset="0"/>
                        </a:rPr>
                        <a:t>90.000</a:t>
                      </a:r>
                    </a:p>
                  </a:txBody>
                  <a:tcPr marL="38100" marR="3810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200" dirty="0">
                          <a:effectLst/>
                          <a:latin typeface="Calibri" panose="020F0502020204030204" pitchFamily="34" charset="0"/>
                          <a:ea typeface="Calibri" panose="020F0502020204030204" pitchFamily="34" charset="0"/>
                        </a:rPr>
                        <a:t>28.823</a:t>
                      </a:r>
                    </a:p>
                  </a:txBody>
                  <a:tcPr marL="38100" marR="3810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5kb</a:t>
                      </a:r>
                    </a:p>
                  </a:txBody>
                  <a:tcPr marL="44450" marR="4445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10kb</a:t>
                      </a:r>
                    </a:p>
                  </a:txBody>
                  <a:tcPr marL="44450" marR="4445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9/18 horas</a:t>
                      </a:r>
                    </a:p>
                  </a:txBody>
                  <a:tcPr marL="44450" marR="4445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42052430"/>
                  </a:ext>
                </a:extLst>
              </a:tr>
            </a:tbl>
          </a:graphicData>
        </a:graphic>
      </p:graphicFrame>
      <p:sp>
        <p:nvSpPr>
          <p:cNvPr id="3" name="Rectángulo 2">
            <a:extLst>
              <a:ext uri="{FF2B5EF4-FFF2-40B4-BE49-F238E27FC236}">
                <a16:creationId xmlns:a16="http://schemas.microsoft.com/office/drawing/2014/main" id="{3B02DA6C-FD2C-4C51-B720-18127BAC0218}"/>
              </a:ext>
            </a:extLst>
          </p:cNvPr>
          <p:cNvSpPr/>
          <p:nvPr/>
        </p:nvSpPr>
        <p:spPr>
          <a:xfrm>
            <a:off x="501857" y="3528054"/>
            <a:ext cx="10747390" cy="2154436"/>
          </a:xfrm>
          <a:prstGeom prst="rect">
            <a:avLst/>
          </a:prstGeom>
        </p:spPr>
        <p:txBody>
          <a:bodyPr wrap="square">
            <a:spAutoFit/>
          </a:bodyPr>
          <a:lstStyle/>
          <a:p>
            <a:pPr>
              <a:buClr>
                <a:srgbClr val="FF0000"/>
              </a:buClr>
              <a:defRPr/>
            </a:pPr>
            <a:r>
              <a:rPr lang="es-ES" altLang="es-ES" sz="1400" dirty="0">
                <a:solidFill>
                  <a:srgbClr val="808080"/>
                </a:solidFill>
              </a:rPr>
              <a:t>Por lo tanto, el espacio necesario para los Logs ELK EDH es de:</a:t>
            </a:r>
          </a:p>
          <a:p>
            <a:pPr>
              <a:buClr>
                <a:srgbClr val="FF0000"/>
              </a:buClr>
              <a:defRPr/>
            </a:pPr>
            <a:endParaRPr lang="es-ES" altLang="es-ES" sz="800" dirty="0"/>
          </a:p>
          <a:p>
            <a:pPr marL="619106" lvl="1">
              <a:buClr>
                <a:srgbClr val="FF0000"/>
              </a:buClr>
              <a:buFont typeface="Arial" panose="020B0604020202020204" pitchFamily="34" charset="0"/>
              <a:buChar char="•"/>
              <a:defRPr/>
            </a:pPr>
            <a:r>
              <a:rPr lang="es-ES" altLang="es-ES" sz="1400" b="1" dirty="0">
                <a:solidFill>
                  <a:srgbClr val="808080"/>
                </a:solidFill>
              </a:rPr>
              <a:t>Log ELK 90.000</a:t>
            </a:r>
            <a:r>
              <a:rPr lang="es-ES" sz="1400" dirty="0">
                <a:solidFill>
                  <a:schemeClr val="bg1">
                    <a:lumMod val="50000"/>
                  </a:schemeClr>
                </a:solidFill>
              </a:rPr>
              <a:t> </a:t>
            </a:r>
            <a:r>
              <a:rPr lang="es-ES" sz="1400" dirty="0">
                <a:solidFill>
                  <a:srgbClr val="808080"/>
                </a:solidFill>
              </a:rPr>
              <a:t>mensajes/día * 5Kb = 0,55 Gb día. Con el housekeeping: 0,55 Gb * 10 días = 5,5</a:t>
            </a:r>
            <a:r>
              <a:rPr lang="es-ES" sz="1400" b="1" dirty="0">
                <a:solidFill>
                  <a:srgbClr val="808080"/>
                </a:solidFill>
              </a:rPr>
              <a:t> Gb</a:t>
            </a:r>
          </a:p>
          <a:p>
            <a:pPr marL="619106" lvl="1">
              <a:buClr>
                <a:srgbClr val="FF0000"/>
              </a:buClr>
              <a:buFont typeface="Arial" panose="020B0604020202020204" pitchFamily="34" charset="0"/>
              <a:buChar char="•"/>
              <a:defRPr/>
            </a:pPr>
            <a:r>
              <a:rPr lang="es-ES" sz="1400" b="1" dirty="0">
                <a:solidFill>
                  <a:srgbClr val="808080"/>
                </a:solidFill>
              </a:rPr>
              <a:t>Log Funcional ELK </a:t>
            </a:r>
            <a:r>
              <a:rPr lang="es-ES" sz="1400" b="1" dirty="0">
                <a:solidFill>
                  <a:srgbClr val="808080"/>
                </a:solidFill>
                <a:sym typeface="Wingdings" panose="05000000000000000000" pitchFamily="2" charset="2"/>
              </a:rPr>
              <a:t> 90.000</a:t>
            </a:r>
            <a:r>
              <a:rPr lang="es-ES" sz="1400" dirty="0">
                <a:solidFill>
                  <a:srgbClr val="808080"/>
                </a:solidFill>
              </a:rPr>
              <a:t> mensajes/día * 10Kb = 1,10 Gb día. Con el housekeeping: 0,10 Gb * 30 días =33,10 </a:t>
            </a:r>
            <a:r>
              <a:rPr lang="es-ES" sz="1400" b="1" dirty="0">
                <a:solidFill>
                  <a:srgbClr val="808080"/>
                </a:solidFill>
              </a:rPr>
              <a:t>Gb</a:t>
            </a:r>
          </a:p>
          <a:p>
            <a:pPr marL="619106" lvl="1" indent="-285750">
              <a:buClr>
                <a:srgbClr val="FF0000"/>
              </a:buClr>
              <a:buFont typeface="Arial" panose="020B0604020202020204" pitchFamily="34" charset="0"/>
              <a:buChar char="•"/>
              <a:defRPr/>
            </a:pPr>
            <a:endParaRPr lang="es-ES" sz="1400" dirty="0">
              <a:solidFill>
                <a:srgbClr val="808080"/>
              </a:solidFill>
            </a:endParaRPr>
          </a:p>
          <a:p>
            <a:pPr marL="333356" lvl="1">
              <a:buClr>
                <a:srgbClr val="FF0000"/>
              </a:buClr>
              <a:defRPr/>
            </a:pPr>
            <a:r>
              <a:rPr lang="es-ES" altLang="es-ES" sz="1400" dirty="0">
                <a:solidFill>
                  <a:srgbClr val="808080"/>
                </a:solidFill>
              </a:rPr>
              <a:t>Criterios de estimación:</a:t>
            </a:r>
          </a:p>
          <a:p>
            <a:pPr marL="619106" lvl="1" indent="-285750">
              <a:buClr>
                <a:srgbClr val="FF0000"/>
              </a:buClr>
              <a:buFont typeface="Arial" panose="020B0604020202020204" pitchFamily="34" charset="0"/>
              <a:buChar char="•"/>
              <a:defRPr/>
            </a:pPr>
            <a:r>
              <a:rPr lang="es-ES" altLang="es-ES" sz="1400" dirty="0">
                <a:solidFill>
                  <a:srgbClr val="808080"/>
                </a:solidFill>
              </a:rPr>
              <a:t>Tamaño medio de las trazas: 5Kb log técnico y 10 Kb log funcional</a:t>
            </a:r>
          </a:p>
          <a:p>
            <a:pPr marL="619106" lvl="1" indent="-285750">
              <a:buClr>
                <a:srgbClr val="FF0000"/>
              </a:buClr>
              <a:buFont typeface="Arial" panose="020B0604020202020204" pitchFamily="34" charset="0"/>
              <a:buChar char="•"/>
              <a:defRPr/>
            </a:pPr>
            <a:r>
              <a:rPr lang="es-ES" sz="1400" dirty="0">
                <a:solidFill>
                  <a:srgbClr val="808080"/>
                </a:solidFill>
              </a:rPr>
              <a:t>Para el </a:t>
            </a:r>
            <a:r>
              <a:rPr lang="es-ES" sz="1400" dirty="0" err="1">
                <a:solidFill>
                  <a:srgbClr val="808080"/>
                </a:solidFill>
              </a:rPr>
              <a:t>housekeeping</a:t>
            </a:r>
            <a:r>
              <a:rPr lang="es-ES" sz="1400" dirty="0">
                <a:solidFill>
                  <a:srgbClr val="808080"/>
                </a:solidFill>
              </a:rPr>
              <a:t> para rotar y/o borrar los logs de días anteriores se aplicará el estándar de Ligero establecido para todos los proyectos, que actualmente es de 10 días para el Log Técnico y 30 días para los Logs Funcional y de Actividad</a:t>
            </a:r>
            <a:endParaRPr lang="es-ES" altLang="es-ES" sz="1400" dirty="0">
              <a:solidFill>
                <a:srgbClr val="808080"/>
              </a:solidFill>
            </a:endParaRPr>
          </a:p>
          <a:p>
            <a:pPr marL="571500" lvl="1">
              <a:buClr>
                <a:srgbClr val="FF0000"/>
              </a:buClr>
              <a:buFont typeface="Arial" panose="020B0604020202020204" pitchFamily="34" charset="0"/>
              <a:buChar char="•"/>
              <a:defRPr/>
            </a:pPr>
            <a:endParaRPr lang="es-ES" altLang="es-ES" sz="1400" dirty="0">
              <a:solidFill>
                <a:srgbClr val="FF0000"/>
              </a:solidFill>
            </a:endParaRPr>
          </a:p>
        </p:txBody>
      </p:sp>
      <p:sp>
        <p:nvSpPr>
          <p:cNvPr id="8" name="Marcador de texto 1">
            <a:extLst>
              <a:ext uri="{FF2B5EF4-FFF2-40B4-BE49-F238E27FC236}">
                <a16:creationId xmlns:a16="http://schemas.microsoft.com/office/drawing/2014/main" id="{B997E766-A22C-4475-9854-8197E38A21CF}"/>
              </a:ext>
            </a:extLst>
          </p:cNvPr>
          <p:cNvSpPr txBox="1">
            <a:spLocks/>
          </p:cNvSpPr>
          <p:nvPr/>
        </p:nvSpPr>
        <p:spPr>
          <a:xfrm>
            <a:off x="632930" y="294942"/>
            <a:ext cx="10833365" cy="3411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Font typeface="Arial" panose="020B0604020202020204" pitchFamily="34" charset="0"/>
              <a:buNone/>
            </a:pPr>
            <a:r>
              <a:rPr lang="es-ES" sz="1800" b="1" dirty="0">
                <a:solidFill>
                  <a:srgbClr val="EB0000"/>
                </a:solidFill>
                <a:ea typeface="Segoe UI" panose="020B0502040204020203" pitchFamily="34" charset="0"/>
                <a:cs typeface="Segoe UI" panose="020B0502040204020203" pitchFamily="34" charset="0"/>
              </a:rPr>
              <a:t>Volumetrías </a:t>
            </a:r>
          </a:p>
          <a:p>
            <a:pPr marL="0" indent="0">
              <a:spcBef>
                <a:spcPts val="300"/>
              </a:spcBef>
              <a:buFont typeface="Arial" panose="020B0604020202020204" pitchFamily="34" charset="0"/>
              <a:buNone/>
            </a:pPr>
            <a:endParaRPr lang="es-ES" sz="1800" b="1" dirty="0">
              <a:solidFill>
                <a:srgbClr val="EB0000"/>
              </a:solidFill>
              <a:ea typeface="Segoe UI" panose="020B0502040204020203" pitchFamily="34" charset="0"/>
              <a:cs typeface="Segoe UI" panose="020B0502040204020203" pitchFamily="34" charset="0"/>
            </a:endParaRPr>
          </a:p>
          <a:p>
            <a:pPr marL="0" indent="0">
              <a:spcBef>
                <a:spcPts val="300"/>
              </a:spcBef>
              <a:buFont typeface="Arial" panose="020B0604020202020204" pitchFamily="34" charset="0"/>
              <a:buNone/>
            </a:pPr>
            <a:r>
              <a:rPr lang="es-ES" sz="1800" b="1" dirty="0">
                <a:solidFill>
                  <a:srgbClr val="EB0000"/>
                </a:solidFill>
                <a:ea typeface="Segoe UI" panose="020B0502040204020203" pitchFamily="34" charset="0"/>
                <a:cs typeface="Segoe UI" panose="020B0502040204020203" pitchFamily="34" charset="0"/>
              </a:rPr>
              <a:t> </a:t>
            </a:r>
          </a:p>
        </p:txBody>
      </p:sp>
    </p:spTree>
    <p:extLst>
      <p:ext uri="{BB962C8B-B14F-4D97-AF65-F5344CB8AC3E}">
        <p14:creationId xmlns:p14="http://schemas.microsoft.com/office/powerpoint/2010/main" val="38987654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2 Marcador de pie de página"/>
          <p:cNvSpPr txBox="1">
            <a:spLocks/>
          </p:cNvSpPr>
          <p:nvPr/>
        </p:nvSpPr>
        <p:spPr>
          <a:xfrm>
            <a:off x="1" y="42181"/>
            <a:ext cx="5549669" cy="442035"/>
          </a:xfrm>
          <a:prstGeom prst="rect">
            <a:avLst/>
          </a:prstGeom>
        </p:spPr>
        <p:txBody>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2400" dirty="0">
                <a:solidFill>
                  <a:srgbClr val="FF0000"/>
                </a:solidFill>
                <a:latin typeface="Gadugi" panose="020B0502040204020203" pitchFamily="34" charset="0"/>
              </a:rPr>
              <a:t>Volumetrías</a:t>
            </a:r>
          </a:p>
        </p:txBody>
      </p:sp>
      <p:sp>
        <p:nvSpPr>
          <p:cNvPr id="10" name="2 Marcador de contenido">
            <a:extLst>
              <a:ext uri="{FF2B5EF4-FFF2-40B4-BE49-F238E27FC236}">
                <a16:creationId xmlns:a16="http://schemas.microsoft.com/office/drawing/2014/main" id="{2A10DB17-4FD3-452C-9BFE-B5A5B7285BAE}"/>
              </a:ext>
            </a:extLst>
          </p:cNvPr>
          <p:cNvSpPr txBox="1">
            <a:spLocks/>
          </p:cNvSpPr>
          <p:nvPr/>
        </p:nvSpPr>
        <p:spPr bwMode="auto">
          <a:xfrm>
            <a:off x="718458" y="2853654"/>
            <a:ext cx="10374489" cy="350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749" tIns="48875" rIns="97749" bIns="48875"/>
          <a:lstStyle>
            <a:lvl1pPr marL="457200" indent="-457200" defTabSz="977900" eaLnBrk="0" hangingPunct="0">
              <a:defRPr sz="2400">
                <a:solidFill>
                  <a:schemeClr val="tx1"/>
                </a:solidFill>
                <a:latin typeface="Arial" charset="0"/>
                <a:cs typeface="Arial" charset="0"/>
              </a:defRPr>
            </a:lvl1pPr>
            <a:lvl2pPr marL="742950" indent="-285750" defTabSz="977900" eaLnBrk="0" hangingPunct="0">
              <a:defRPr sz="2400">
                <a:solidFill>
                  <a:schemeClr val="tx1"/>
                </a:solidFill>
                <a:latin typeface="Arial" charset="0"/>
                <a:cs typeface="Arial" charset="0"/>
              </a:defRPr>
            </a:lvl2pPr>
            <a:lvl3pPr marL="1143000" indent="-228600" defTabSz="977900" eaLnBrk="0" hangingPunct="0">
              <a:defRPr sz="2400">
                <a:solidFill>
                  <a:schemeClr val="tx1"/>
                </a:solidFill>
                <a:latin typeface="Arial" charset="0"/>
                <a:cs typeface="Arial" charset="0"/>
              </a:defRPr>
            </a:lvl3pPr>
            <a:lvl4pPr marL="1600200" indent="-228600" defTabSz="977900" eaLnBrk="0" hangingPunct="0">
              <a:defRPr sz="2400">
                <a:solidFill>
                  <a:schemeClr val="tx1"/>
                </a:solidFill>
                <a:latin typeface="Arial" charset="0"/>
                <a:cs typeface="Arial" charset="0"/>
              </a:defRPr>
            </a:lvl4pPr>
            <a:lvl5pPr marL="2057400" indent="-228600" defTabSz="977900" eaLnBrk="0" hangingPunct="0">
              <a:defRPr sz="2400">
                <a:solidFill>
                  <a:schemeClr val="tx1"/>
                </a:solidFill>
                <a:latin typeface="Arial" charset="0"/>
                <a:cs typeface="Arial" charset="0"/>
              </a:defRPr>
            </a:lvl5pPr>
            <a:lvl6pPr marL="2514600" indent="-228600" defTabSz="977900" eaLnBrk="0" fontAlgn="base" hangingPunct="0">
              <a:spcBef>
                <a:spcPct val="0"/>
              </a:spcBef>
              <a:spcAft>
                <a:spcPct val="0"/>
              </a:spcAft>
              <a:defRPr sz="2400">
                <a:solidFill>
                  <a:schemeClr val="tx1"/>
                </a:solidFill>
                <a:latin typeface="Arial" charset="0"/>
                <a:cs typeface="Arial" charset="0"/>
              </a:defRPr>
            </a:lvl6pPr>
            <a:lvl7pPr marL="2971800" indent="-228600" defTabSz="977900" eaLnBrk="0" fontAlgn="base" hangingPunct="0">
              <a:spcBef>
                <a:spcPct val="0"/>
              </a:spcBef>
              <a:spcAft>
                <a:spcPct val="0"/>
              </a:spcAft>
              <a:defRPr sz="2400">
                <a:solidFill>
                  <a:schemeClr val="tx1"/>
                </a:solidFill>
                <a:latin typeface="Arial" charset="0"/>
                <a:cs typeface="Arial" charset="0"/>
              </a:defRPr>
            </a:lvl7pPr>
            <a:lvl8pPr marL="3429000" indent="-228600" defTabSz="977900" eaLnBrk="0" fontAlgn="base" hangingPunct="0">
              <a:spcBef>
                <a:spcPct val="0"/>
              </a:spcBef>
              <a:spcAft>
                <a:spcPct val="0"/>
              </a:spcAft>
              <a:defRPr sz="2400">
                <a:solidFill>
                  <a:schemeClr val="tx1"/>
                </a:solidFill>
                <a:latin typeface="Arial" charset="0"/>
                <a:cs typeface="Arial" charset="0"/>
              </a:defRPr>
            </a:lvl8pPr>
            <a:lvl9pPr marL="3886200" indent="-228600" defTabSz="977900" eaLnBrk="0" fontAlgn="base" hangingPunct="0">
              <a:spcBef>
                <a:spcPct val="0"/>
              </a:spcBef>
              <a:spcAft>
                <a:spcPct val="0"/>
              </a:spcAft>
              <a:defRPr sz="2400">
                <a:solidFill>
                  <a:schemeClr val="tx1"/>
                </a:solidFill>
                <a:latin typeface="Arial" charset="0"/>
                <a:cs typeface="Arial" charset="0"/>
              </a:defRPr>
            </a:lvl9pPr>
          </a:lstStyle>
          <a:p>
            <a:pPr marL="0" indent="0">
              <a:buClr>
                <a:srgbClr val="FF0000"/>
              </a:buClr>
              <a:defRPr/>
            </a:pPr>
            <a:endParaRPr lang="es-ES" altLang="es-ES" sz="1600" dirty="0">
              <a:solidFill>
                <a:srgbClr val="808080"/>
              </a:solidFill>
            </a:endParaRPr>
          </a:p>
        </p:txBody>
      </p:sp>
      <p:sp>
        <p:nvSpPr>
          <p:cNvPr id="6" name="2 Marcador de contenido">
            <a:extLst>
              <a:ext uri="{FF2B5EF4-FFF2-40B4-BE49-F238E27FC236}">
                <a16:creationId xmlns:a16="http://schemas.microsoft.com/office/drawing/2014/main" id="{895615D2-5416-4DD1-823E-54FC094D419A}"/>
              </a:ext>
            </a:extLst>
          </p:cNvPr>
          <p:cNvSpPr txBox="1">
            <a:spLocks/>
          </p:cNvSpPr>
          <p:nvPr/>
        </p:nvSpPr>
        <p:spPr bwMode="auto">
          <a:xfrm>
            <a:off x="583497" y="750910"/>
            <a:ext cx="9144829" cy="485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749" tIns="48875" rIns="97749" bIns="48875"/>
          <a:lstStyle>
            <a:lvl1pPr marL="457200" indent="-457200" defTabSz="977900" eaLnBrk="0" hangingPunct="0">
              <a:defRPr sz="2400">
                <a:solidFill>
                  <a:schemeClr val="tx1"/>
                </a:solidFill>
                <a:latin typeface="Arial" charset="0"/>
                <a:cs typeface="Arial" charset="0"/>
              </a:defRPr>
            </a:lvl1pPr>
            <a:lvl2pPr marL="742950" indent="-285750" defTabSz="977900" eaLnBrk="0" hangingPunct="0">
              <a:defRPr sz="2400">
                <a:solidFill>
                  <a:schemeClr val="tx1"/>
                </a:solidFill>
                <a:latin typeface="Arial" charset="0"/>
                <a:cs typeface="Arial" charset="0"/>
              </a:defRPr>
            </a:lvl2pPr>
            <a:lvl3pPr marL="1143000" indent="-228600" defTabSz="977900" eaLnBrk="0" hangingPunct="0">
              <a:defRPr sz="2400">
                <a:solidFill>
                  <a:schemeClr val="tx1"/>
                </a:solidFill>
                <a:latin typeface="Arial" charset="0"/>
                <a:cs typeface="Arial" charset="0"/>
              </a:defRPr>
            </a:lvl3pPr>
            <a:lvl4pPr marL="1600200" indent="-228600" defTabSz="977900" eaLnBrk="0" hangingPunct="0">
              <a:defRPr sz="2400">
                <a:solidFill>
                  <a:schemeClr val="tx1"/>
                </a:solidFill>
                <a:latin typeface="Arial" charset="0"/>
                <a:cs typeface="Arial" charset="0"/>
              </a:defRPr>
            </a:lvl4pPr>
            <a:lvl5pPr marL="2057400" indent="-228600" defTabSz="977900" eaLnBrk="0" hangingPunct="0">
              <a:defRPr sz="2400">
                <a:solidFill>
                  <a:schemeClr val="tx1"/>
                </a:solidFill>
                <a:latin typeface="Arial" charset="0"/>
                <a:cs typeface="Arial" charset="0"/>
              </a:defRPr>
            </a:lvl5pPr>
            <a:lvl6pPr marL="2514600" indent="-228600" defTabSz="977900" eaLnBrk="0" fontAlgn="base" hangingPunct="0">
              <a:spcBef>
                <a:spcPct val="0"/>
              </a:spcBef>
              <a:spcAft>
                <a:spcPct val="0"/>
              </a:spcAft>
              <a:defRPr sz="2400">
                <a:solidFill>
                  <a:schemeClr val="tx1"/>
                </a:solidFill>
                <a:latin typeface="Arial" charset="0"/>
                <a:cs typeface="Arial" charset="0"/>
              </a:defRPr>
            </a:lvl6pPr>
            <a:lvl7pPr marL="2971800" indent="-228600" defTabSz="977900" eaLnBrk="0" fontAlgn="base" hangingPunct="0">
              <a:spcBef>
                <a:spcPct val="0"/>
              </a:spcBef>
              <a:spcAft>
                <a:spcPct val="0"/>
              </a:spcAft>
              <a:defRPr sz="2400">
                <a:solidFill>
                  <a:schemeClr val="tx1"/>
                </a:solidFill>
                <a:latin typeface="Arial" charset="0"/>
                <a:cs typeface="Arial" charset="0"/>
              </a:defRPr>
            </a:lvl7pPr>
            <a:lvl8pPr marL="3429000" indent="-228600" defTabSz="977900" eaLnBrk="0" fontAlgn="base" hangingPunct="0">
              <a:spcBef>
                <a:spcPct val="0"/>
              </a:spcBef>
              <a:spcAft>
                <a:spcPct val="0"/>
              </a:spcAft>
              <a:defRPr sz="2400">
                <a:solidFill>
                  <a:schemeClr val="tx1"/>
                </a:solidFill>
                <a:latin typeface="Arial" charset="0"/>
                <a:cs typeface="Arial" charset="0"/>
              </a:defRPr>
            </a:lvl8pPr>
            <a:lvl9pPr marL="3886200" indent="-228600" defTabSz="977900" eaLnBrk="0" fontAlgn="base" hangingPunct="0">
              <a:spcBef>
                <a:spcPct val="0"/>
              </a:spcBef>
              <a:spcAft>
                <a:spcPct val="0"/>
              </a:spcAft>
              <a:defRPr sz="2400">
                <a:solidFill>
                  <a:schemeClr val="tx1"/>
                </a:solidFill>
                <a:latin typeface="Arial" charset="0"/>
                <a:cs typeface="Arial" charset="0"/>
              </a:defRPr>
            </a:lvl9pPr>
          </a:lstStyle>
          <a:p>
            <a:pPr marL="0" indent="0">
              <a:buClr>
                <a:srgbClr val="FF0000"/>
              </a:buClr>
              <a:defRPr/>
            </a:pPr>
            <a:r>
              <a:rPr lang="es-ES" sz="2200" dirty="0">
                <a:solidFill>
                  <a:srgbClr val="FF0000"/>
                </a:solidFill>
              </a:rPr>
              <a:t>Volumetrías: Envío de OTP</a:t>
            </a:r>
          </a:p>
        </p:txBody>
      </p:sp>
      <p:graphicFrame>
        <p:nvGraphicFramePr>
          <p:cNvPr id="2" name="Tabla 1">
            <a:extLst>
              <a:ext uri="{FF2B5EF4-FFF2-40B4-BE49-F238E27FC236}">
                <a16:creationId xmlns:a16="http://schemas.microsoft.com/office/drawing/2014/main" id="{18FFBBBB-3DF4-4133-BCED-4FB7354B4E9D}"/>
              </a:ext>
            </a:extLst>
          </p:cNvPr>
          <p:cNvGraphicFramePr>
            <a:graphicFrameLocks noGrp="1"/>
          </p:cNvGraphicFramePr>
          <p:nvPr>
            <p:extLst>
              <p:ext uri="{D42A27DB-BD31-4B8C-83A1-F6EECF244321}">
                <p14:modId xmlns:p14="http://schemas.microsoft.com/office/powerpoint/2010/main" val="3007812045"/>
              </p:ext>
            </p:extLst>
          </p:nvPr>
        </p:nvGraphicFramePr>
        <p:xfrm>
          <a:off x="718457" y="1468528"/>
          <a:ext cx="11032984" cy="1258984"/>
        </p:xfrm>
        <a:graphic>
          <a:graphicData uri="http://schemas.openxmlformats.org/drawingml/2006/table">
            <a:tbl>
              <a:tblPr>
                <a:tableStyleId>{5C22544A-7EE6-4342-B048-85BDC9FD1C3A}</a:tableStyleId>
              </a:tblPr>
              <a:tblGrid>
                <a:gridCol w="2298853">
                  <a:extLst>
                    <a:ext uri="{9D8B030D-6E8A-4147-A177-3AD203B41FA5}">
                      <a16:colId xmlns:a16="http://schemas.microsoft.com/office/drawing/2014/main" val="935215498"/>
                    </a:ext>
                  </a:extLst>
                </a:gridCol>
                <a:gridCol w="1610710">
                  <a:extLst>
                    <a:ext uri="{9D8B030D-6E8A-4147-A177-3AD203B41FA5}">
                      <a16:colId xmlns:a16="http://schemas.microsoft.com/office/drawing/2014/main" val="2245844460"/>
                    </a:ext>
                  </a:extLst>
                </a:gridCol>
                <a:gridCol w="1610710">
                  <a:extLst>
                    <a:ext uri="{9D8B030D-6E8A-4147-A177-3AD203B41FA5}">
                      <a16:colId xmlns:a16="http://schemas.microsoft.com/office/drawing/2014/main" val="2367406207"/>
                    </a:ext>
                  </a:extLst>
                </a:gridCol>
                <a:gridCol w="1610710">
                  <a:extLst>
                    <a:ext uri="{9D8B030D-6E8A-4147-A177-3AD203B41FA5}">
                      <a16:colId xmlns:a16="http://schemas.microsoft.com/office/drawing/2014/main" val="3485074364"/>
                    </a:ext>
                  </a:extLst>
                </a:gridCol>
                <a:gridCol w="1845131">
                  <a:extLst>
                    <a:ext uri="{9D8B030D-6E8A-4147-A177-3AD203B41FA5}">
                      <a16:colId xmlns:a16="http://schemas.microsoft.com/office/drawing/2014/main" val="3729068414"/>
                    </a:ext>
                  </a:extLst>
                </a:gridCol>
                <a:gridCol w="2056870">
                  <a:extLst>
                    <a:ext uri="{9D8B030D-6E8A-4147-A177-3AD203B41FA5}">
                      <a16:colId xmlns:a16="http://schemas.microsoft.com/office/drawing/2014/main" val="1617344824"/>
                    </a:ext>
                  </a:extLst>
                </a:gridCol>
              </a:tblGrid>
              <a:tr h="154745">
                <a:tc gridSpan="6">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E-mail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129757365"/>
                  </a:ext>
                </a:extLst>
              </a:tr>
              <a:tr h="457200">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a:ln>
                            <a:noFill/>
                          </a:ln>
                          <a:solidFill>
                            <a:schemeClr val="bg1"/>
                          </a:solidFill>
                          <a:effectLst/>
                          <a:latin typeface="Arial" charset="0"/>
                          <a:ea typeface="+mn-ea"/>
                          <a:cs typeface="+mn-cs"/>
                        </a:rPr>
                        <a:t>Descripción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Número de OTP / </a:t>
                      </a:r>
                      <a:r>
                        <a:rPr kumimoji="0" lang="es-ES" sz="1000" b="1" i="0" u="none" strike="noStrike" kern="1200" cap="none" normalizeH="0" baseline="0" dirty="0" err="1">
                          <a:ln>
                            <a:noFill/>
                          </a:ln>
                          <a:solidFill>
                            <a:schemeClr val="bg1"/>
                          </a:solidFill>
                          <a:effectLst/>
                          <a:latin typeface="Arial" charset="0"/>
                          <a:ea typeface="+mn-ea"/>
                          <a:cs typeface="+mn-cs"/>
                        </a:rPr>
                        <a:t>Periodio</a:t>
                      </a:r>
                      <a:endParaRPr kumimoji="0" lang="es-ES" sz="1000" b="1" i="0" u="none" strike="noStrike" kern="1200" cap="none" normalizeH="0" baseline="0" dirty="0">
                        <a:ln>
                          <a:noFill/>
                        </a:ln>
                        <a:solidFill>
                          <a:schemeClr val="bg1"/>
                        </a:solidFill>
                        <a:effectLst/>
                        <a:latin typeface="Arial"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a:ln>
                            <a:noFill/>
                          </a:ln>
                          <a:solidFill>
                            <a:schemeClr val="bg1"/>
                          </a:solidFill>
                          <a:effectLst/>
                          <a:latin typeface="Arial" charset="0"/>
                          <a:ea typeface="+mn-ea"/>
                          <a:cs typeface="+mn-cs"/>
                        </a:rPr>
                        <a:t>Periodo</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Tamaño medio OTP</a:t>
                      </a:r>
                      <a:br>
                        <a:rPr kumimoji="0" lang="es-ES" sz="1000" b="1" i="0" u="none" strike="noStrike" kern="1200" cap="none" normalizeH="0" baseline="0" dirty="0">
                          <a:ln>
                            <a:noFill/>
                          </a:ln>
                          <a:solidFill>
                            <a:schemeClr val="bg1"/>
                          </a:solidFill>
                          <a:effectLst/>
                          <a:latin typeface="Arial" charset="0"/>
                          <a:ea typeface="+mn-ea"/>
                          <a:cs typeface="+mn-cs"/>
                        </a:rPr>
                      </a:br>
                      <a:r>
                        <a:rPr kumimoji="0" lang="es-ES" sz="1000" b="1" i="0" u="none" strike="noStrike" kern="1200" cap="none" normalizeH="0" baseline="0" dirty="0">
                          <a:ln>
                            <a:noFill/>
                          </a:ln>
                          <a:solidFill>
                            <a:schemeClr val="bg1"/>
                          </a:solidFill>
                          <a:effectLst/>
                          <a:latin typeface="Arial" charset="0"/>
                          <a:ea typeface="+mn-ea"/>
                          <a:cs typeface="+mn-cs"/>
                        </a:rPr>
                        <a:t>(KB)</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Tamaño máximo OTP</a:t>
                      </a:r>
                      <a:br>
                        <a:rPr kumimoji="0" lang="es-ES" sz="1000" b="1" i="0" u="none" strike="noStrike" kern="1200" cap="none" normalizeH="0" baseline="0" dirty="0">
                          <a:ln>
                            <a:noFill/>
                          </a:ln>
                          <a:solidFill>
                            <a:schemeClr val="bg1"/>
                          </a:solidFill>
                          <a:effectLst/>
                          <a:latin typeface="Arial" charset="0"/>
                          <a:ea typeface="+mn-ea"/>
                          <a:cs typeface="+mn-cs"/>
                        </a:rPr>
                      </a:br>
                      <a:r>
                        <a:rPr kumimoji="0" lang="es-ES" sz="1000" b="1" i="0" u="none" strike="noStrike" kern="1200" cap="none" normalizeH="0" baseline="0" dirty="0">
                          <a:ln>
                            <a:noFill/>
                          </a:ln>
                          <a:solidFill>
                            <a:schemeClr val="bg1"/>
                          </a:solidFill>
                          <a:effectLst/>
                          <a:latin typeface="Arial" charset="0"/>
                          <a:ea typeface="+mn-ea"/>
                          <a:cs typeface="+mn-cs"/>
                        </a:rPr>
                        <a:t>(KB)</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Observaciones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3822753005"/>
                  </a:ext>
                </a:extLst>
              </a:tr>
              <a:tr h="647039">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s-ES" sz="1100" b="1" kern="1200" dirty="0">
                          <a:solidFill>
                            <a:schemeClr val="tx1">
                              <a:lumMod val="50000"/>
                              <a:lumOff val="50000"/>
                            </a:schemeClr>
                          </a:solidFill>
                          <a:latin typeface="Arial" charset="0"/>
                          <a:ea typeface="+mn-ea"/>
                          <a:cs typeface="Arial" charset="0"/>
                        </a:rPr>
                        <a:t>Envío de documentación asociada al contrato</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s-ES" sz="1400" b="1" kern="1200" dirty="0">
                          <a:solidFill>
                            <a:schemeClr val="tx1">
                              <a:lumMod val="50000"/>
                              <a:lumOff val="50000"/>
                            </a:schemeClr>
                          </a:solidFill>
                          <a:latin typeface="Arial" charset="0"/>
                          <a:ea typeface="+mn-ea"/>
                          <a:cs typeface="Arial" charset="0"/>
                        </a:rPr>
                        <a:t>   1000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s-ES" sz="1400" b="1" kern="1200" dirty="0">
                          <a:solidFill>
                            <a:schemeClr val="tx1">
                              <a:lumMod val="50000"/>
                              <a:lumOff val="50000"/>
                            </a:schemeClr>
                          </a:solidFill>
                          <a:latin typeface="Arial" charset="0"/>
                          <a:ea typeface="+mn-ea"/>
                          <a:cs typeface="Arial" charset="0"/>
                        </a:rPr>
                        <a:t>Dia</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s-ES" sz="1400" b="1" kern="1200" dirty="0">
                          <a:solidFill>
                            <a:schemeClr val="tx1">
                              <a:lumMod val="50000"/>
                              <a:lumOff val="50000"/>
                            </a:schemeClr>
                          </a:solidFill>
                          <a:latin typeface="Arial" charset="0"/>
                          <a:ea typeface="+mn-ea"/>
                          <a:cs typeface="Arial" charset="0"/>
                        </a:rPr>
                        <a:t>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s-ES" sz="1400" b="1" kern="1200" dirty="0">
                          <a:solidFill>
                            <a:schemeClr val="tx1">
                              <a:lumMod val="50000"/>
                              <a:lumOff val="50000"/>
                            </a:schemeClr>
                          </a:solidFill>
                          <a:latin typeface="Arial" charset="0"/>
                          <a:ea typeface="+mn-ea"/>
                          <a:cs typeface="Arial" charset="0"/>
                        </a:rPr>
                        <a:t>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s-ES" sz="1100" b="1" i="0" u="none" strike="noStrike" kern="1200" cap="none" spc="0" baseline="0" dirty="0">
                          <a:solidFill>
                            <a:schemeClr val="tx1">
                              <a:lumMod val="50000"/>
                              <a:lumOff val="50000"/>
                            </a:schemeClr>
                          </a:solidFill>
                          <a:uFillTx/>
                          <a:latin typeface="Arial" charset="0"/>
                          <a:ea typeface="+mn-ea"/>
                          <a:cs typeface="Arial" charset="0"/>
                          <a:sym typeface="Arial"/>
                        </a:rPr>
                        <a:t>Se envía 1 </a:t>
                      </a:r>
                      <a:r>
                        <a:rPr lang="es-ES" sz="1100" b="1" i="0" u="none" strike="noStrike" kern="1200" cap="none" spc="0" baseline="0" dirty="0" err="1">
                          <a:solidFill>
                            <a:schemeClr val="tx1">
                              <a:lumMod val="50000"/>
                              <a:lumOff val="50000"/>
                            </a:schemeClr>
                          </a:solidFill>
                          <a:uFillTx/>
                          <a:latin typeface="Arial" charset="0"/>
                          <a:ea typeface="+mn-ea"/>
                          <a:cs typeface="Arial" charset="0"/>
                          <a:sym typeface="Arial"/>
                        </a:rPr>
                        <a:t>otp</a:t>
                      </a:r>
                      <a:r>
                        <a:rPr lang="es-ES" sz="1100" b="1" i="0" u="none" strike="noStrike" kern="1200" cap="none" spc="0" baseline="0" dirty="0">
                          <a:solidFill>
                            <a:schemeClr val="tx1">
                              <a:lumMod val="50000"/>
                              <a:lumOff val="50000"/>
                            </a:schemeClr>
                          </a:solidFill>
                          <a:uFillTx/>
                          <a:latin typeface="Arial" charset="0"/>
                          <a:ea typeface="+mn-ea"/>
                          <a:cs typeface="Arial" charset="0"/>
                          <a:sym typeface="Arial"/>
                        </a:rPr>
                        <a:t> por  mensaje tratado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259636"/>
                  </a:ext>
                </a:extLst>
              </a:tr>
            </a:tbl>
          </a:graphicData>
        </a:graphic>
      </p:graphicFrame>
      <p:sp>
        <p:nvSpPr>
          <p:cNvPr id="11" name="2 Marcador de contenido">
            <a:extLst>
              <a:ext uri="{FF2B5EF4-FFF2-40B4-BE49-F238E27FC236}">
                <a16:creationId xmlns:a16="http://schemas.microsoft.com/office/drawing/2014/main" id="{04DA0070-304F-4C61-A48C-F5B98AC197BE}"/>
              </a:ext>
            </a:extLst>
          </p:cNvPr>
          <p:cNvSpPr txBox="1">
            <a:spLocks/>
          </p:cNvSpPr>
          <p:nvPr/>
        </p:nvSpPr>
        <p:spPr bwMode="auto">
          <a:xfrm>
            <a:off x="449035" y="3340498"/>
            <a:ext cx="9144829" cy="485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749" tIns="48875" rIns="97749" bIns="48875"/>
          <a:lstStyle>
            <a:lvl1pPr marL="457200" indent="-457200" defTabSz="977900" eaLnBrk="0" hangingPunct="0">
              <a:defRPr sz="2400">
                <a:solidFill>
                  <a:schemeClr val="tx1"/>
                </a:solidFill>
                <a:latin typeface="Arial" charset="0"/>
                <a:cs typeface="Arial" charset="0"/>
              </a:defRPr>
            </a:lvl1pPr>
            <a:lvl2pPr marL="742950" indent="-285750" defTabSz="977900" eaLnBrk="0" hangingPunct="0">
              <a:defRPr sz="2400">
                <a:solidFill>
                  <a:schemeClr val="tx1"/>
                </a:solidFill>
                <a:latin typeface="Arial" charset="0"/>
                <a:cs typeface="Arial" charset="0"/>
              </a:defRPr>
            </a:lvl2pPr>
            <a:lvl3pPr marL="1143000" indent="-228600" defTabSz="977900" eaLnBrk="0" hangingPunct="0">
              <a:defRPr sz="2400">
                <a:solidFill>
                  <a:schemeClr val="tx1"/>
                </a:solidFill>
                <a:latin typeface="Arial" charset="0"/>
                <a:cs typeface="Arial" charset="0"/>
              </a:defRPr>
            </a:lvl3pPr>
            <a:lvl4pPr marL="1600200" indent="-228600" defTabSz="977900" eaLnBrk="0" hangingPunct="0">
              <a:defRPr sz="2400">
                <a:solidFill>
                  <a:schemeClr val="tx1"/>
                </a:solidFill>
                <a:latin typeface="Arial" charset="0"/>
                <a:cs typeface="Arial" charset="0"/>
              </a:defRPr>
            </a:lvl4pPr>
            <a:lvl5pPr marL="2057400" indent="-228600" defTabSz="977900" eaLnBrk="0" hangingPunct="0">
              <a:defRPr sz="2400">
                <a:solidFill>
                  <a:schemeClr val="tx1"/>
                </a:solidFill>
                <a:latin typeface="Arial" charset="0"/>
                <a:cs typeface="Arial" charset="0"/>
              </a:defRPr>
            </a:lvl5pPr>
            <a:lvl6pPr marL="2514600" indent="-228600" defTabSz="977900" eaLnBrk="0" fontAlgn="base" hangingPunct="0">
              <a:spcBef>
                <a:spcPct val="0"/>
              </a:spcBef>
              <a:spcAft>
                <a:spcPct val="0"/>
              </a:spcAft>
              <a:defRPr sz="2400">
                <a:solidFill>
                  <a:schemeClr val="tx1"/>
                </a:solidFill>
                <a:latin typeface="Arial" charset="0"/>
                <a:cs typeface="Arial" charset="0"/>
              </a:defRPr>
            </a:lvl6pPr>
            <a:lvl7pPr marL="2971800" indent="-228600" defTabSz="977900" eaLnBrk="0" fontAlgn="base" hangingPunct="0">
              <a:spcBef>
                <a:spcPct val="0"/>
              </a:spcBef>
              <a:spcAft>
                <a:spcPct val="0"/>
              </a:spcAft>
              <a:defRPr sz="2400">
                <a:solidFill>
                  <a:schemeClr val="tx1"/>
                </a:solidFill>
                <a:latin typeface="Arial" charset="0"/>
                <a:cs typeface="Arial" charset="0"/>
              </a:defRPr>
            </a:lvl7pPr>
            <a:lvl8pPr marL="3429000" indent="-228600" defTabSz="977900" eaLnBrk="0" fontAlgn="base" hangingPunct="0">
              <a:spcBef>
                <a:spcPct val="0"/>
              </a:spcBef>
              <a:spcAft>
                <a:spcPct val="0"/>
              </a:spcAft>
              <a:defRPr sz="2400">
                <a:solidFill>
                  <a:schemeClr val="tx1"/>
                </a:solidFill>
                <a:latin typeface="Arial" charset="0"/>
                <a:cs typeface="Arial" charset="0"/>
              </a:defRPr>
            </a:lvl8pPr>
            <a:lvl9pPr marL="3886200" indent="-228600" defTabSz="977900" eaLnBrk="0" fontAlgn="base" hangingPunct="0">
              <a:spcBef>
                <a:spcPct val="0"/>
              </a:spcBef>
              <a:spcAft>
                <a:spcPct val="0"/>
              </a:spcAft>
              <a:defRPr sz="2400">
                <a:solidFill>
                  <a:schemeClr val="tx1"/>
                </a:solidFill>
                <a:latin typeface="Arial" charset="0"/>
                <a:cs typeface="Arial" charset="0"/>
              </a:defRPr>
            </a:lvl9pPr>
          </a:lstStyle>
          <a:p>
            <a:pPr marL="0" indent="0">
              <a:buClr>
                <a:srgbClr val="FF0000"/>
              </a:buClr>
              <a:defRPr/>
            </a:pPr>
            <a:r>
              <a:rPr lang="es-ES" sz="2200" dirty="0">
                <a:solidFill>
                  <a:srgbClr val="FF0000"/>
                </a:solidFill>
              </a:rPr>
              <a:t>Volumetrías: Envío de correos</a:t>
            </a:r>
          </a:p>
        </p:txBody>
      </p:sp>
      <p:graphicFrame>
        <p:nvGraphicFramePr>
          <p:cNvPr id="12" name="Group 6">
            <a:extLst>
              <a:ext uri="{FF2B5EF4-FFF2-40B4-BE49-F238E27FC236}">
                <a16:creationId xmlns:a16="http://schemas.microsoft.com/office/drawing/2014/main" id="{57E4E07C-4E05-4511-8B91-716A89FF2024}"/>
              </a:ext>
            </a:extLst>
          </p:cNvPr>
          <p:cNvGraphicFramePr>
            <a:graphicFrameLocks/>
          </p:cNvGraphicFramePr>
          <p:nvPr>
            <p:extLst>
              <p:ext uri="{D42A27DB-BD31-4B8C-83A1-F6EECF244321}">
                <p14:modId xmlns:p14="http://schemas.microsoft.com/office/powerpoint/2010/main" val="3744528558"/>
              </p:ext>
            </p:extLst>
          </p:nvPr>
        </p:nvGraphicFramePr>
        <p:xfrm>
          <a:off x="736913" y="3869938"/>
          <a:ext cx="11014528" cy="1923480"/>
        </p:xfrm>
        <a:graphic>
          <a:graphicData uri="http://schemas.openxmlformats.org/drawingml/2006/table">
            <a:tbl>
              <a:tblPr/>
              <a:tblGrid>
                <a:gridCol w="2753632">
                  <a:extLst>
                    <a:ext uri="{9D8B030D-6E8A-4147-A177-3AD203B41FA5}">
                      <a16:colId xmlns:a16="http://schemas.microsoft.com/office/drawing/2014/main" val="611312682"/>
                    </a:ext>
                  </a:extLst>
                </a:gridCol>
                <a:gridCol w="3302453">
                  <a:extLst>
                    <a:ext uri="{9D8B030D-6E8A-4147-A177-3AD203B41FA5}">
                      <a16:colId xmlns:a16="http://schemas.microsoft.com/office/drawing/2014/main" val="3449283266"/>
                    </a:ext>
                  </a:extLst>
                </a:gridCol>
                <a:gridCol w="2204811">
                  <a:extLst>
                    <a:ext uri="{9D8B030D-6E8A-4147-A177-3AD203B41FA5}">
                      <a16:colId xmlns:a16="http://schemas.microsoft.com/office/drawing/2014/main" val="3112650531"/>
                    </a:ext>
                  </a:extLst>
                </a:gridCol>
                <a:gridCol w="2753632">
                  <a:extLst>
                    <a:ext uri="{9D8B030D-6E8A-4147-A177-3AD203B41FA5}">
                      <a16:colId xmlns:a16="http://schemas.microsoft.com/office/drawing/2014/main" val="4030081795"/>
                    </a:ext>
                  </a:extLst>
                </a:gridCol>
              </a:tblGrid>
              <a:tr h="550778">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Envíos diario</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Peso medio por email (MB)(3)</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Peso medio diario (MB)</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defRPr/>
                      </a:pPr>
                      <a:r>
                        <a:rPr kumimoji="0" lang="es-ES" sz="1000" b="1" i="0" u="none" strike="noStrike" kern="1200" cap="none" normalizeH="0" baseline="0" dirty="0" err="1">
                          <a:ln>
                            <a:noFill/>
                          </a:ln>
                          <a:solidFill>
                            <a:schemeClr val="bg1"/>
                          </a:solidFill>
                          <a:effectLst/>
                          <a:latin typeface="Arial" charset="0"/>
                          <a:ea typeface="+mn-ea"/>
                          <a:cs typeface="+mn-cs"/>
                        </a:rPr>
                        <a:t>Descipción</a:t>
                      </a:r>
                      <a:endParaRPr kumimoji="0" lang="es-ES" sz="1000" b="1" i="0" u="none" strike="noStrike" kern="1200" cap="none" normalizeH="0" baseline="0" dirty="0">
                        <a:ln>
                          <a:noFill/>
                        </a:ln>
                        <a:solidFill>
                          <a:schemeClr val="bg1"/>
                        </a:solidFill>
                        <a:effectLst/>
                        <a:latin typeface="Arial" charset="0"/>
                        <a:ea typeface="+mn-ea"/>
                        <a:cs typeface="+mn-cs"/>
                      </a:endParaRPr>
                    </a:p>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endParaRPr kumimoji="0" lang="es-ES" sz="1000" b="1" i="0" u="none" strike="noStrike" kern="1200" cap="none" normalizeH="0" baseline="0" dirty="0">
                        <a:ln>
                          <a:noFill/>
                        </a:ln>
                        <a:solidFill>
                          <a:schemeClr val="bg1"/>
                        </a:solidFill>
                        <a:effectLst/>
                        <a:latin typeface="Arial" charset="0"/>
                        <a:ea typeface="+mn-ea"/>
                        <a:cs typeface="+mn-cs"/>
                      </a:endParaRP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0"/>
                  </a:ext>
                </a:extLst>
              </a:tr>
              <a:tr h="362628">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n-GB" sz="1400" kern="1200" dirty="0">
                          <a:solidFill>
                            <a:schemeClr val="tx1">
                              <a:lumMod val="50000"/>
                              <a:lumOff val="50000"/>
                            </a:schemeClr>
                          </a:solidFill>
                          <a:latin typeface="Arial" charset="0"/>
                          <a:ea typeface="+mn-ea"/>
                          <a:cs typeface="Arial" charset="0"/>
                        </a:rPr>
                        <a:t>5</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defRPr/>
                      </a:pPr>
                      <a:r>
                        <a:rPr lang="es-ES" sz="1000" b="1" kern="1200" dirty="0" err="1">
                          <a:solidFill>
                            <a:schemeClr val="tx1">
                              <a:lumMod val="50000"/>
                              <a:lumOff val="50000"/>
                            </a:schemeClr>
                          </a:solidFill>
                          <a:latin typeface="Arial" charset="0"/>
                          <a:ea typeface="+mn-ea"/>
                          <a:cs typeface="Arial" charset="0"/>
                        </a:rPr>
                        <a:t>Nº</a:t>
                      </a:r>
                      <a:r>
                        <a:rPr lang="es-ES" sz="1000" b="1" kern="1200" dirty="0">
                          <a:solidFill>
                            <a:schemeClr val="tx1">
                              <a:lumMod val="50000"/>
                              <a:lumOff val="50000"/>
                            </a:schemeClr>
                          </a:solidFill>
                          <a:latin typeface="Arial" charset="0"/>
                          <a:ea typeface="+mn-ea"/>
                          <a:cs typeface="Arial" charset="0"/>
                        </a:rPr>
                        <a:t> medio/máximo de registros por fichero: 500</a:t>
                      </a:r>
                    </a:p>
                    <a:p>
                      <a:pPr marL="0" marR="0" lvl="0" indent="0" algn="ctr" defTabSz="914400" rtl="0" eaLnBrk="1" fontAlgn="base" latinLnBrk="0" hangingPunct="1">
                        <a:lnSpc>
                          <a:spcPts val="2400"/>
                        </a:lnSpc>
                        <a:spcBef>
                          <a:spcPct val="20000"/>
                        </a:spcBef>
                        <a:spcAft>
                          <a:spcPct val="0"/>
                        </a:spcAft>
                        <a:buClrTx/>
                        <a:buSzTx/>
                        <a:buFontTx/>
                        <a:buNone/>
                        <a:tabLst/>
                        <a:defRPr/>
                      </a:pPr>
                      <a:r>
                        <a:rPr lang="es-ES" sz="1000" b="1" kern="1200" dirty="0">
                          <a:solidFill>
                            <a:schemeClr val="tx1">
                              <a:lumMod val="50000"/>
                              <a:lumOff val="50000"/>
                            </a:schemeClr>
                          </a:solidFill>
                          <a:latin typeface="Arial" charset="0"/>
                          <a:ea typeface="+mn-ea"/>
                          <a:cs typeface="Arial" charset="0"/>
                        </a:rPr>
                        <a:t>Tamaño medio/máximo (en kb) del fichero: 50kb</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n-GB" sz="1400" b="1" kern="1200" dirty="0">
                          <a:solidFill>
                            <a:schemeClr val="tx1">
                              <a:lumMod val="50000"/>
                              <a:lumOff val="50000"/>
                            </a:schemeClr>
                          </a:solidFill>
                          <a:latin typeface="Arial" charset="0"/>
                          <a:ea typeface="+mn-ea"/>
                          <a:cs typeface="Arial" charset="0"/>
                        </a:rPr>
                        <a:t>0,050kb</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n-GB" sz="1400" b="1" kern="1200" dirty="0" err="1">
                          <a:solidFill>
                            <a:schemeClr val="tx1">
                              <a:lumMod val="50000"/>
                              <a:lumOff val="50000"/>
                            </a:schemeClr>
                          </a:solidFill>
                          <a:latin typeface="Arial" charset="0"/>
                          <a:ea typeface="+mn-ea"/>
                          <a:cs typeface="Arial" charset="0"/>
                        </a:rPr>
                        <a:t>Envio</a:t>
                      </a:r>
                      <a:r>
                        <a:rPr lang="en-GB" sz="1400" b="1" kern="1200" dirty="0">
                          <a:solidFill>
                            <a:schemeClr val="tx1">
                              <a:lumMod val="50000"/>
                              <a:lumOff val="50000"/>
                            </a:schemeClr>
                          </a:solidFill>
                          <a:latin typeface="Arial" charset="0"/>
                          <a:ea typeface="+mn-ea"/>
                          <a:cs typeface="Arial" charset="0"/>
                        </a:rPr>
                        <a:t> de </a:t>
                      </a:r>
                      <a:r>
                        <a:rPr lang="en-GB" sz="1400" b="1" kern="1200" dirty="0" err="1">
                          <a:solidFill>
                            <a:schemeClr val="tx1">
                              <a:lumMod val="50000"/>
                              <a:lumOff val="50000"/>
                            </a:schemeClr>
                          </a:solidFill>
                          <a:latin typeface="Arial" charset="0"/>
                          <a:ea typeface="+mn-ea"/>
                          <a:cs typeface="Arial" charset="0"/>
                        </a:rPr>
                        <a:t>correos</a:t>
                      </a:r>
                      <a:r>
                        <a:rPr lang="en-GB" sz="1400" b="1" kern="1200" dirty="0">
                          <a:solidFill>
                            <a:schemeClr val="tx1">
                              <a:lumMod val="50000"/>
                              <a:lumOff val="50000"/>
                            </a:schemeClr>
                          </a:solidFill>
                          <a:latin typeface="Arial" charset="0"/>
                          <a:ea typeface="+mn-ea"/>
                          <a:cs typeface="Arial" charset="0"/>
                        </a:rPr>
                        <a:t> a </a:t>
                      </a:r>
                      <a:r>
                        <a:rPr lang="en-GB" sz="1400" b="1" kern="1200" dirty="0" err="1">
                          <a:solidFill>
                            <a:schemeClr val="tx1">
                              <a:lumMod val="50000"/>
                              <a:lumOff val="50000"/>
                            </a:schemeClr>
                          </a:solidFill>
                          <a:latin typeface="Arial" charset="0"/>
                          <a:ea typeface="+mn-ea"/>
                          <a:cs typeface="Arial" charset="0"/>
                        </a:rPr>
                        <a:t>Confirma</a:t>
                      </a:r>
                      <a:r>
                        <a:rPr lang="en-GB" sz="1400" b="1" kern="1200" dirty="0">
                          <a:solidFill>
                            <a:schemeClr val="tx1">
                              <a:lumMod val="50000"/>
                              <a:lumOff val="50000"/>
                            </a:schemeClr>
                          </a:solidFill>
                          <a:latin typeface="Arial" charset="0"/>
                          <a:ea typeface="+mn-ea"/>
                          <a:cs typeface="Arial" charset="0"/>
                        </a:rPr>
                        <a:t> </a:t>
                      </a:r>
                      <a:r>
                        <a:rPr lang="en-GB" sz="1400" b="1" kern="1200" dirty="0" err="1">
                          <a:solidFill>
                            <a:schemeClr val="tx1">
                              <a:lumMod val="50000"/>
                              <a:lumOff val="50000"/>
                            </a:schemeClr>
                          </a:solidFill>
                          <a:latin typeface="Arial" charset="0"/>
                          <a:ea typeface="+mn-ea"/>
                          <a:cs typeface="Arial" charset="0"/>
                        </a:rPr>
                        <a:t>Bacth</a:t>
                      </a:r>
                      <a:endParaRPr lang="en-GB" sz="1400" b="1" kern="1200" dirty="0">
                        <a:solidFill>
                          <a:schemeClr val="tx1">
                            <a:lumMod val="50000"/>
                            <a:lumOff val="50000"/>
                          </a:schemeClr>
                        </a:solidFill>
                        <a:latin typeface="Arial" charset="0"/>
                        <a:ea typeface="+mn-ea"/>
                        <a:cs typeface="Arial" charset="0"/>
                      </a:endParaRP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2628">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n-GB" sz="1400" kern="1200" dirty="0">
                          <a:solidFill>
                            <a:schemeClr val="tx1">
                              <a:lumMod val="50000"/>
                              <a:lumOff val="50000"/>
                            </a:schemeClr>
                          </a:solidFill>
                          <a:latin typeface="Arial" charset="0"/>
                          <a:ea typeface="+mn-ea"/>
                          <a:cs typeface="Arial" charset="0"/>
                        </a:rPr>
                        <a:t>5</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defRPr/>
                      </a:pPr>
                      <a:r>
                        <a:rPr lang="es-ES" sz="1000" b="1" kern="1200" dirty="0" err="1">
                          <a:solidFill>
                            <a:schemeClr val="tx1">
                              <a:lumMod val="50000"/>
                              <a:lumOff val="50000"/>
                            </a:schemeClr>
                          </a:solidFill>
                          <a:latin typeface="Arial" charset="0"/>
                          <a:ea typeface="+mn-ea"/>
                          <a:cs typeface="Arial" charset="0"/>
                        </a:rPr>
                        <a:t>Nº</a:t>
                      </a:r>
                      <a:r>
                        <a:rPr lang="es-ES" sz="1000" b="1" kern="1200" dirty="0">
                          <a:solidFill>
                            <a:schemeClr val="tx1">
                              <a:lumMod val="50000"/>
                              <a:lumOff val="50000"/>
                            </a:schemeClr>
                          </a:solidFill>
                          <a:latin typeface="Arial" charset="0"/>
                          <a:ea typeface="+mn-ea"/>
                          <a:cs typeface="Arial" charset="0"/>
                        </a:rPr>
                        <a:t> medio/máximo de registros por fichero:  20</a:t>
                      </a:r>
                    </a:p>
                    <a:p>
                      <a:pPr marL="0" marR="0" lvl="0" indent="0" algn="ctr" defTabSz="914400" rtl="0" eaLnBrk="1" fontAlgn="base" latinLnBrk="0" hangingPunct="1">
                        <a:lnSpc>
                          <a:spcPts val="2400"/>
                        </a:lnSpc>
                        <a:spcBef>
                          <a:spcPct val="20000"/>
                        </a:spcBef>
                        <a:spcAft>
                          <a:spcPct val="0"/>
                        </a:spcAft>
                        <a:buClrTx/>
                        <a:buSzTx/>
                        <a:buFontTx/>
                        <a:buNone/>
                        <a:tabLst/>
                        <a:defRPr/>
                      </a:pPr>
                      <a:r>
                        <a:rPr lang="es-ES" sz="1000" b="1" kern="1200" dirty="0">
                          <a:solidFill>
                            <a:schemeClr val="tx1">
                              <a:lumMod val="50000"/>
                              <a:lumOff val="50000"/>
                            </a:schemeClr>
                          </a:solidFill>
                          <a:latin typeface="Arial" charset="0"/>
                          <a:ea typeface="+mn-ea"/>
                          <a:cs typeface="Arial" charset="0"/>
                        </a:rPr>
                        <a:t>Tamaño medio/máximo (en kb) del fichero: 2Kb</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n-GB" sz="1400" b="1" kern="1200" dirty="0">
                          <a:solidFill>
                            <a:schemeClr val="tx1">
                              <a:lumMod val="50000"/>
                              <a:lumOff val="50000"/>
                            </a:schemeClr>
                          </a:solidFill>
                          <a:latin typeface="Arial" charset="0"/>
                          <a:ea typeface="+mn-ea"/>
                          <a:cs typeface="Arial" charset="0"/>
                        </a:rPr>
                        <a:t>0,020kb</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n-GB" sz="1400" b="1" kern="1200" dirty="0" err="1">
                          <a:solidFill>
                            <a:schemeClr val="tx1">
                              <a:lumMod val="50000"/>
                              <a:lumOff val="50000"/>
                            </a:schemeClr>
                          </a:solidFill>
                          <a:latin typeface="Arial" charset="0"/>
                          <a:ea typeface="+mn-ea"/>
                          <a:cs typeface="Arial" charset="0"/>
                        </a:rPr>
                        <a:t>Envio</a:t>
                      </a:r>
                      <a:r>
                        <a:rPr lang="en-GB" sz="1400" b="1" kern="1200" dirty="0">
                          <a:solidFill>
                            <a:schemeClr val="tx1">
                              <a:lumMod val="50000"/>
                              <a:lumOff val="50000"/>
                            </a:schemeClr>
                          </a:solidFill>
                          <a:latin typeface="Arial" charset="0"/>
                          <a:ea typeface="+mn-ea"/>
                          <a:cs typeface="Arial" charset="0"/>
                        </a:rPr>
                        <a:t> de </a:t>
                      </a:r>
                      <a:r>
                        <a:rPr lang="en-GB" sz="1400" b="1" kern="1200" dirty="0" err="1">
                          <a:solidFill>
                            <a:schemeClr val="tx1">
                              <a:lumMod val="50000"/>
                              <a:lumOff val="50000"/>
                            </a:schemeClr>
                          </a:solidFill>
                          <a:latin typeface="Arial" charset="0"/>
                          <a:ea typeface="+mn-ea"/>
                          <a:cs typeface="Arial" charset="0"/>
                        </a:rPr>
                        <a:t>correos</a:t>
                      </a:r>
                      <a:r>
                        <a:rPr lang="en-GB" sz="1400" b="1" kern="1200" dirty="0">
                          <a:solidFill>
                            <a:schemeClr val="tx1">
                              <a:lumMod val="50000"/>
                              <a:lumOff val="50000"/>
                            </a:schemeClr>
                          </a:solidFill>
                          <a:latin typeface="Arial" charset="0"/>
                          <a:ea typeface="+mn-ea"/>
                          <a:cs typeface="Arial" charset="0"/>
                        </a:rPr>
                        <a:t> a </a:t>
                      </a:r>
                      <a:r>
                        <a:rPr lang="en-GB" sz="1400" b="1" kern="1200" dirty="0" err="1">
                          <a:solidFill>
                            <a:schemeClr val="tx1">
                              <a:lumMod val="50000"/>
                              <a:lumOff val="50000"/>
                            </a:schemeClr>
                          </a:solidFill>
                          <a:latin typeface="Arial" charset="0"/>
                          <a:ea typeface="+mn-ea"/>
                          <a:cs typeface="Arial" charset="0"/>
                        </a:rPr>
                        <a:t>Acelera</a:t>
                      </a:r>
                      <a:r>
                        <a:rPr lang="en-GB" sz="1400" b="1" kern="1200" dirty="0">
                          <a:solidFill>
                            <a:schemeClr val="tx1">
                              <a:lumMod val="50000"/>
                              <a:lumOff val="50000"/>
                            </a:schemeClr>
                          </a:solidFill>
                          <a:latin typeface="Arial" charset="0"/>
                          <a:ea typeface="+mn-ea"/>
                          <a:cs typeface="Arial" charset="0"/>
                        </a:rPr>
                        <a:t> </a:t>
                      </a:r>
                      <a:r>
                        <a:rPr lang="en-GB" sz="1400" b="1" kern="1200" dirty="0" err="1">
                          <a:solidFill>
                            <a:schemeClr val="tx1">
                              <a:lumMod val="50000"/>
                              <a:lumOff val="50000"/>
                            </a:schemeClr>
                          </a:solidFill>
                          <a:latin typeface="Arial" charset="0"/>
                          <a:ea typeface="+mn-ea"/>
                          <a:cs typeface="Arial" charset="0"/>
                        </a:rPr>
                        <a:t>Bacth</a:t>
                      </a:r>
                      <a:endParaRPr lang="en-GB" sz="1400" b="1" kern="1200" dirty="0">
                        <a:solidFill>
                          <a:schemeClr val="tx1">
                            <a:lumMod val="50000"/>
                            <a:lumOff val="50000"/>
                          </a:schemeClr>
                        </a:solidFill>
                        <a:latin typeface="Arial" charset="0"/>
                        <a:ea typeface="+mn-ea"/>
                        <a:cs typeface="Arial" charset="0"/>
                      </a:endParaRP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90459036"/>
                  </a:ext>
                </a:extLst>
              </a:tr>
            </a:tbl>
          </a:graphicData>
        </a:graphic>
      </p:graphicFrame>
    </p:spTree>
    <p:extLst>
      <p:ext uri="{BB962C8B-B14F-4D97-AF65-F5344CB8AC3E}">
        <p14:creationId xmlns:p14="http://schemas.microsoft.com/office/powerpoint/2010/main" val="21130396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2 Marcador de pie de página"/>
          <p:cNvSpPr txBox="1">
            <a:spLocks/>
          </p:cNvSpPr>
          <p:nvPr/>
        </p:nvSpPr>
        <p:spPr>
          <a:xfrm>
            <a:off x="0" y="42180"/>
            <a:ext cx="5549669" cy="442035"/>
          </a:xfrm>
          <a:prstGeom prst="rect">
            <a:avLst/>
          </a:prstGeom>
        </p:spPr>
        <p:txBody>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2400" dirty="0">
                <a:solidFill>
                  <a:srgbClr val="FF0000"/>
                </a:solidFill>
                <a:latin typeface="Gadugi" panose="020B0502040204020203" pitchFamily="34" charset="0"/>
              </a:rPr>
              <a:t>Volumetrías</a:t>
            </a:r>
          </a:p>
        </p:txBody>
      </p:sp>
      <p:sp>
        <p:nvSpPr>
          <p:cNvPr id="10" name="2 Marcador de contenido">
            <a:extLst>
              <a:ext uri="{FF2B5EF4-FFF2-40B4-BE49-F238E27FC236}">
                <a16:creationId xmlns:a16="http://schemas.microsoft.com/office/drawing/2014/main" id="{2A10DB17-4FD3-452C-9BFE-B5A5B7285BAE}"/>
              </a:ext>
            </a:extLst>
          </p:cNvPr>
          <p:cNvSpPr txBox="1">
            <a:spLocks/>
          </p:cNvSpPr>
          <p:nvPr/>
        </p:nvSpPr>
        <p:spPr bwMode="auto">
          <a:xfrm>
            <a:off x="718457" y="2853653"/>
            <a:ext cx="10374489" cy="350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749" tIns="48875" rIns="97749" bIns="48875"/>
          <a:lstStyle>
            <a:lvl1pPr marL="457200" indent="-457200" defTabSz="977900" eaLnBrk="0" hangingPunct="0">
              <a:defRPr sz="2400">
                <a:solidFill>
                  <a:schemeClr val="tx1"/>
                </a:solidFill>
                <a:latin typeface="Arial" charset="0"/>
                <a:cs typeface="Arial" charset="0"/>
              </a:defRPr>
            </a:lvl1pPr>
            <a:lvl2pPr marL="742950" indent="-285750" defTabSz="977900" eaLnBrk="0" hangingPunct="0">
              <a:defRPr sz="2400">
                <a:solidFill>
                  <a:schemeClr val="tx1"/>
                </a:solidFill>
                <a:latin typeface="Arial" charset="0"/>
                <a:cs typeface="Arial" charset="0"/>
              </a:defRPr>
            </a:lvl2pPr>
            <a:lvl3pPr marL="1143000" indent="-228600" defTabSz="977900" eaLnBrk="0" hangingPunct="0">
              <a:defRPr sz="2400">
                <a:solidFill>
                  <a:schemeClr val="tx1"/>
                </a:solidFill>
                <a:latin typeface="Arial" charset="0"/>
                <a:cs typeface="Arial" charset="0"/>
              </a:defRPr>
            </a:lvl3pPr>
            <a:lvl4pPr marL="1600200" indent="-228600" defTabSz="977900" eaLnBrk="0" hangingPunct="0">
              <a:defRPr sz="2400">
                <a:solidFill>
                  <a:schemeClr val="tx1"/>
                </a:solidFill>
                <a:latin typeface="Arial" charset="0"/>
                <a:cs typeface="Arial" charset="0"/>
              </a:defRPr>
            </a:lvl4pPr>
            <a:lvl5pPr marL="2057400" indent="-228600" defTabSz="977900" eaLnBrk="0" hangingPunct="0">
              <a:defRPr sz="2400">
                <a:solidFill>
                  <a:schemeClr val="tx1"/>
                </a:solidFill>
                <a:latin typeface="Arial" charset="0"/>
                <a:cs typeface="Arial" charset="0"/>
              </a:defRPr>
            </a:lvl5pPr>
            <a:lvl6pPr marL="2514600" indent="-228600" defTabSz="977900" eaLnBrk="0" fontAlgn="base" hangingPunct="0">
              <a:spcBef>
                <a:spcPct val="0"/>
              </a:spcBef>
              <a:spcAft>
                <a:spcPct val="0"/>
              </a:spcAft>
              <a:defRPr sz="2400">
                <a:solidFill>
                  <a:schemeClr val="tx1"/>
                </a:solidFill>
                <a:latin typeface="Arial" charset="0"/>
                <a:cs typeface="Arial" charset="0"/>
              </a:defRPr>
            </a:lvl6pPr>
            <a:lvl7pPr marL="2971800" indent="-228600" defTabSz="977900" eaLnBrk="0" fontAlgn="base" hangingPunct="0">
              <a:spcBef>
                <a:spcPct val="0"/>
              </a:spcBef>
              <a:spcAft>
                <a:spcPct val="0"/>
              </a:spcAft>
              <a:defRPr sz="2400">
                <a:solidFill>
                  <a:schemeClr val="tx1"/>
                </a:solidFill>
                <a:latin typeface="Arial" charset="0"/>
                <a:cs typeface="Arial" charset="0"/>
              </a:defRPr>
            </a:lvl7pPr>
            <a:lvl8pPr marL="3429000" indent="-228600" defTabSz="977900" eaLnBrk="0" fontAlgn="base" hangingPunct="0">
              <a:spcBef>
                <a:spcPct val="0"/>
              </a:spcBef>
              <a:spcAft>
                <a:spcPct val="0"/>
              </a:spcAft>
              <a:defRPr sz="2400">
                <a:solidFill>
                  <a:schemeClr val="tx1"/>
                </a:solidFill>
                <a:latin typeface="Arial" charset="0"/>
                <a:cs typeface="Arial" charset="0"/>
              </a:defRPr>
            </a:lvl8pPr>
            <a:lvl9pPr marL="3886200" indent="-228600" defTabSz="977900" eaLnBrk="0" fontAlgn="base" hangingPunct="0">
              <a:spcBef>
                <a:spcPct val="0"/>
              </a:spcBef>
              <a:spcAft>
                <a:spcPct val="0"/>
              </a:spcAft>
              <a:defRPr sz="2400">
                <a:solidFill>
                  <a:schemeClr val="tx1"/>
                </a:solidFill>
                <a:latin typeface="Arial" charset="0"/>
                <a:cs typeface="Arial" charset="0"/>
              </a:defRPr>
            </a:lvl9pPr>
          </a:lstStyle>
          <a:p>
            <a:pPr marL="0" indent="0">
              <a:buClr>
                <a:srgbClr val="FF0000"/>
              </a:buClr>
              <a:defRPr/>
            </a:pPr>
            <a:endParaRPr lang="es-ES" altLang="es-ES" sz="1600" dirty="0">
              <a:solidFill>
                <a:srgbClr val="808080"/>
              </a:solidFill>
            </a:endParaRPr>
          </a:p>
        </p:txBody>
      </p:sp>
      <p:sp>
        <p:nvSpPr>
          <p:cNvPr id="12" name="2 Marcador de contenido">
            <a:extLst>
              <a:ext uri="{FF2B5EF4-FFF2-40B4-BE49-F238E27FC236}">
                <a16:creationId xmlns:a16="http://schemas.microsoft.com/office/drawing/2014/main" id="{B887963D-5A03-4EB8-879F-D5E2142629D9}"/>
              </a:ext>
            </a:extLst>
          </p:cNvPr>
          <p:cNvSpPr txBox="1">
            <a:spLocks/>
          </p:cNvSpPr>
          <p:nvPr/>
        </p:nvSpPr>
        <p:spPr bwMode="auto">
          <a:xfrm>
            <a:off x="348047" y="654306"/>
            <a:ext cx="9144829" cy="485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749" tIns="48875" rIns="97749" bIns="48875"/>
          <a:lstStyle>
            <a:lvl1pPr marL="457200" indent="-457200" defTabSz="977900" eaLnBrk="0" hangingPunct="0">
              <a:defRPr sz="2400">
                <a:solidFill>
                  <a:schemeClr val="tx1"/>
                </a:solidFill>
                <a:latin typeface="Arial" charset="0"/>
                <a:cs typeface="Arial" charset="0"/>
              </a:defRPr>
            </a:lvl1pPr>
            <a:lvl2pPr marL="742950" indent="-285750" defTabSz="977900" eaLnBrk="0" hangingPunct="0">
              <a:defRPr sz="2400">
                <a:solidFill>
                  <a:schemeClr val="tx1"/>
                </a:solidFill>
                <a:latin typeface="Arial" charset="0"/>
                <a:cs typeface="Arial" charset="0"/>
              </a:defRPr>
            </a:lvl2pPr>
            <a:lvl3pPr marL="1143000" indent="-228600" defTabSz="977900" eaLnBrk="0" hangingPunct="0">
              <a:defRPr sz="2400">
                <a:solidFill>
                  <a:schemeClr val="tx1"/>
                </a:solidFill>
                <a:latin typeface="Arial" charset="0"/>
                <a:cs typeface="Arial" charset="0"/>
              </a:defRPr>
            </a:lvl3pPr>
            <a:lvl4pPr marL="1600200" indent="-228600" defTabSz="977900" eaLnBrk="0" hangingPunct="0">
              <a:defRPr sz="2400">
                <a:solidFill>
                  <a:schemeClr val="tx1"/>
                </a:solidFill>
                <a:latin typeface="Arial" charset="0"/>
                <a:cs typeface="Arial" charset="0"/>
              </a:defRPr>
            </a:lvl4pPr>
            <a:lvl5pPr marL="2057400" indent="-228600" defTabSz="977900" eaLnBrk="0" hangingPunct="0">
              <a:defRPr sz="2400">
                <a:solidFill>
                  <a:schemeClr val="tx1"/>
                </a:solidFill>
                <a:latin typeface="Arial" charset="0"/>
                <a:cs typeface="Arial" charset="0"/>
              </a:defRPr>
            </a:lvl5pPr>
            <a:lvl6pPr marL="2514600" indent="-228600" defTabSz="977900" eaLnBrk="0" fontAlgn="base" hangingPunct="0">
              <a:spcBef>
                <a:spcPct val="0"/>
              </a:spcBef>
              <a:spcAft>
                <a:spcPct val="0"/>
              </a:spcAft>
              <a:defRPr sz="2400">
                <a:solidFill>
                  <a:schemeClr val="tx1"/>
                </a:solidFill>
                <a:latin typeface="Arial" charset="0"/>
                <a:cs typeface="Arial" charset="0"/>
              </a:defRPr>
            </a:lvl6pPr>
            <a:lvl7pPr marL="2971800" indent="-228600" defTabSz="977900" eaLnBrk="0" fontAlgn="base" hangingPunct="0">
              <a:spcBef>
                <a:spcPct val="0"/>
              </a:spcBef>
              <a:spcAft>
                <a:spcPct val="0"/>
              </a:spcAft>
              <a:defRPr sz="2400">
                <a:solidFill>
                  <a:schemeClr val="tx1"/>
                </a:solidFill>
                <a:latin typeface="Arial" charset="0"/>
                <a:cs typeface="Arial" charset="0"/>
              </a:defRPr>
            </a:lvl7pPr>
            <a:lvl8pPr marL="3429000" indent="-228600" defTabSz="977900" eaLnBrk="0" fontAlgn="base" hangingPunct="0">
              <a:spcBef>
                <a:spcPct val="0"/>
              </a:spcBef>
              <a:spcAft>
                <a:spcPct val="0"/>
              </a:spcAft>
              <a:defRPr sz="2400">
                <a:solidFill>
                  <a:schemeClr val="tx1"/>
                </a:solidFill>
                <a:latin typeface="Arial" charset="0"/>
                <a:cs typeface="Arial" charset="0"/>
              </a:defRPr>
            </a:lvl8pPr>
            <a:lvl9pPr marL="3886200" indent="-228600" defTabSz="977900" eaLnBrk="0" fontAlgn="base" hangingPunct="0">
              <a:spcBef>
                <a:spcPct val="0"/>
              </a:spcBef>
              <a:spcAft>
                <a:spcPct val="0"/>
              </a:spcAft>
              <a:defRPr sz="2400">
                <a:solidFill>
                  <a:schemeClr val="tx1"/>
                </a:solidFill>
                <a:latin typeface="Arial" charset="0"/>
                <a:cs typeface="Arial" charset="0"/>
              </a:defRPr>
            </a:lvl9pPr>
          </a:lstStyle>
          <a:p>
            <a:pPr marL="0" indent="0">
              <a:buClr>
                <a:srgbClr val="FF0000"/>
              </a:buClr>
              <a:defRPr/>
            </a:pPr>
            <a:r>
              <a:rPr lang="es-ES" sz="2200" dirty="0">
                <a:solidFill>
                  <a:srgbClr val="FF0000"/>
                </a:solidFill>
              </a:rPr>
              <a:t>Volumetrías: Gestión Documental </a:t>
            </a:r>
          </a:p>
        </p:txBody>
      </p:sp>
      <p:graphicFrame>
        <p:nvGraphicFramePr>
          <p:cNvPr id="13" name="Group 6">
            <a:extLst>
              <a:ext uri="{FF2B5EF4-FFF2-40B4-BE49-F238E27FC236}">
                <a16:creationId xmlns:a16="http://schemas.microsoft.com/office/drawing/2014/main" id="{5964C197-0ACA-4971-9859-2AE28DBEB571}"/>
              </a:ext>
            </a:extLst>
          </p:cNvPr>
          <p:cNvGraphicFramePr>
            <a:graphicFrameLocks/>
          </p:cNvGraphicFramePr>
          <p:nvPr>
            <p:extLst>
              <p:ext uri="{D42A27DB-BD31-4B8C-83A1-F6EECF244321}">
                <p14:modId xmlns:p14="http://schemas.microsoft.com/office/powerpoint/2010/main" val="355293701"/>
              </p:ext>
            </p:extLst>
          </p:nvPr>
        </p:nvGraphicFramePr>
        <p:xfrm>
          <a:off x="547914" y="1872430"/>
          <a:ext cx="11014529" cy="1268592"/>
        </p:xfrm>
        <a:graphic>
          <a:graphicData uri="http://schemas.openxmlformats.org/drawingml/2006/table">
            <a:tbl>
              <a:tblPr/>
              <a:tblGrid>
                <a:gridCol w="2429330">
                  <a:extLst>
                    <a:ext uri="{9D8B030D-6E8A-4147-A177-3AD203B41FA5}">
                      <a16:colId xmlns:a16="http://schemas.microsoft.com/office/drawing/2014/main" val="20000"/>
                    </a:ext>
                  </a:extLst>
                </a:gridCol>
                <a:gridCol w="1168400">
                  <a:extLst>
                    <a:ext uri="{9D8B030D-6E8A-4147-A177-3AD203B41FA5}">
                      <a16:colId xmlns:a16="http://schemas.microsoft.com/office/drawing/2014/main" val="20002"/>
                    </a:ext>
                  </a:extLst>
                </a:gridCol>
                <a:gridCol w="1250015">
                  <a:extLst>
                    <a:ext uri="{9D8B030D-6E8A-4147-A177-3AD203B41FA5}">
                      <a16:colId xmlns:a16="http://schemas.microsoft.com/office/drawing/2014/main" val="2847936746"/>
                    </a:ext>
                  </a:extLst>
                </a:gridCol>
                <a:gridCol w="1541696">
                  <a:extLst>
                    <a:ext uri="{9D8B030D-6E8A-4147-A177-3AD203B41FA5}">
                      <a16:colId xmlns:a16="http://schemas.microsoft.com/office/drawing/2014/main" val="611312682"/>
                    </a:ext>
                  </a:extLst>
                </a:gridCol>
                <a:gridCol w="1541696">
                  <a:extLst>
                    <a:ext uri="{9D8B030D-6E8A-4147-A177-3AD203B41FA5}">
                      <a16:colId xmlns:a16="http://schemas.microsoft.com/office/drawing/2014/main" val="430756181"/>
                    </a:ext>
                  </a:extLst>
                </a:gridCol>
                <a:gridCol w="1541696">
                  <a:extLst>
                    <a:ext uri="{9D8B030D-6E8A-4147-A177-3AD203B41FA5}">
                      <a16:colId xmlns:a16="http://schemas.microsoft.com/office/drawing/2014/main" val="1862522154"/>
                    </a:ext>
                  </a:extLst>
                </a:gridCol>
                <a:gridCol w="1541696">
                  <a:extLst>
                    <a:ext uri="{9D8B030D-6E8A-4147-A177-3AD203B41FA5}">
                      <a16:colId xmlns:a16="http://schemas.microsoft.com/office/drawing/2014/main" val="2007466975"/>
                    </a:ext>
                  </a:extLst>
                </a:gridCol>
              </a:tblGrid>
              <a:tr h="456868">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Tipos de Documentos </a:t>
                      </a:r>
                    </a:p>
                  </a:txBody>
                  <a:tcPr marL="90007" marR="90007" marT="46789" marB="4678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Gestor</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Documentos por petición</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Total documentos diario</a:t>
                      </a:r>
                    </a:p>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endParaRPr kumimoji="0" lang="es-ES" sz="1000" b="1" i="0" u="none" strike="noStrike" kern="1200" cap="none" normalizeH="0" baseline="0" dirty="0">
                        <a:ln>
                          <a:noFill/>
                        </a:ln>
                        <a:solidFill>
                          <a:schemeClr val="bg1"/>
                        </a:solidFill>
                        <a:effectLst/>
                        <a:latin typeface="Arial" charset="0"/>
                        <a:ea typeface="+mn-ea"/>
                        <a:cs typeface="+mn-cs"/>
                      </a:endParaRP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Peso medio por documento (Kb)</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Peso total  diario (GB)</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defRPr/>
                      </a:pPr>
                      <a:r>
                        <a:rPr kumimoji="0" lang="es-ES" sz="1000" b="1" i="0" u="none" strike="noStrike" kern="1200" cap="none" normalizeH="0" baseline="0" dirty="0">
                          <a:ln>
                            <a:noFill/>
                          </a:ln>
                          <a:solidFill>
                            <a:schemeClr val="bg1"/>
                          </a:solidFill>
                          <a:effectLst/>
                          <a:latin typeface="Arial" charset="0"/>
                          <a:ea typeface="+mn-ea"/>
                          <a:cs typeface="+mn-cs"/>
                        </a:rPr>
                        <a:t>Peso total  anual (GB)</a:t>
                      </a:r>
                    </a:p>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endParaRPr kumimoji="0" lang="es-ES" sz="1000" b="1" i="0" u="none" strike="noStrike" kern="1200" cap="none" normalizeH="0" baseline="0" dirty="0">
                        <a:ln>
                          <a:noFill/>
                        </a:ln>
                        <a:solidFill>
                          <a:schemeClr val="bg1"/>
                        </a:solidFill>
                        <a:effectLst/>
                        <a:latin typeface="Arial" charset="0"/>
                        <a:ea typeface="+mn-ea"/>
                        <a:cs typeface="+mn-cs"/>
                      </a:endParaRP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0"/>
                  </a:ext>
                </a:extLst>
              </a:tr>
              <a:tr h="630104">
                <a:tc>
                  <a:txBody>
                    <a:bodyPr/>
                    <a:lstStyle/>
                    <a:p>
                      <a:pPr marL="0" marR="0" lvl="0" indent="0" algn="ctr" defTabSz="914400" rtl="0" eaLnBrk="1" fontAlgn="base" latinLnBrk="0" hangingPunct="1">
                        <a:lnSpc>
                          <a:spcPts val="2400"/>
                        </a:lnSpc>
                        <a:spcBef>
                          <a:spcPct val="20000"/>
                        </a:spcBef>
                        <a:spcAft>
                          <a:spcPct val="0"/>
                        </a:spcAft>
                        <a:buClrTx/>
                        <a:buSzTx/>
                        <a:buFontTx/>
                        <a:buNone/>
                        <a:tabLst/>
                        <a:defRPr/>
                      </a:pPr>
                      <a:r>
                        <a:rPr lang="es-ES" sz="1400" kern="1200" dirty="0" err="1">
                          <a:solidFill>
                            <a:schemeClr val="tx1">
                              <a:lumMod val="50000"/>
                              <a:lumOff val="50000"/>
                            </a:schemeClr>
                          </a:solidFill>
                          <a:latin typeface="Arial" charset="0"/>
                          <a:ea typeface="+mn-ea"/>
                          <a:cs typeface="Arial" charset="0"/>
                        </a:rPr>
                        <a:t>jpg</a:t>
                      </a:r>
                      <a:r>
                        <a:rPr lang="es-ES" sz="1400" kern="1200" dirty="0">
                          <a:solidFill>
                            <a:schemeClr val="tx1">
                              <a:lumMod val="50000"/>
                              <a:lumOff val="50000"/>
                            </a:schemeClr>
                          </a:solidFill>
                          <a:latin typeface="Arial" charset="0"/>
                          <a:ea typeface="+mn-ea"/>
                          <a:cs typeface="Arial" charset="0"/>
                        </a:rPr>
                        <a:t>, png, </a:t>
                      </a:r>
                      <a:r>
                        <a:rPr lang="es-ES" sz="1400" kern="1200" dirty="0" err="1">
                          <a:solidFill>
                            <a:schemeClr val="tx1">
                              <a:lumMod val="50000"/>
                              <a:lumOff val="50000"/>
                            </a:schemeClr>
                          </a:solidFill>
                          <a:latin typeface="Arial" charset="0"/>
                          <a:ea typeface="+mn-ea"/>
                          <a:cs typeface="Arial" charset="0"/>
                        </a:rPr>
                        <a:t>pdf</a:t>
                      </a:r>
                      <a:endParaRPr lang="es-ES" sz="1400" kern="1200" dirty="0">
                        <a:solidFill>
                          <a:schemeClr val="tx1">
                            <a:lumMod val="50000"/>
                            <a:lumOff val="50000"/>
                          </a:schemeClr>
                        </a:solidFill>
                        <a:latin typeface="Arial" charset="0"/>
                        <a:ea typeface="+mn-ea"/>
                        <a:cs typeface="Arial" charset="0"/>
                      </a:endParaRPr>
                    </a:p>
                    <a:p>
                      <a:pPr marL="0" marR="0" lvl="0" indent="0" algn="ctr" defTabSz="914400" rtl="0" eaLnBrk="1" fontAlgn="base" latinLnBrk="0" hangingPunct="1">
                        <a:lnSpc>
                          <a:spcPts val="2400"/>
                        </a:lnSpc>
                        <a:spcBef>
                          <a:spcPct val="20000"/>
                        </a:spcBef>
                        <a:spcAft>
                          <a:spcPct val="0"/>
                        </a:spcAft>
                        <a:buClrTx/>
                        <a:buSzTx/>
                        <a:buFontTx/>
                        <a:buNone/>
                        <a:tabLst/>
                      </a:pPr>
                      <a:endParaRPr lang="es-ES" sz="1400" kern="1200" dirty="0">
                        <a:solidFill>
                          <a:schemeClr val="tx1">
                            <a:lumMod val="50000"/>
                            <a:lumOff val="50000"/>
                          </a:schemeClr>
                        </a:solidFill>
                        <a:latin typeface="Arial" charset="0"/>
                        <a:ea typeface="+mn-ea"/>
                        <a:cs typeface="Arial" charset="0"/>
                      </a:endParaRPr>
                    </a:p>
                  </a:txBody>
                  <a:tcPr marL="95255" marR="95255" marT="50646" marB="506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n-GB" sz="1400" kern="1200" dirty="0">
                          <a:solidFill>
                            <a:schemeClr val="tx1">
                              <a:lumMod val="50000"/>
                              <a:lumOff val="50000"/>
                            </a:schemeClr>
                          </a:solidFill>
                          <a:latin typeface="Arial" charset="0"/>
                          <a:ea typeface="+mn-ea"/>
                          <a:cs typeface="Arial" charset="0"/>
                        </a:rPr>
                        <a:t>FileNet</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n-GB" sz="1400" kern="1200" dirty="0">
                          <a:solidFill>
                            <a:schemeClr val="tx1">
                              <a:lumMod val="50000"/>
                              <a:lumOff val="50000"/>
                            </a:schemeClr>
                          </a:solidFill>
                          <a:latin typeface="Arial" charset="0"/>
                          <a:ea typeface="+mn-ea"/>
                          <a:cs typeface="Arial" charset="0"/>
                        </a:rPr>
                        <a:t>3</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n-GB" sz="1400" kern="1200" dirty="0">
                          <a:solidFill>
                            <a:schemeClr val="tx1">
                              <a:lumMod val="50000"/>
                              <a:lumOff val="50000"/>
                            </a:schemeClr>
                          </a:solidFill>
                          <a:latin typeface="Arial" charset="0"/>
                          <a:ea typeface="+mn-ea"/>
                          <a:cs typeface="Arial" charset="0"/>
                        </a:rPr>
                        <a:t>6.000</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n-GB" sz="1400" kern="1200" dirty="0">
                          <a:solidFill>
                            <a:schemeClr val="tx1">
                              <a:lumMod val="50000"/>
                              <a:lumOff val="50000"/>
                            </a:schemeClr>
                          </a:solidFill>
                          <a:latin typeface="Arial" charset="0"/>
                          <a:ea typeface="+mn-ea"/>
                          <a:cs typeface="Arial" charset="0"/>
                        </a:rPr>
                        <a:t>2.000</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n-GB" sz="1400" b="1" kern="1200" dirty="0">
                          <a:solidFill>
                            <a:schemeClr val="tx1">
                              <a:lumMod val="50000"/>
                              <a:lumOff val="50000"/>
                            </a:schemeClr>
                          </a:solidFill>
                          <a:latin typeface="Arial" charset="0"/>
                          <a:ea typeface="+mn-ea"/>
                          <a:cs typeface="Arial" charset="0"/>
                        </a:rPr>
                        <a:t>18</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n-GB" sz="1400" b="1" kern="1200" dirty="0">
                          <a:solidFill>
                            <a:schemeClr val="tx1">
                              <a:lumMod val="50000"/>
                              <a:lumOff val="50000"/>
                            </a:schemeClr>
                          </a:solidFill>
                          <a:latin typeface="Arial" charset="0"/>
                          <a:ea typeface="+mn-ea"/>
                          <a:cs typeface="Arial" charset="0"/>
                        </a:rPr>
                        <a:t>6.570</a:t>
                      </a:r>
                    </a:p>
                  </a:txBody>
                  <a:tcPr marL="90007" marR="90007"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3" name="Rectángulo 2">
            <a:extLst>
              <a:ext uri="{FF2B5EF4-FFF2-40B4-BE49-F238E27FC236}">
                <a16:creationId xmlns:a16="http://schemas.microsoft.com/office/drawing/2014/main" id="{A8AAB48B-0161-4E1B-A846-B2489B94F53F}"/>
              </a:ext>
            </a:extLst>
          </p:cNvPr>
          <p:cNvSpPr/>
          <p:nvPr/>
        </p:nvSpPr>
        <p:spPr>
          <a:xfrm>
            <a:off x="449035" y="1309819"/>
            <a:ext cx="1980029" cy="369332"/>
          </a:xfrm>
          <a:prstGeom prst="rect">
            <a:avLst/>
          </a:prstGeom>
        </p:spPr>
        <p:txBody>
          <a:bodyPr wrap="none">
            <a:spAutoFit/>
          </a:bodyPr>
          <a:lstStyle/>
          <a:p>
            <a:r>
              <a:rPr lang="es-ES" dirty="0">
                <a:solidFill>
                  <a:srgbClr val="FF0000"/>
                </a:solidFill>
              </a:rPr>
              <a:t>Alta de contratos</a:t>
            </a:r>
            <a:endParaRPr lang="es-ES" dirty="0"/>
          </a:p>
        </p:txBody>
      </p:sp>
      <p:sp>
        <p:nvSpPr>
          <p:cNvPr id="7" name="2 Marcador de contenido">
            <a:extLst>
              <a:ext uri="{FF2B5EF4-FFF2-40B4-BE49-F238E27FC236}">
                <a16:creationId xmlns:a16="http://schemas.microsoft.com/office/drawing/2014/main" id="{BB262CDD-BAED-4A22-A5E2-536453DEBAA8}"/>
              </a:ext>
            </a:extLst>
          </p:cNvPr>
          <p:cNvSpPr txBox="1">
            <a:spLocks/>
          </p:cNvSpPr>
          <p:nvPr/>
        </p:nvSpPr>
        <p:spPr bwMode="auto">
          <a:xfrm>
            <a:off x="449035" y="3594104"/>
            <a:ext cx="9046473" cy="293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749" tIns="48875" rIns="97749" bIns="48875"/>
          <a:lstStyle>
            <a:lvl1pPr marL="457200" indent="-457200" defTabSz="977900" eaLnBrk="0" hangingPunct="0">
              <a:defRPr sz="2400">
                <a:solidFill>
                  <a:schemeClr val="tx1"/>
                </a:solidFill>
                <a:latin typeface="Arial" charset="0"/>
                <a:cs typeface="Arial" charset="0"/>
              </a:defRPr>
            </a:lvl1pPr>
            <a:lvl2pPr marL="742950" indent="-285750" defTabSz="977900" eaLnBrk="0" hangingPunct="0">
              <a:defRPr sz="2400">
                <a:solidFill>
                  <a:schemeClr val="tx1"/>
                </a:solidFill>
                <a:latin typeface="Arial" charset="0"/>
                <a:cs typeface="Arial" charset="0"/>
              </a:defRPr>
            </a:lvl2pPr>
            <a:lvl3pPr marL="1143000" indent="-228600" defTabSz="977900" eaLnBrk="0" hangingPunct="0">
              <a:defRPr sz="2400">
                <a:solidFill>
                  <a:schemeClr val="tx1"/>
                </a:solidFill>
                <a:latin typeface="Arial" charset="0"/>
                <a:cs typeface="Arial" charset="0"/>
              </a:defRPr>
            </a:lvl3pPr>
            <a:lvl4pPr marL="1600200" indent="-228600" defTabSz="977900" eaLnBrk="0" hangingPunct="0">
              <a:defRPr sz="2400">
                <a:solidFill>
                  <a:schemeClr val="tx1"/>
                </a:solidFill>
                <a:latin typeface="Arial" charset="0"/>
                <a:cs typeface="Arial" charset="0"/>
              </a:defRPr>
            </a:lvl4pPr>
            <a:lvl5pPr marL="2057400" indent="-228600" defTabSz="977900" eaLnBrk="0" hangingPunct="0">
              <a:defRPr sz="2400">
                <a:solidFill>
                  <a:schemeClr val="tx1"/>
                </a:solidFill>
                <a:latin typeface="Arial" charset="0"/>
                <a:cs typeface="Arial" charset="0"/>
              </a:defRPr>
            </a:lvl5pPr>
            <a:lvl6pPr marL="2514600" indent="-228600" defTabSz="977900" eaLnBrk="0" fontAlgn="base" hangingPunct="0">
              <a:spcBef>
                <a:spcPct val="0"/>
              </a:spcBef>
              <a:spcAft>
                <a:spcPct val="0"/>
              </a:spcAft>
              <a:defRPr sz="2400">
                <a:solidFill>
                  <a:schemeClr val="tx1"/>
                </a:solidFill>
                <a:latin typeface="Arial" charset="0"/>
                <a:cs typeface="Arial" charset="0"/>
              </a:defRPr>
            </a:lvl6pPr>
            <a:lvl7pPr marL="2971800" indent="-228600" defTabSz="977900" eaLnBrk="0" fontAlgn="base" hangingPunct="0">
              <a:spcBef>
                <a:spcPct val="0"/>
              </a:spcBef>
              <a:spcAft>
                <a:spcPct val="0"/>
              </a:spcAft>
              <a:defRPr sz="2400">
                <a:solidFill>
                  <a:schemeClr val="tx1"/>
                </a:solidFill>
                <a:latin typeface="Arial" charset="0"/>
                <a:cs typeface="Arial" charset="0"/>
              </a:defRPr>
            </a:lvl7pPr>
            <a:lvl8pPr marL="3429000" indent="-228600" defTabSz="977900" eaLnBrk="0" fontAlgn="base" hangingPunct="0">
              <a:spcBef>
                <a:spcPct val="0"/>
              </a:spcBef>
              <a:spcAft>
                <a:spcPct val="0"/>
              </a:spcAft>
              <a:defRPr sz="2400">
                <a:solidFill>
                  <a:schemeClr val="tx1"/>
                </a:solidFill>
                <a:latin typeface="Arial" charset="0"/>
                <a:cs typeface="Arial" charset="0"/>
              </a:defRPr>
            </a:lvl8pPr>
            <a:lvl9pPr marL="3886200" indent="-228600" defTabSz="977900" eaLnBrk="0" fontAlgn="base" hangingPunct="0">
              <a:spcBef>
                <a:spcPct val="0"/>
              </a:spcBef>
              <a:spcAft>
                <a:spcPct val="0"/>
              </a:spcAft>
              <a:defRPr sz="2400">
                <a:solidFill>
                  <a:schemeClr val="tx1"/>
                </a:solidFill>
                <a:latin typeface="Arial" charset="0"/>
                <a:cs typeface="Arial" charset="0"/>
              </a:defRPr>
            </a:lvl9pPr>
          </a:lstStyle>
          <a:p>
            <a:pPr marL="0" indent="0">
              <a:buClr>
                <a:srgbClr val="FF0000"/>
              </a:buClr>
              <a:defRPr/>
            </a:pPr>
            <a:r>
              <a:rPr lang="es-ES" sz="2000" dirty="0">
                <a:solidFill>
                  <a:srgbClr val="FF0000"/>
                </a:solidFill>
              </a:rPr>
              <a:t>Volumetrías : SDD</a:t>
            </a:r>
            <a:endParaRPr lang="es-ES" sz="1800" dirty="0">
              <a:solidFill>
                <a:schemeClr val="bg2"/>
              </a:solidFill>
            </a:endParaRPr>
          </a:p>
        </p:txBody>
      </p:sp>
      <p:graphicFrame>
        <p:nvGraphicFramePr>
          <p:cNvPr id="9" name="Tabla 8">
            <a:extLst>
              <a:ext uri="{FF2B5EF4-FFF2-40B4-BE49-F238E27FC236}">
                <a16:creationId xmlns:a16="http://schemas.microsoft.com/office/drawing/2014/main" id="{62D96291-89C6-4534-9B49-0191DAA3BEEB}"/>
              </a:ext>
            </a:extLst>
          </p:cNvPr>
          <p:cNvGraphicFramePr>
            <a:graphicFrameLocks noGrp="1"/>
          </p:cNvGraphicFramePr>
          <p:nvPr>
            <p:extLst>
              <p:ext uri="{D42A27DB-BD31-4B8C-83A1-F6EECF244321}">
                <p14:modId xmlns:p14="http://schemas.microsoft.com/office/powerpoint/2010/main" val="3080974722"/>
              </p:ext>
            </p:extLst>
          </p:nvPr>
        </p:nvGraphicFramePr>
        <p:xfrm>
          <a:off x="449035" y="4185261"/>
          <a:ext cx="11419115" cy="1638543"/>
        </p:xfrm>
        <a:graphic>
          <a:graphicData uri="http://schemas.openxmlformats.org/drawingml/2006/table">
            <a:tbl>
              <a:tblPr/>
              <a:tblGrid>
                <a:gridCol w="1580649">
                  <a:extLst>
                    <a:ext uri="{9D8B030D-6E8A-4147-A177-3AD203B41FA5}">
                      <a16:colId xmlns:a16="http://schemas.microsoft.com/office/drawing/2014/main" val="2120595655"/>
                    </a:ext>
                  </a:extLst>
                </a:gridCol>
                <a:gridCol w="971194">
                  <a:extLst>
                    <a:ext uri="{9D8B030D-6E8A-4147-A177-3AD203B41FA5}">
                      <a16:colId xmlns:a16="http://schemas.microsoft.com/office/drawing/2014/main" val="2256302013"/>
                    </a:ext>
                  </a:extLst>
                </a:gridCol>
                <a:gridCol w="902799">
                  <a:extLst>
                    <a:ext uri="{9D8B030D-6E8A-4147-A177-3AD203B41FA5}">
                      <a16:colId xmlns:a16="http://schemas.microsoft.com/office/drawing/2014/main" val="237110933"/>
                    </a:ext>
                  </a:extLst>
                </a:gridCol>
                <a:gridCol w="1590158">
                  <a:extLst>
                    <a:ext uri="{9D8B030D-6E8A-4147-A177-3AD203B41FA5}">
                      <a16:colId xmlns:a16="http://schemas.microsoft.com/office/drawing/2014/main" val="135801800"/>
                    </a:ext>
                  </a:extLst>
                </a:gridCol>
                <a:gridCol w="1067312">
                  <a:extLst>
                    <a:ext uri="{9D8B030D-6E8A-4147-A177-3AD203B41FA5}">
                      <a16:colId xmlns:a16="http://schemas.microsoft.com/office/drawing/2014/main" val="1249663781"/>
                    </a:ext>
                  </a:extLst>
                </a:gridCol>
                <a:gridCol w="841787">
                  <a:extLst>
                    <a:ext uri="{9D8B030D-6E8A-4147-A177-3AD203B41FA5}">
                      <a16:colId xmlns:a16="http://schemas.microsoft.com/office/drawing/2014/main" val="1157684232"/>
                    </a:ext>
                  </a:extLst>
                </a:gridCol>
                <a:gridCol w="1031841">
                  <a:extLst>
                    <a:ext uri="{9D8B030D-6E8A-4147-A177-3AD203B41FA5}">
                      <a16:colId xmlns:a16="http://schemas.microsoft.com/office/drawing/2014/main" val="1615291533"/>
                    </a:ext>
                  </a:extLst>
                </a:gridCol>
                <a:gridCol w="971194">
                  <a:extLst>
                    <a:ext uri="{9D8B030D-6E8A-4147-A177-3AD203B41FA5}">
                      <a16:colId xmlns:a16="http://schemas.microsoft.com/office/drawing/2014/main" val="3346623773"/>
                    </a:ext>
                  </a:extLst>
                </a:gridCol>
                <a:gridCol w="820727">
                  <a:extLst>
                    <a:ext uri="{9D8B030D-6E8A-4147-A177-3AD203B41FA5}">
                      <a16:colId xmlns:a16="http://schemas.microsoft.com/office/drawing/2014/main" val="2717797329"/>
                    </a:ext>
                  </a:extLst>
                </a:gridCol>
                <a:gridCol w="820727">
                  <a:extLst>
                    <a:ext uri="{9D8B030D-6E8A-4147-A177-3AD203B41FA5}">
                      <a16:colId xmlns:a16="http://schemas.microsoft.com/office/drawing/2014/main" val="992654558"/>
                    </a:ext>
                  </a:extLst>
                </a:gridCol>
                <a:gridCol w="820727">
                  <a:extLst>
                    <a:ext uri="{9D8B030D-6E8A-4147-A177-3AD203B41FA5}">
                      <a16:colId xmlns:a16="http://schemas.microsoft.com/office/drawing/2014/main" val="1847041523"/>
                    </a:ext>
                  </a:extLst>
                </a:gridCol>
              </a:tblGrid>
              <a:tr h="150220">
                <a:tc gridSpan="10">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  Volumetría</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lnL w="6350" cap="flat" cmpd="sng" algn="ctr">
                      <a:solidFill>
                        <a:srgbClr val="FFFFFF"/>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endParaRPr kumimoji="0" lang="es-ES" sz="1000" b="1" i="0" u="none" strike="noStrike" kern="1200" cap="none" normalizeH="0" baseline="0" dirty="0">
                        <a:ln>
                          <a:noFill/>
                        </a:ln>
                        <a:solidFill>
                          <a:schemeClr val="bg1"/>
                        </a:solidFill>
                        <a:effectLst/>
                        <a:latin typeface="Arial"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1785067468"/>
                  </a:ext>
                </a:extLst>
              </a:tr>
              <a:tr h="1188631">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Tipo de Conector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Nº documentos a insertar / día</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Tamaño Documento Medio</a:t>
                      </a:r>
                      <a:br>
                        <a:rPr kumimoji="0" lang="es-ES" sz="1000" b="1" i="0" u="none" strike="noStrike" kern="1200" cap="none" normalizeH="0" baseline="0" dirty="0">
                          <a:ln>
                            <a:noFill/>
                          </a:ln>
                          <a:solidFill>
                            <a:schemeClr val="bg1"/>
                          </a:solidFill>
                          <a:effectLst/>
                          <a:latin typeface="Arial" charset="0"/>
                          <a:ea typeface="+mn-ea"/>
                          <a:cs typeface="+mn-cs"/>
                        </a:rPr>
                      </a:br>
                      <a:r>
                        <a:rPr kumimoji="0" lang="es-ES" sz="1000" b="1" i="0" u="none" strike="noStrike" kern="1200" cap="none" normalizeH="0" baseline="0" dirty="0">
                          <a:ln>
                            <a:noFill/>
                          </a:ln>
                          <a:solidFill>
                            <a:schemeClr val="bg1"/>
                          </a:solidFill>
                          <a:effectLst/>
                          <a:latin typeface="Arial" charset="0"/>
                          <a:ea typeface="+mn-ea"/>
                          <a:cs typeface="+mn-cs"/>
                        </a:rPr>
                        <a:t>(Mb)</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Tamaño Documento Máximo</a:t>
                      </a:r>
                      <a:br>
                        <a:rPr kumimoji="0" lang="es-ES" sz="1000" b="1" i="0" u="none" strike="noStrike" kern="1200" cap="none" normalizeH="0" baseline="0" dirty="0">
                          <a:ln>
                            <a:noFill/>
                          </a:ln>
                          <a:solidFill>
                            <a:schemeClr val="bg1"/>
                          </a:solidFill>
                          <a:effectLst/>
                          <a:latin typeface="Arial" charset="0"/>
                          <a:ea typeface="+mn-ea"/>
                          <a:cs typeface="+mn-cs"/>
                        </a:rPr>
                      </a:br>
                      <a:r>
                        <a:rPr kumimoji="0" lang="es-ES" sz="1000" b="1" i="0" u="none" strike="noStrike" kern="1200" cap="none" normalizeH="0" baseline="0" dirty="0">
                          <a:ln>
                            <a:noFill/>
                          </a:ln>
                          <a:solidFill>
                            <a:schemeClr val="bg1"/>
                          </a:solidFill>
                          <a:effectLst/>
                          <a:latin typeface="Arial" charset="0"/>
                          <a:ea typeface="+mn-ea"/>
                          <a:cs typeface="+mn-cs"/>
                        </a:rPr>
                        <a:t>(Mb)</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Periodicidad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Destino</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Reproceso</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Postproceso</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Espacio anual requerido en la BBDD DB2</a:t>
                      </a:r>
                      <a:br>
                        <a:rPr kumimoji="0" lang="es-ES" sz="1000" b="1" i="0" u="none" strike="noStrike" kern="1200" cap="none" normalizeH="0" baseline="0" dirty="0">
                          <a:ln>
                            <a:noFill/>
                          </a:ln>
                          <a:solidFill>
                            <a:schemeClr val="bg1"/>
                          </a:solidFill>
                          <a:effectLst/>
                          <a:latin typeface="Arial" charset="0"/>
                          <a:ea typeface="+mn-ea"/>
                          <a:cs typeface="+mn-cs"/>
                        </a:rPr>
                      </a:br>
                      <a:r>
                        <a:rPr kumimoji="0" lang="es-ES" sz="1000" b="1" i="0" u="none" strike="noStrike" kern="1200" cap="none" normalizeH="0" baseline="0" dirty="0">
                          <a:ln>
                            <a:noFill/>
                          </a:ln>
                          <a:solidFill>
                            <a:schemeClr val="bg1"/>
                          </a:solidFill>
                          <a:effectLst/>
                          <a:latin typeface="Arial" charset="0"/>
                          <a:ea typeface="+mn-ea"/>
                          <a:cs typeface="+mn-cs"/>
                        </a:rPr>
                        <a:t>(Mb)</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Tamaño fichero XML Export/Import</a:t>
                      </a:r>
                      <a:br>
                        <a:rPr kumimoji="0" lang="es-ES" sz="1000" b="1" i="0" u="none" strike="noStrike" kern="1200" cap="none" normalizeH="0" baseline="0" dirty="0">
                          <a:ln>
                            <a:noFill/>
                          </a:ln>
                          <a:solidFill>
                            <a:schemeClr val="bg1"/>
                          </a:solidFill>
                          <a:effectLst/>
                          <a:latin typeface="Arial" charset="0"/>
                          <a:ea typeface="+mn-ea"/>
                          <a:cs typeface="+mn-cs"/>
                        </a:rPr>
                      </a:br>
                      <a:r>
                        <a:rPr kumimoji="0" lang="es-ES" sz="1000" b="1" i="0" u="none" strike="noStrike" kern="1200" cap="none" normalizeH="0" baseline="0" dirty="0">
                          <a:ln>
                            <a:noFill/>
                          </a:ln>
                          <a:solidFill>
                            <a:schemeClr val="bg1"/>
                          </a:solidFill>
                          <a:effectLst/>
                          <a:latin typeface="Arial" charset="0"/>
                          <a:ea typeface="+mn-ea"/>
                          <a:cs typeface="+mn-cs"/>
                        </a:rPr>
                        <a:t>(Kb)</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Volumetría </a:t>
                      </a:r>
                    </a:p>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Diario (1)</a:t>
                      </a:r>
                    </a:p>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r>
                        <a:rPr kumimoji="0" lang="es-ES" sz="1000" b="1" i="0" u="none" strike="noStrike" kern="1200" cap="none" normalizeH="0" baseline="0" dirty="0">
                          <a:ln>
                            <a:noFill/>
                          </a:ln>
                          <a:solidFill>
                            <a:schemeClr val="bg1"/>
                          </a:solidFill>
                          <a:effectLst/>
                          <a:latin typeface="Arial" charset="0"/>
                          <a:ea typeface="+mn-ea"/>
                          <a:cs typeface="+mn-cs"/>
                        </a:rPr>
                        <a:t>(Mb)</a:t>
                      </a:r>
                    </a:p>
                    <a:p>
                      <a:pPr marL="0" marR="0" lvl="0" indent="0" algn="ctr" defTabSz="914400" rtl="0" eaLnBrk="1" fontAlgn="base" latinLnBrk="0" hangingPunct="1">
                        <a:lnSpc>
                          <a:spcPct val="100000"/>
                        </a:lnSpc>
                        <a:spcBef>
                          <a:spcPct val="0"/>
                        </a:spcBef>
                        <a:spcAft>
                          <a:spcPct val="0"/>
                        </a:spcAft>
                        <a:buClr>
                          <a:schemeClr val="bg1"/>
                        </a:buClr>
                        <a:buSzPct val="25000"/>
                        <a:buFont typeface="Times" pitchFamily="18" charset="0"/>
                        <a:buNone/>
                        <a:tabLst/>
                      </a:pPr>
                      <a:endParaRPr kumimoji="0" lang="es-ES" sz="1000" b="1" i="0" u="none" strike="noStrike" kern="1200" cap="none" normalizeH="0" baseline="0" dirty="0">
                        <a:ln>
                          <a:noFill/>
                        </a:ln>
                        <a:solidFill>
                          <a:schemeClr val="bg1"/>
                        </a:solidFill>
                        <a:effectLst/>
                        <a:latin typeface="Arial"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157059666"/>
                  </a:ext>
                </a:extLst>
              </a:tr>
              <a:tr h="297512">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s-ES" sz="1400" kern="1200" dirty="0">
                          <a:solidFill>
                            <a:schemeClr val="tx1">
                              <a:lumMod val="50000"/>
                              <a:lumOff val="50000"/>
                            </a:schemeClr>
                          </a:solidFill>
                          <a:latin typeface="Arial" charset="0"/>
                          <a:ea typeface="+mn-ea"/>
                          <a:cs typeface="Arial" charset="0"/>
                        </a:rPr>
                        <a:t>Filesystem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s-ES" sz="1400" kern="1200" dirty="0">
                          <a:solidFill>
                            <a:schemeClr val="tx1">
                              <a:lumMod val="50000"/>
                              <a:lumOff val="50000"/>
                            </a:schemeClr>
                          </a:solidFill>
                          <a:latin typeface="Arial" charset="0"/>
                          <a:ea typeface="+mn-ea"/>
                          <a:cs typeface="Arial" charset="0"/>
                        </a:rPr>
                        <a:t>6000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s-ES" sz="1400" kern="1200" dirty="0">
                          <a:solidFill>
                            <a:schemeClr val="tx1">
                              <a:lumMod val="50000"/>
                              <a:lumOff val="50000"/>
                            </a:schemeClr>
                          </a:solidFill>
                          <a:latin typeface="Arial" charset="0"/>
                          <a:ea typeface="+mn-ea"/>
                          <a:cs typeface="Arial" charset="0"/>
                        </a:rPr>
                        <a:t>2 MB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s-ES" sz="1400" kern="1200" dirty="0">
                          <a:solidFill>
                            <a:schemeClr val="tx1">
                              <a:lumMod val="50000"/>
                              <a:lumOff val="50000"/>
                            </a:schemeClr>
                          </a:solidFill>
                          <a:latin typeface="Arial" charset="0"/>
                          <a:ea typeface="+mn-ea"/>
                          <a:cs typeface="Arial" charset="0"/>
                        </a:rPr>
                        <a:t>4 MB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s-ES" sz="1400" kern="1200" dirty="0">
                          <a:solidFill>
                            <a:schemeClr val="tx1">
                              <a:lumMod val="50000"/>
                              <a:lumOff val="50000"/>
                            </a:schemeClr>
                          </a:solidFill>
                          <a:latin typeface="Arial" charset="0"/>
                          <a:ea typeface="+mn-ea"/>
                          <a:cs typeface="Arial" charset="0"/>
                        </a:rPr>
                        <a:t>diaria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s-ES" sz="1400" kern="1200" dirty="0">
                          <a:solidFill>
                            <a:schemeClr val="tx1">
                              <a:lumMod val="50000"/>
                              <a:lumOff val="50000"/>
                            </a:schemeClr>
                          </a:solidFill>
                          <a:latin typeface="Arial" charset="0"/>
                          <a:ea typeface="+mn-ea"/>
                          <a:cs typeface="Arial" charset="0"/>
                        </a:rPr>
                        <a:t>FileNet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s-ES" sz="1400" kern="1200" dirty="0">
                          <a:solidFill>
                            <a:schemeClr val="tx1">
                              <a:lumMod val="50000"/>
                              <a:lumOff val="50000"/>
                            </a:schemeClr>
                          </a:solidFill>
                          <a:latin typeface="Arial" charset="0"/>
                          <a:ea typeface="+mn-ea"/>
                          <a:cs typeface="Arial" charset="0"/>
                        </a:rPr>
                        <a:t>SI</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s-ES" sz="1400" kern="1200" dirty="0">
                          <a:solidFill>
                            <a:schemeClr val="tx1">
                              <a:lumMod val="50000"/>
                              <a:lumOff val="50000"/>
                            </a:schemeClr>
                          </a:solidFill>
                          <a:latin typeface="Arial" charset="0"/>
                          <a:ea typeface="+mn-ea"/>
                          <a:cs typeface="Arial" charset="0"/>
                        </a:rPr>
                        <a:t>NO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s-ES" sz="1400" kern="1200" dirty="0">
                          <a:solidFill>
                            <a:schemeClr val="tx1">
                              <a:lumMod val="50000"/>
                              <a:lumOff val="50000"/>
                            </a:schemeClr>
                          </a:solidFill>
                          <a:latin typeface="Arial" charset="0"/>
                          <a:ea typeface="+mn-ea"/>
                          <a:cs typeface="Arial"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s-ES" sz="1400" kern="1200" dirty="0">
                          <a:solidFill>
                            <a:schemeClr val="tx1">
                              <a:lumMod val="50000"/>
                              <a:lumOff val="50000"/>
                            </a:schemeClr>
                          </a:solidFill>
                          <a:latin typeface="Arial" charset="0"/>
                          <a:ea typeface="+mn-ea"/>
                          <a:cs typeface="Arial" charset="0"/>
                        </a:rPr>
                        <a:t>15 KB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lang="es-ES" sz="1400" kern="1200" dirty="0">
                          <a:solidFill>
                            <a:schemeClr val="tx1">
                              <a:lumMod val="50000"/>
                              <a:lumOff val="50000"/>
                            </a:schemeClr>
                          </a:solidFill>
                          <a:latin typeface="Arial" charset="0"/>
                          <a:ea typeface="+mn-ea"/>
                          <a:cs typeface="Arial" charset="0"/>
                        </a:rPr>
                        <a:t>131,85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1754017"/>
                  </a:ext>
                </a:extLst>
              </a:tr>
            </a:tbl>
          </a:graphicData>
        </a:graphic>
      </p:graphicFrame>
    </p:spTree>
    <p:extLst>
      <p:ext uri="{BB962C8B-B14F-4D97-AF65-F5344CB8AC3E}">
        <p14:creationId xmlns:p14="http://schemas.microsoft.com/office/powerpoint/2010/main" val="41126426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2 Marcador de pie de página"/>
          <p:cNvSpPr txBox="1">
            <a:spLocks/>
          </p:cNvSpPr>
          <p:nvPr/>
        </p:nvSpPr>
        <p:spPr>
          <a:xfrm>
            <a:off x="0" y="42180"/>
            <a:ext cx="5549669" cy="442035"/>
          </a:xfrm>
          <a:prstGeom prst="rect">
            <a:avLst/>
          </a:prstGeom>
        </p:spPr>
        <p:txBody>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2400" dirty="0">
                <a:solidFill>
                  <a:srgbClr val="FF0000"/>
                </a:solidFill>
                <a:latin typeface="Gadugi" panose="020B0502040204020203" pitchFamily="34" charset="0"/>
              </a:rPr>
              <a:t>Volumetrías</a:t>
            </a:r>
          </a:p>
        </p:txBody>
      </p:sp>
      <p:sp>
        <p:nvSpPr>
          <p:cNvPr id="10" name="2 Marcador de contenido">
            <a:extLst>
              <a:ext uri="{FF2B5EF4-FFF2-40B4-BE49-F238E27FC236}">
                <a16:creationId xmlns:a16="http://schemas.microsoft.com/office/drawing/2014/main" id="{2A10DB17-4FD3-452C-9BFE-B5A5B7285BAE}"/>
              </a:ext>
            </a:extLst>
          </p:cNvPr>
          <p:cNvSpPr txBox="1">
            <a:spLocks/>
          </p:cNvSpPr>
          <p:nvPr/>
        </p:nvSpPr>
        <p:spPr bwMode="auto">
          <a:xfrm>
            <a:off x="718457" y="2853653"/>
            <a:ext cx="10374489" cy="350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749" tIns="48875" rIns="97749" bIns="48875"/>
          <a:lstStyle>
            <a:lvl1pPr marL="457200" indent="-457200" defTabSz="977900" eaLnBrk="0" hangingPunct="0">
              <a:defRPr sz="2400">
                <a:solidFill>
                  <a:schemeClr val="tx1"/>
                </a:solidFill>
                <a:latin typeface="Arial" charset="0"/>
                <a:cs typeface="Arial" charset="0"/>
              </a:defRPr>
            </a:lvl1pPr>
            <a:lvl2pPr marL="742950" indent="-285750" defTabSz="977900" eaLnBrk="0" hangingPunct="0">
              <a:defRPr sz="2400">
                <a:solidFill>
                  <a:schemeClr val="tx1"/>
                </a:solidFill>
                <a:latin typeface="Arial" charset="0"/>
                <a:cs typeface="Arial" charset="0"/>
              </a:defRPr>
            </a:lvl2pPr>
            <a:lvl3pPr marL="1143000" indent="-228600" defTabSz="977900" eaLnBrk="0" hangingPunct="0">
              <a:defRPr sz="2400">
                <a:solidFill>
                  <a:schemeClr val="tx1"/>
                </a:solidFill>
                <a:latin typeface="Arial" charset="0"/>
                <a:cs typeface="Arial" charset="0"/>
              </a:defRPr>
            </a:lvl3pPr>
            <a:lvl4pPr marL="1600200" indent="-228600" defTabSz="977900" eaLnBrk="0" hangingPunct="0">
              <a:defRPr sz="2400">
                <a:solidFill>
                  <a:schemeClr val="tx1"/>
                </a:solidFill>
                <a:latin typeface="Arial" charset="0"/>
                <a:cs typeface="Arial" charset="0"/>
              </a:defRPr>
            </a:lvl4pPr>
            <a:lvl5pPr marL="2057400" indent="-228600" defTabSz="977900" eaLnBrk="0" hangingPunct="0">
              <a:defRPr sz="2400">
                <a:solidFill>
                  <a:schemeClr val="tx1"/>
                </a:solidFill>
                <a:latin typeface="Arial" charset="0"/>
                <a:cs typeface="Arial" charset="0"/>
              </a:defRPr>
            </a:lvl5pPr>
            <a:lvl6pPr marL="2514600" indent="-228600" defTabSz="977900" eaLnBrk="0" fontAlgn="base" hangingPunct="0">
              <a:spcBef>
                <a:spcPct val="0"/>
              </a:spcBef>
              <a:spcAft>
                <a:spcPct val="0"/>
              </a:spcAft>
              <a:defRPr sz="2400">
                <a:solidFill>
                  <a:schemeClr val="tx1"/>
                </a:solidFill>
                <a:latin typeface="Arial" charset="0"/>
                <a:cs typeface="Arial" charset="0"/>
              </a:defRPr>
            </a:lvl6pPr>
            <a:lvl7pPr marL="2971800" indent="-228600" defTabSz="977900" eaLnBrk="0" fontAlgn="base" hangingPunct="0">
              <a:spcBef>
                <a:spcPct val="0"/>
              </a:spcBef>
              <a:spcAft>
                <a:spcPct val="0"/>
              </a:spcAft>
              <a:defRPr sz="2400">
                <a:solidFill>
                  <a:schemeClr val="tx1"/>
                </a:solidFill>
                <a:latin typeface="Arial" charset="0"/>
                <a:cs typeface="Arial" charset="0"/>
              </a:defRPr>
            </a:lvl7pPr>
            <a:lvl8pPr marL="3429000" indent="-228600" defTabSz="977900" eaLnBrk="0" fontAlgn="base" hangingPunct="0">
              <a:spcBef>
                <a:spcPct val="0"/>
              </a:spcBef>
              <a:spcAft>
                <a:spcPct val="0"/>
              </a:spcAft>
              <a:defRPr sz="2400">
                <a:solidFill>
                  <a:schemeClr val="tx1"/>
                </a:solidFill>
                <a:latin typeface="Arial" charset="0"/>
                <a:cs typeface="Arial" charset="0"/>
              </a:defRPr>
            </a:lvl8pPr>
            <a:lvl9pPr marL="3886200" indent="-228600" defTabSz="977900" eaLnBrk="0" fontAlgn="base" hangingPunct="0">
              <a:spcBef>
                <a:spcPct val="0"/>
              </a:spcBef>
              <a:spcAft>
                <a:spcPct val="0"/>
              </a:spcAft>
              <a:defRPr sz="2400">
                <a:solidFill>
                  <a:schemeClr val="tx1"/>
                </a:solidFill>
                <a:latin typeface="Arial" charset="0"/>
                <a:cs typeface="Arial" charset="0"/>
              </a:defRPr>
            </a:lvl9pPr>
          </a:lstStyle>
          <a:p>
            <a:pPr marL="0" indent="0">
              <a:buClr>
                <a:srgbClr val="FF0000"/>
              </a:buClr>
              <a:defRPr/>
            </a:pPr>
            <a:endParaRPr lang="es-ES" altLang="es-ES" sz="1600" dirty="0">
              <a:solidFill>
                <a:srgbClr val="808080"/>
              </a:solidFill>
            </a:endParaRPr>
          </a:p>
        </p:txBody>
      </p:sp>
      <p:sp>
        <p:nvSpPr>
          <p:cNvPr id="12" name="2 Marcador de contenido">
            <a:extLst>
              <a:ext uri="{FF2B5EF4-FFF2-40B4-BE49-F238E27FC236}">
                <a16:creationId xmlns:a16="http://schemas.microsoft.com/office/drawing/2014/main" id="{B887963D-5A03-4EB8-879F-D5E2142629D9}"/>
              </a:ext>
            </a:extLst>
          </p:cNvPr>
          <p:cNvSpPr txBox="1">
            <a:spLocks/>
          </p:cNvSpPr>
          <p:nvPr/>
        </p:nvSpPr>
        <p:spPr bwMode="auto">
          <a:xfrm>
            <a:off x="348047" y="654306"/>
            <a:ext cx="9144829" cy="485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749" tIns="48875" rIns="97749" bIns="48875"/>
          <a:lstStyle>
            <a:lvl1pPr marL="457200" indent="-457200" defTabSz="977900" eaLnBrk="0" hangingPunct="0">
              <a:defRPr sz="2400">
                <a:solidFill>
                  <a:schemeClr val="tx1"/>
                </a:solidFill>
                <a:latin typeface="Arial" charset="0"/>
                <a:cs typeface="Arial" charset="0"/>
              </a:defRPr>
            </a:lvl1pPr>
            <a:lvl2pPr marL="742950" indent="-285750" defTabSz="977900" eaLnBrk="0" hangingPunct="0">
              <a:defRPr sz="2400">
                <a:solidFill>
                  <a:schemeClr val="tx1"/>
                </a:solidFill>
                <a:latin typeface="Arial" charset="0"/>
                <a:cs typeface="Arial" charset="0"/>
              </a:defRPr>
            </a:lvl2pPr>
            <a:lvl3pPr marL="1143000" indent="-228600" defTabSz="977900" eaLnBrk="0" hangingPunct="0">
              <a:defRPr sz="2400">
                <a:solidFill>
                  <a:schemeClr val="tx1"/>
                </a:solidFill>
                <a:latin typeface="Arial" charset="0"/>
                <a:cs typeface="Arial" charset="0"/>
              </a:defRPr>
            </a:lvl3pPr>
            <a:lvl4pPr marL="1600200" indent="-228600" defTabSz="977900" eaLnBrk="0" hangingPunct="0">
              <a:defRPr sz="2400">
                <a:solidFill>
                  <a:schemeClr val="tx1"/>
                </a:solidFill>
                <a:latin typeface="Arial" charset="0"/>
                <a:cs typeface="Arial" charset="0"/>
              </a:defRPr>
            </a:lvl4pPr>
            <a:lvl5pPr marL="2057400" indent="-228600" defTabSz="977900" eaLnBrk="0" hangingPunct="0">
              <a:defRPr sz="2400">
                <a:solidFill>
                  <a:schemeClr val="tx1"/>
                </a:solidFill>
                <a:latin typeface="Arial" charset="0"/>
                <a:cs typeface="Arial" charset="0"/>
              </a:defRPr>
            </a:lvl5pPr>
            <a:lvl6pPr marL="2514600" indent="-228600" defTabSz="977900" eaLnBrk="0" fontAlgn="base" hangingPunct="0">
              <a:spcBef>
                <a:spcPct val="0"/>
              </a:spcBef>
              <a:spcAft>
                <a:spcPct val="0"/>
              </a:spcAft>
              <a:defRPr sz="2400">
                <a:solidFill>
                  <a:schemeClr val="tx1"/>
                </a:solidFill>
                <a:latin typeface="Arial" charset="0"/>
                <a:cs typeface="Arial" charset="0"/>
              </a:defRPr>
            </a:lvl6pPr>
            <a:lvl7pPr marL="2971800" indent="-228600" defTabSz="977900" eaLnBrk="0" fontAlgn="base" hangingPunct="0">
              <a:spcBef>
                <a:spcPct val="0"/>
              </a:spcBef>
              <a:spcAft>
                <a:spcPct val="0"/>
              </a:spcAft>
              <a:defRPr sz="2400">
                <a:solidFill>
                  <a:schemeClr val="tx1"/>
                </a:solidFill>
                <a:latin typeface="Arial" charset="0"/>
                <a:cs typeface="Arial" charset="0"/>
              </a:defRPr>
            </a:lvl7pPr>
            <a:lvl8pPr marL="3429000" indent="-228600" defTabSz="977900" eaLnBrk="0" fontAlgn="base" hangingPunct="0">
              <a:spcBef>
                <a:spcPct val="0"/>
              </a:spcBef>
              <a:spcAft>
                <a:spcPct val="0"/>
              </a:spcAft>
              <a:defRPr sz="2400">
                <a:solidFill>
                  <a:schemeClr val="tx1"/>
                </a:solidFill>
                <a:latin typeface="Arial" charset="0"/>
                <a:cs typeface="Arial" charset="0"/>
              </a:defRPr>
            </a:lvl8pPr>
            <a:lvl9pPr marL="3886200" indent="-228600" defTabSz="977900" eaLnBrk="0" fontAlgn="base" hangingPunct="0">
              <a:spcBef>
                <a:spcPct val="0"/>
              </a:spcBef>
              <a:spcAft>
                <a:spcPct val="0"/>
              </a:spcAft>
              <a:defRPr sz="2400">
                <a:solidFill>
                  <a:schemeClr val="tx1"/>
                </a:solidFill>
                <a:latin typeface="Arial" charset="0"/>
                <a:cs typeface="Arial" charset="0"/>
              </a:defRPr>
            </a:lvl9pPr>
          </a:lstStyle>
          <a:p>
            <a:pPr marL="0" indent="0">
              <a:buClr>
                <a:srgbClr val="FF0000"/>
              </a:buClr>
              <a:defRPr/>
            </a:pPr>
            <a:r>
              <a:rPr lang="es-ES" sz="2200" dirty="0">
                <a:solidFill>
                  <a:srgbClr val="FF0000"/>
                </a:solidFill>
              </a:rPr>
              <a:t>Volumetrías: Transferencia de Ficheros</a:t>
            </a:r>
          </a:p>
        </p:txBody>
      </p:sp>
      <p:graphicFrame>
        <p:nvGraphicFramePr>
          <p:cNvPr id="9" name="Tabla 8">
            <a:extLst>
              <a:ext uri="{FF2B5EF4-FFF2-40B4-BE49-F238E27FC236}">
                <a16:creationId xmlns:a16="http://schemas.microsoft.com/office/drawing/2014/main" id="{AA6FA93F-5234-4508-BCFD-3E13D753FB0B}"/>
              </a:ext>
            </a:extLst>
          </p:cNvPr>
          <p:cNvGraphicFramePr>
            <a:graphicFrameLocks noGrp="1"/>
          </p:cNvGraphicFramePr>
          <p:nvPr>
            <p:extLst>
              <p:ext uri="{D42A27DB-BD31-4B8C-83A1-F6EECF244321}">
                <p14:modId xmlns:p14="http://schemas.microsoft.com/office/powerpoint/2010/main" val="1570411478"/>
              </p:ext>
            </p:extLst>
          </p:nvPr>
        </p:nvGraphicFramePr>
        <p:xfrm>
          <a:off x="242552" y="1139728"/>
          <a:ext cx="11706895" cy="5422863"/>
        </p:xfrm>
        <a:graphic>
          <a:graphicData uri="http://schemas.openxmlformats.org/drawingml/2006/table">
            <a:tbl>
              <a:tblPr/>
              <a:tblGrid>
                <a:gridCol w="1080386">
                  <a:extLst>
                    <a:ext uri="{9D8B030D-6E8A-4147-A177-3AD203B41FA5}">
                      <a16:colId xmlns:a16="http://schemas.microsoft.com/office/drawing/2014/main" val="20000"/>
                    </a:ext>
                  </a:extLst>
                </a:gridCol>
                <a:gridCol w="795647">
                  <a:extLst>
                    <a:ext uri="{9D8B030D-6E8A-4147-A177-3AD203B41FA5}">
                      <a16:colId xmlns:a16="http://schemas.microsoft.com/office/drawing/2014/main" val="20001"/>
                    </a:ext>
                  </a:extLst>
                </a:gridCol>
                <a:gridCol w="878774">
                  <a:extLst>
                    <a:ext uri="{9D8B030D-6E8A-4147-A177-3AD203B41FA5}">
                      <a16:colId xmlns:a16="http://schemas.microsoft.com/office/drawing/2014/main" val="20002"/>
                    </a:ext>
                  </a:extLst>
                </a:gridCol>
                <a:gridCol w="997527">
                  <a:extLst>
                    <a:ext uri="{9D8B030D-6E8A-4147-A177-3AD203B41FA5}">
                      <a16:colId xmlns:a16="http://schemas.microsoft.com/office/drawing/2014/main" val="20003"/>
                    </a:ext>
                  </a:extLst>
                </a:gridCol>
                <a:gridCol w="1377537">
                  <a:extLst>
                    <a:ext uri="{9D8B030D-6E8A-4147-A177-3AD203B41FA5}">
                      <a16:colId xmlns:a16="http://schemas.microsoft.com/office/drawing/2014/main" val="20004"/>
                    </a:ext>
                  </a:extLst>
                </a:gridCol>
                <a:gridCol w="1318162">
                  <a:extLst>
                    <a:ext uri="{9D8B030D-6E8A-4147-A177-3AD203B41FA5}">
                      <a16:colId xmlns:a16="http://schemas.microsoft.com/office/drawing/2014/main" val="20005"/>
                    </a:ext>
                  </a:extLst>
                </a:gridCol>
                <a:gridCol w="676893">
                  <a:extLst>
                    <a:ext uri="{9D8B030D-6E8A-4147-A177-3AD203B41FA5}">
                      <a16:colId xmlns:a16="http://schemas.microsoft.com/office/drawing/2014/main" val="20006"/>
                    </a:ext>
                  </a:extLst>
                </a:gridCol>
                <a:gridCol w="890649">
                  <a:extLst>
                    <a:ext uri="{9D8B030D-6E8A-4147-A177-3AD203B41FA5}">
                      <a16:colId xmlns:a16="http://schemas.microsoft.com/office/drawing/2014/main" val="20007"/>
                    </a:ext>
                  </a:extLst>
                </a:gridCol>
                <a:gridCol w="1520042">
                  <a:extLst>
                    <a:ext uri="{9D8B030D-6E8A-4147-A177-3AD203B41FA5}">
                      <a16:colId xmlns:a16="http://schemas.microsoft.com/office/drawing/2014/main" val="20008"/>
                    </a:ext>
                  </a:extLst>
                </a:gridCol>
                <a:gridCol w="1009403">
                  <a:extLst>
                    <a:ext uri="{9D8B030D-6E8A-4147-A177-3AD203B41FA5}">
                      <a16:colId xmlns:a16="http://schemas.microsoft.com/office/drawing/2014/main" val="20009"/>
                    </a:ext>
                  </a:extLst>
                </a:gridCol>
                <a:gridCol w="1161875">
                  <a:extLst>
                    <a:ext uri="{9D8B030D-6E8A-4147-A177-3AD203B41FA5}">
                      <a16:colId xmlns:a16="http://schemas.microsoft.com/office/drawing/2014/main" val="20010"/>
                    </a:ext>
                  </a:extLst>
                </a:gridCol>
              </a:tblGrid>
              <a:tr h="301250">
                <a:tc gridSpan="11">
                  <a:txBody>
                    <a:bodyPr/>
                    <a:lstStyle/>
                    <a:p>
                      <a:pPr marL="0" algn="ctr" defTabSz="914400" rtl="0" eaLnBrk="1" fontAlgn="ctr" latinLnBrk="0" hangingPunct="1"/>
                      <a:r>
                        <a:rPr lang="es-ES_tradnl" sz="1200" b="0" i="0" u="none" strike="noStrike" kern="1200" dirty="0">
                          <a:solidFill>
                            <a:schemeClr val="bg1"/>
                          </a:solidFill>
                          <a:effectLst/>
                          <a:latin typeface="Arial" panose="020B0604020202020204" pitchFamily="34" charset="0"/>
                          <a:ea typeface="+mn-ea"/>
                          <a:cs typeface="Arial" panose="020B0604020202020204" pitchFamily="34" charset="0"/>
                        </a:rPr>
                        <a:t>##Transferencia de Ficheros</a:t>
                      </a:r>
                    </a:p>
                  </a:txBody>
                  <a:tcPr marL="0" marR="0" marT="0" marB="0" anchor="ctr">
                    <a:lnL>
                      <a:noFill/>
                    </a:lnL>
                    <a:lnR>
                      <a:noFill/>
                    </a:lnR>
                    <a:lnT>
                      <a:noFill/>
                    </a:lnT>
                    <a:lnB w="6350" cap="flat" cmpd="sng" algn="ctr">
                      <a:solidFill>
                        <a:srgbClr val="DA9694"/>
                      </a:solidFill>
                      <a:prstDash val="solid"/>
                      <a:round/>
                      <a:headEnd type="none" w="med" len="med"/>
                      <a:tailEnd type="none" w="med" len="med"/>
                    </a:lnB>
                    <a:solidFill>
                      <a:srgbClr val="FF0000"/>
                    </a:solidFill>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extLst>
                  <a:ext uri="{0D108BD9-81ED-4DB2-BD59-A6C34878D82A}">
                    <a16:rowId xmlns:a16="http://schemas.microsoft.com/office/drawing/2014/main" val="10000"/>
                  </a:ext>
                </a:extLst>
              </a:tr>
              <a:tr h="701153">
                <a:tc>
                  <a:txBody>
                    <a:bodyPr/>
                    <a:lstStyle/>
                    <a:p>
                      <a:pPr marL="0" algn="ctr" defTabSz="914400" rtl="0" eaLnBrk="1" fontAlgn="ctr" latinLnBrk="0" hangingPunct="1"/>
                      <a:r>
                        <a:rPr lang="es-ES_tradnl" sz="1200" b="0" i="0" u="none" strike="noStrike" kern="1200" dirty="0">
                          <a:solidFill>
                            <a:schemeClr val="bg1"/>
                          </a:solidFill>
                          <a:effectLst/>
                          <a:latin typeface="Arial" panose="020B0604020202020204" pitchFamily="34" charset="0"/>
                          <a:ea typeface="+mn-ea"/>
                          <a:cs typeface="Arial" panose="020B0604020202020204" pitchFamily="34" charset="0"/>
                        </a:rPr>
                        <a:t>Sistema Origen</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rgbClr val="FF0000"/>
                    </a:solidFill>
                  </a:tcPr>
                </a:tc>
                <a:tc>
                  <a:txBody>
                    <a:bodyPr/>
                    <a:lstStyle/>
                    <a:p>
                      <a:pPr marL="0" algn="ctr" defTabSz="914400" rtl="0" eaLnBrk="1" fontAlgn="ctr" latinLnBrk="0" hangingPunct="1"/>
                      <a:r>
                        <a:rPr lang="es-ES_tradnl" sz="1200" b="0" i="0" u="none" strike="noStrike" kern="1200" dirty="0">
                          <a:solidFill>
                            <a:schemeClr val="bg1"/>
                          </a:solidFill>
                          <a:effectLst/>
                          <a:latin typeface="Arial" panose="020B0604020202020204" pitchFamily="34" charset="0"/>
                          <a:ea typeface="+mn-ea"/>
                          <a:cs typeface="Arial" panose="020B0604020202020204" pitchFamily="34" charset="0"/>
                        </a:rPr>
                        <a:t>Sistema Destino</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rgbClr val="FF0000"/>
                    </a:solidFill>
                  </a:tcPr>
                </a:tc>
                <a:tc>
                  <a:txBody>
                    <a:bodyPr/>
                    <a:lstStyle/>
                    <a:p>
                      <a:pPr marL="0" algn="ctr" defTabSz="914400" rtl="0" eaLnBrk="1" fontAlgn="ctr" latinLnBrk="0" hangingPunct="1"/>
                      <a:r>
                        <a:rPr lang="es-ES_tradnl" sz="1200" b="0" i="0" u="none" strike="noStrike" kern="1200" dirty="0">
                          <a:solidFill>
                            <a:schemeClr val="bg1"/>
                          </a:solidFill>
                          <a:effectLst/>
                          <a:latin typeface="Arial" panose="020B0604020202020204" pitchFamily="34" charset="0"/>
                          <a:ea typeface="+mn-ea"/>
                          <a:cs typeface="Arial" panose="020B0604020202020204" pitchFamily="34" charset="0"/>
                        </a:rPr>
                        <a:t>Protocolo</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rgbClr val="FF0000"/>
                    </a:solidFill>
                  </a:tcPr>
                </a:tc>
                <a:tc>
                  <a:txBody>
                    <a:bodyPr/>
                    <a:lstStyle/>
                    <a:p>
                      <a:pPr marL="0" algn="ctr" defTabSz="914400" rtl="0" eaLnBrk="1" fontAlgn="ctr" latinLnBrk="0" hangingPunct="1"/>
                      <a:r>
                        <a:rPr lang="es-ES_tradnl" sz="1200" b="0" i="0" u="none" strike="noStrike" kern="1200" dirty="0">
                          <a:solidFill>
                            <a:schemeClr val="bg1"/>
                          </a:solidFill>
                          <a:effectLst/>
                          <a:latin typeface="Arial" panose="020B0604020202020204" pitchFamily="34" charset="0"/>
                          <a:ea typeface="+mn-ea"/>
                          <a:cs typeface="Arial" panose="020B0604020202020204" pitchFamily="34" charset="0"/>
                        </a:rPr>
                        <a:t>Tipo de Fichero</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rgbClr val="FF0000"/>
                    </a:solidFill>
                  </a:tcPr>
                </a:tc>
                <a:tc>
                  <a:txBody>
                    <a:bodyPr/>
                    <a:lstStyle/>
                    <a:p>
                      <a:pPr marL="0" algn="ctr" defTabSz="914400" rtl="0" eaLnBrk="1" fontAlgn="ctr" latinLnBrk="0" hangingPunct="1"/>
                      <a:r>
                        <a:rPr lang="es-ES_tradnl" sz="1200" b="0" i="0" u="none" strike="noStrike" kern="1200" dirty="0">
                          <a:solidFill>
                            <a:schemeClr val="bg1"/>
                          </a:solidFill>
                          <a:effectLst/>
                          <a:latin typeface="Arial" panose="020B0604020202020204" pitchFamily="34" charset="0"/>
                          <a:ea typeface="+mn-ea"/>
                          <a:cs typeface="Arial" panose="020B0604020202020204" pitchFamily="34" charset="0"/>
                        </a:rPr>
                        <a:t>Tamaño Medio Fichero</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rgbClr val="FF0000"/>
                    </a:solidFill>
                  </a:tcPr>
                </a:tc>
                <a:tc>
                  <a:txBody>
                    <a:bodyPr/>
                    <a:lstStyle/>
                    <a:p>
                      <a:pPr marL="0" algn="ctr" defTabSz="914400" rtl="0" eaLnBrk="1" fontAlgn="ctr" latinLnBrk="0" hangingPunct="1"/>
                      <a:r>
                        <a:rPr lang="es-ES_tradnl" sz="1200" b="0" i="0" u="none" strike="noStrike" kern="1200" dirty="0">
                          <a:solidFill>
                            <a:schemeClr val="bg1"/>
                          </a:solidFill>
                          <a:effectLst/>
                          <a:latin typeface="Arial" panose="020B0604020202020204" pitchFamily="34" charset="0"/>
                          <a:ea typeface="+mn-ea"/>
                          <a:cs typeface="Arial" panose="020B0604020202020204" pitchFamily="34" charset="0"/>
                        </a:rPr>
                        <a:t>Tamaño Máximo Fichero</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rgbClr val="FF0000"/>
                    </a:solidFill>
                  </a:tcPr>
                </a:tc>
                <a:tc>
                  <a:txBody>
                    <a:bodyPr/>
                    <a:lstStyle/>
                    <a:p>
                      <a:pPr marL="0" algn="ctr" defTabSz="914400" rtl="0" eaLnBrk="1" fontAlgn="ctr" latinLnBrk="0" hangingPunct="1"/>
                      <a:r>
                        <a:rPr lang="es-ES_tradnl" sz="1200" b="0" i="0" u="none" strike="noStrike" kern="1200">
                          <a:solidFill>
                            <a:schemeClr val="bg1"/>
                          </a:solidFill>
                          <a:effectLst/>
                          <a:latin typeface="Arial" panose="020B0604020202020204" pitchFamily="34" charset="0"/>
                          <a:ea typeface="+mn-ea"/>
                          <a:cs typeface="Arial" panose="020B0604020202020204" pitchFamily="34" charset="0"/>
                        </a:rPr>
                        <a:t>Dias Retención Origen </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rgbClr val="FF0000"/>
                    </a:solidFill>
                  </a:tcPr>
                </a:tc>
                <a:tc>
                  <a:txBody>
                    <a:bodyPr/>
                    <a:lstStyle/>
                    <a:p>
                      <a:pPr marL="0" algn="ctr" defTabSz="914400" rtl="0" eaLnBrk="1" fontAlgn="ctr" latinLnBrk="0" hangingPunct="1"/>
                      <a:r>
                        <a:rPr lang="es-ES_tradnl" sz="1200" b="0" i="0" u="none" strike="noStrike" kern="1200" dirty="0">
                          <a:solidFill>
                            <a:schemeClr val="bg1"/>
                          </a:solidFill>
                          <a:effectLst/>
                          <a:latin typeface="Arial" panose="020B0604020202020204" pitchFamily="34" charset="0"/>
                          <a:ea typeface="+mn-ea"/>
                          <a:cs typeface="Arial" panose="020B0604020202020204" pitchFamily="34" charset="0"/>
                        </a:rPr>
                        <a:t>Años Retención Destino</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rgbClr val="FF0000"/>
                    </a:solidFill>
                  </a:tcPr>
                </a:tc>
                <a:tc>
                  <a:txBody>
                    <a:bodyPr/>
                    <a:lstStyle/>
                    <a:p>
                      <a:pPr marL="0" algn="ctr" defTabSz="914400" rtl="0" eaLnBrk="1" fontAlgn="ctr" latinLnBrk="0" hangingPunct="1"/>
                      <a:r>
                        <a:rPr lang="es-ES_tradnl" sz="1200" b="0" i="0" u="none" strike="noStrike" kern="1200">
                          <a:solidFill>
                            <a:schemeClr val="bg1"/>
                          </a:solidFill>
                          <a:effectLst/>
                          <a:latin typeface="Arial" panose="020B0604020202020204" pitchFamily="34" charset="0"/>
                          <a:ea typeface="+mn-ea"/>
                          <a:cs typeface="Arial" panose="020B0604020202020204" pitchFamily="34" charset="0"/>
                        </a:rPr>
                        <a:t>Periodicidad</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rgbClr val="FF0000"/>
                    </a:solidFill>
                  </a:tcPr>
                </a:tc>
                <a:tc>
                  <a:txBody>
                    <a:bodyPr/>
                    <a:lstStyle/>
                    <a:p>
                      <a:pPr marL="0" algn="ctr" defTabSz="914400" rtl="0" eaLnBrk="1" fontAlgn="ctr" latinLnBrk="0" hangingPunct="1"/>
                      <a:r>
                        <a:rPr lang="es-ES_tradnl" sz="1200" b="0" i="0" u="none" strike="noStrike" kern="1200">
                          <a:solidFill>
                            <a:schemeClr val="bg1"/>
                          </a:solidFill>
                          <a:effectLst/>
                          <a:latin typeface="Arial" panose="020B0604020202020204" pitchFamily="34" charset="0"/>
                          <a:ea typeface="+mn-ea"/>
                          <a:cs typeface="Arial" panose="020B0604020202020204" pitchFamily="34" charset="0"/>
                        </a:rPr>
                        <a:t>Planificado Control-M</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rgbClr val="FF0000"/>
                    </a:solidFill>
                  </a:tcPr>
                </a:tc>
                <a:tc>
                  <a:txBody>
                    <a:bodyPr/>
                    <a:lstStyle/>
                    <a:p>
                      <a:pPr marL="0" algn="ctr" defTabSz="914400" rtl="0" eaLnBrk="1" fontAlgn="ctr" latinLnBrk="0" hangingPunct="1"/>
                      <a:r>
                        <a:rPr lang="es-ES_tradnl" sz="1200" b="0" i="0" u="none" strike="noStrike" kern="1200" dirty="0">
                          <a:solidFill>
                            <a:schemeClr val="bg1"/>
                          </a:solidFill>
                          <a:effectLst/>
                          <a:latin typeface="Arial" panose="020B0604020202020204" pitchFamily="34" charset="0"/>
                          <a:ea typeface="+mn-ea"/>
                          <a:cs typeface="Arial" panose="020B0604020202020204" pitchFamily="34" charset="0"/>
                        </a:rPr>
                        <a:t>Observaciones</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rgbClr val="FF0000"/>
                    </a:solidFill>
                  </a:tcPr>
                </a:tc>
                <a:extLst>
                  <a:ext uri="{0D108BD9-81ED-4DB2-BD59-A6C34878D82A}">
                    <a16:rowId xmlns:a16="http://schemas.microsoft.com/office/drawing/2014/main" val="10001"/>
                  </a:ext>
                </a:extLst>
              </a:tr>
              <a:tr h="1105115">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Servidor Linux  propósito General (SSMM)</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HOST</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sFTP</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err="1">
                          <a:solidFill>
                            <a:srgbClr val="000000"/>
                          </a:solidFill>
                          <a:effectLst/>
                          <a:latin typeface="Arial" panose="020B0604020202020204" pitchFamily="34" charset="0"/>
                          <a:ea typeface="+mn-ea"/>
                          <a:cs typeface="Arial" panose="020B0604020202020204" pitchFamily="34" charset="0"/>
                        </a:rPr>
                        <a:t>txt</a:t>
                      </a:r>
                      <a:endPar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88900" indent="-88900" eaLnBrk="1" hangingPunct="1">
                        <a:defRPr/>
                      </a:pPr>
                      <a:r>
                        <a:rPr lang="es-ES" sz="800" dirty="0">
                          <a:latin typeface="Arial" charset="0"/>
                        </a:rPr>
                        <a:t>-</a:t>
                      </a:r>
                      <a:r>
                        <a:rPr lang="es-ES" sz="800" dirty="0" err="1">
                          <a:latin typeface="Arial" charset="0"/>
                        </a:rPr>
                        <a:t>Nº</a:t>
                      </a:r>
                      <a:r>
                        <a:rPr lang="es-ES" sz="800" dirty="0">
                          <a:latin typeface="Arial" charset="0"/>
                        </a:rPr>
                        <a:t> medio/pico de registros/fichero = 50 / 200</a:t>
                      </a:r>
                    </a:p>
                    <a:p>
                      <a:pPr marL="88900" indent="-88900" eaLnBrk="1" hangingPunct="1">
                        <a:defRPr/>
                      </a:pPr>
                      <a:endParaRPr lang="es-ES" sz="800" dirty="0">
                        <a:latin typeface="Arial" charset="0"/>
                      </a:endParaRPr>
                    </a:p>
                    <a:p>
                      <a:pPr marL="88900" indent="-88900" eaLnBrk="1" hangingPunct="1">
                        <a:defRPr/>
                      </a:pPr>
                      <a:r>
                        <a:rPr lang="es-ES" sz="800" dirty="0">
                          <a:latin typeface="Arial" charset="0"/>
                        </a:rPr>
                        <a:t>Tamaño medio/pico /fichero = 2.5 kb/ 10 kb</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algn="ctr"/>
                      <a:r>
                        <a:rPr lang="es-ES" sz="800" b="1" kern="1200" dirty="0">
                          <a:solidFill>
                            <a:schemeClr val="tx1"/>
                          </a:solidFill>
                          <a:effectLst/>
                          <a:latin typeface="+mn-lt"/>
                          <a:ea typeface="+mn-ea"/>
                          <a:cs typeface="+mn-cs"/>
                        </a:rPr>
                        <a:t>.</a:t>
                      </a:r>
                      <a:endParaRPr lang="es-ES" sz="800" kern="1200" dirty="0">
                        <a:solidFill>
                          <a:schemeClr val="tx1"/>
                        </a:solidFill>
                        <a:effectLst/>
                        <a:latin typeface="+mn-lt"/>
                        <a:ea typeface="+mn-ea"/>
                        <a:cs typeface="+mn-cs"/>
                      </a:endParaRP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30</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a:solidFill>
                            <a:srgbClr val="FF0000"/>
                          </a:solidFill>
                          <a:effectLst/>
                          <a:latin typeface="Arial" panose="020B0604020202020204" pitchFamily="34" charset="0"/>
                          <a:ea typeface="+mn-ea"/>
                          <a:cs typeface="Arial" panose="020B0604020202020204" pitchFamily="34" charset="0"/>
                        </a:rPr>
                        <a:t>-</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diario</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si</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 sz="800" b="1" i="0" u="none" strike="noStrike" kern="1200" dirty="0">
                          <a:solidFill>
                            <a:schemeClr val="tx1"/>
                          </a:solidFill>
                          <a:effectLst/>
                          <a:latin typeface="+mn-lt"/>
                          <a:ea typeface="+mn-ea"/>
                          <a:cs typeface="+mn-cs"/>
                        </a:rPr>
                        <a:t>Proceso de cancelación de </a:t>
                      </a:r>
                      <a:r>
                        <a:rPr lang="es-ES" sz="800" b="1" i="0" u="none" strike="noStrike" kern="1200" dirty="0" err="1">
                          <a:solidFill>
                            <a:schemeClr val="tx1"/>
                          </a:solidFill>
                          <a:effectLst/>
                          <a:latin typeface="+mn-lt"/>
                          <a:ea typeface="+mn-ea"/>
                          <a:cs typeface="+mn-cs"/>
                        </a:rPr>
                        <a:t>solictud</a:t>
                      </a:r>
                      <a:r>
                        <a:rPr lang="es-ES" sz="800" b="1" i="0" u="none" strike="noStrike" kern="1200" dirty="0">
                          <a:solidFill>
                            <a:schemeClr val="tx1"/>
                          </a:solidFill>
                          <a:effectLst/>
                          <a:latin typeface="+mn-lt"/>
                          <a:ea typeface="+mn-ea"/>
                          <a:cs typeface="+mn-cs"/>
                        </a:rPr>
                        <a:t> por caducidad</a:t>
                      </a:r>
                      <a:endParaRPr lang="es-ES_tradnl" sz="800" b="0" i="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2"/>
                  </a:ext>
                </a:extLst>
              </a:tr>
              <a:tr h="1105115">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Servidor Linux  propósito General (SSMM)</a:t>
                      </a:r>
                    </a:p>
                    <a:p>
                      <a:pPr marL="0" algn="ctr" defTabSz="914400" rtl="0" eaLnBrk="1" fontAlgn="ctr" latinLnBrk="0" hangingPunct="1"/>
                      <a:endPar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Servidor Externo Universia</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sFTP</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err="1">
                          <a:solidFill>
                            <a:srgbClr val="000000"/>
                          </a:solidFill>
                          <a:effectLst/>
                          <a:latin typeface="Arial" panose="020B0604020202020204" pitchFamily="34" charset="0"/>
                          <a:ea typeface="+mn-ea"/>
                          <a:cs typeface="Arial" panose="020B0604020202020204" pitchFamily="34" charset="0"/>
                        </a:rPr>
                        <a:t>txt</a:t>
                      </a:r>
                      <a:endPar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171450" indent="-171450">
                        <a:buFont typeface="Arial" panose="020B0604020202020204" pitchFamily="34" charset="0"/>
                        <a:buChar char="•"/>
                        <a:defRPr/>
                      </a:pPr>
                      <a:r>
                        <a:rPr lang="es-ES" sz="800" b="1" dirty="0" err="1">
                          <a:solidFill>
                            <a:schemeClr val="tx1"/>
                          </a:solidFill>
                        </a:rPr>
                        <a:t>Nº</a:t>
                      </a:r>
                      <a:r>
                        <a:rPr lang="es-ES" sz="800" b="1" dirty="0">
                          <a:solidFill>
                            <a:schemeClr val="tx1"/>
                          </a:solidFill>
                        </a:rPr>
                        <a:t> medio/máximo de registros por fichero</a:t>
                      </a:r>
                      <a:r>
                        <a:rPr lang="es-ES" sz="800" dirty="0">
                          <a:solidFill>
                            <a:schemeClr val="tx1"/>
                          </a:solidFill>
                        </a:rPr>
                        <a:t>:  2.000/3.000</a:t>
                      </a:r>
                    </a:p>
                    <a:p>
                      <a:pPr marL="171450" indent="-171450">
                        <a:buFont typeface="Arial" panose="020B0604020202020204" pitchFamily="34" charset="0"/>
                        <a:buChar char="•"/>
                        <a:defRPr/>
                      </a:pPr>
                      <a:r>
                        <a:rPr lang="es-ES" sz="800" b="1" dirty="0">
                          <a:solidFill>
                            <a:schemeClr val="tx1"/>
                          </a:solidFill>
                        </a:rPr>
                        <a:t>Tamaño medio/máximo (en kb) del fichero</a:t>
                      </a:r>
                      <a:r>
                        <a:rPr lang="es-ES" sz="800" dirty="0">
                          <a:solidFill>
                            <a:schemeClr val="tx1"/>
                          </a:solidFill>
                        </a:rPr>
                        <a:t>: 2Mb / 3 Mb</a:t>
                      </a:r>
                    </a:p>
                    <a:p>
                      <a:pPr marL="171450" indent="-171450">
                        <a:buFont typeface="Arial" panose="020B0604020202020204" pitchFamily="34" charset="0"/>
                        <a:buChar char="•"/>
                        <a:defRPr/>
                      </a:pPr>
                      <a:r>
                        <a:rPr lang="es-ES" sz="800" b="1" dirty="0" err="1">
                          <a:solidFill>
                            <a:schemeClr val="tx1"/>
                          </a:solidFill>
                        </a:rPr>
                        <a:t>Nº</a:t>
                      </a:r>
                      <a:r>
                        <a:rPr lang="es-ES" sz="800" b="1" dirty="0">
                          <a:solidFill>
                            <a:schemeClr val="tx1"/>
                          </a:solidFill>
                        </a:rPr>
                        <a:t> de ficheros enviados al día</a:t>
                      </a:r>
                      <a:r>
                        <a:rPr lang="es-ES" sz="800" dirty="0">
                          <a:solidFill>
                            <a:schemeClr val="tx1"/>
                          </a:solidFill>
                        </a:rPr>
                        <a:t>: 1</a:t>
                      </a:r>
                    </a:p>
                    <a:p>
                      <a:pPr marL="88900" indent="-88900" eaLnBrk="1" hangingPunct="1">
                        <a:defRPr/>
                      </a:pPr>
                      <a:endParaRPr lang="es-ES" sz="800" dirty="0">
                        <a:latin typeface="Arial" charset="0"/>
                      </a:endParaRP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algn="ctr"/>
                      <a:r>
                        <a:rPr lang="es-ES" sz="800" b="1" kern="1200" dirty="0">
                          <a:solidFill>
                            <a:schemeClr val="tx1"/>
                          </a:solidFill>
                          <a:effectLst/>
                          <a:latin typeface="+mn-lt"/>
                          <a:ea typeface="+mn-ea"/>
                          <a:cs typeface="+mn-cs"/>
                        </a:rPr>
                        <a:t>.</a:t>
                      </a:r>
                      <a:endParaRPr lang="es-ES" sz="800" kern="1200" dirty="0">
                        <a:solidFill>
                          <a:schemeClr val="tx1"/>
                        </a:solidFill>
                        <a:effectLst/>
                        <a:latin typeface="+mn-lt"/>
                        <a:ea typeface="+mn-ea"/>
                        <a:cs typeface="+mn-cs"/>
                      </a:endParaRP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30</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diario</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si</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 sz="800" b="1" i="0" u="none" strike="noStrike" kern="1200" dirty="0">
                          <a:solidFill>
                            <a:schemeClr val="tx1"/>
                          </a:solidFill>
                          <a:effectLst/>
                          <a:latin typeface="+mn-lt"/>
                          <a:ea typeface="+mn-ea"/>
                          <a:cs typeface="+mn-cs"/>
                        </a:rPr>
                        <a:t>Proceso de </a:t>
                      </a:r>
                      <a:r>
                        <a:rPr lang="es-ES" sz="800" b="1" i="0" u="none" strike="noStrike" kern="1200" dirty="0" err="1">
                          <a:solidFill>
                            <a:schemeClr val="tx1"/>
                          </a:solidFill>
                          <a:effectLst/>
                          <a:latin typeface="+mn-lt"/>
                          <a:ea typeface="+mn-ea"/>
                          <a:cs typeface="+mn-cs"/>
                        </a:rPr>
                        <a:t>envio</a:t>
                      </a:r>
                      <a:r>
                        <a:rPr lang="es-ES" sz="800" b="1" i="0" u="none" strike="noStrike" kern="1200" dirty="0">
                          <a:solidFill>
                            <a:schemeClr val="tx1"/>
                          </a:solidFill>
                          <a:effectLst/>
                          <a:latin typeface="+mn-lt"/>
                          <a:ea typeface="+mn-ea"/>
                          <a:cs typeface="+mn-cs"/>
                        </a:rPr>
                        <a:t> de información a </a:t>
                      </a:r>
                      <a:r>
                        <a:rPr lang="es-ES" sz="800" b="1" i="0" u="none" strike="noStrike" kern="1200" dirty="0" err="1">
                          <a:solidFill>
                            <a:schemeClr val="tx1"/>
                          </a:solidFill>
                          <a:effectLst/>
                          <a:latin typeface="+mn-lt"/>
                          <a:ea typeface="+mn-ea"/>
                          <a:cs typeface="+mn-cs"/>
                        </a:rPr>
                        <a:t>Uversia</a:t>
                      </a:r>
                      <a:endParaRPr lang="es-ES_tradnl" sz="800" b="0" i="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63261885"/>
                  </a:ext>
                </a:extLst>
              </a:tr>
              <a:tr h="1105115">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Servidor Linux  propósito General (SSMM)</a:t>
                      </a:r>
                    </a:p>
                    <a:p>
                      <a:pPr marL="0" algn="ctr" defTabSz="914400" rtl="0" eaLnBrk="1" fontAlgn="ctr" latinLnBrk="0" hangingPunct="1"/>
                      <a:endPar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Servidor Externo Confirma</a:t>
                      </a:r>
                    </a:p>
                    <a:p>
                      <a:pPr marL="0" marR="0" lvl="0" indent="0" algn="ctr" defTabSz="914400" rtl="0" eaLnBrk="1" fontAlgn="ctr" latinLnBrk="0" hangingPunct="1">
                        <a:lnSpc>
                          <a:spcPct val="100000"/>
                        </a:lnSpc>
                        <a:spcBef>
                          <a:spcPts val="0"/>
                        </a:spcBef>
                        <a:spcAft>
                          <a:spcPts val="0"/>
                        </a:spcAft>
                        <a:buClrTx/>
                        <a:buSzTx/>
                        <a:buFontTx/>
                        <a:buNone/>
                        <a:tabLst/>
                        <a:defRPr/>
                      </a:pPr>
                      <a:endPar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sFTP</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err="1">
                          <a:solidFill>
                            <a:srgbClr val="000000"/>
                          </a:solidFill>
                          <a:effectLst/>
                          <a:latin typeface="Arial" panose="020B0604020202020204" pitchFamily="34" charset="0"/>
                          <a:ea typeface="+mn-ea"/>
                          <a:cs typeface="Arial" panose="020B0604020202020204" pitchFamily="34" charset="0"/>
                        </a:rPr>
                        <a:t>txt</a:t>
                      </a:r>
                      <a:endPar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171450" indent="-171450">
                        <a:buFont typeface="Arial" panose="020B0604020202020204" pitchFamily="34" charset="0"/>
                        <a:buChar char="•"/>
                        <a:defRPr/>
                      </a:pPr>
                      <a:r>
                        <a:rPr lang="es-ES" sz="800" b="1" dirty="0" err="1">
                          <a:solidFill>
                            <a:schemeClr val="tx1"/>
                          </a:solidFill>
                        </a:rPr>
                        <a:t>Nº</a:t>
                      </a:r>
                      <a:r>
                        <a:rPr lang="es-ES" sz="800" b="1" dirty="0">
                          <a:solidFill>
                            <a:schemeClr val="tx1"/>
                          </a:solidFill>
                        </a:rPr>
                        <a:t> medio/máximo de registros por fichero</a:t>
                      </a:r>
                      <a:r>
                        <a:rPr lang="es-ES" sz="800" dirty="0">
                          <a:solidFill>
                            <a:schemeClr val="tx1"/>
                          </a:solidFill>
                        </a:rPr>
                        <a:t>:  500</a:t>
                      </a:r>
                    </a:p>
                    <a:p>
                      <a:pPr marL="171450" indent="-171450">
                        <a:buFont typeface="Arial" panose="020B0604020202020204" pitchFamily="34" charset="0"/>
                        <a:buChar char="•"/>
                        <a:defRPr/>
                      </a:pPr>
                      <a:r>
                        <a:rPr lang="es-ES" sz="800" b="1" dirty="0">
                          <a:solidFill>
                            <a:schemeClr val="tx1"/>
                          </a:solidFill>
                        </a:rPr>
                        <a:t>Tamaño medio/máximo (en kb) del fichero</a:t>
                      </a:r>
                      <a:r>
                        <a:rPr lang="es-ES" sz="800" dirty="0">
                          <a:solidFill>
                            <a:schemeClr val="tx1"/>
                          </a:solidFill>
                        </a:rPr>
                        <a:t>: 50kb</a:t>
                      </a:r>
                    </a:p>
                    <a:p>
                      <a:pPr marL="171450" indent="-171450">
                        <a:buFont typeface="Arial" panose="020B0604020202020204" pitchFamily="34" charset="0"/>
                        <a:buChar char="•"/>
                        <a:defRPr/>
                      </a:pPr>
                      <a:r>
                        <a:rPr lang="es-ES" sz="800" b="1" dirty="0" err="1">
                          <a:solidFill>
                            <a:schemeClr val="tx1"/>
                          </a:solidFill>
                        </a:rPr>
                        <a:t>Nº</a:t>
                      </a:r>
                      <a:r>
                        <a:rPr lang="es-ES" sz="800" b="1" dirty="0">
                          <a:solidFill>
                            <a:schemeClr val="tx1"/>
                          </a:solidFill>
                        </a:rPr>
                        <a:t> de ficheros enviados al día</a:t>
                      </a:r>
                      <a:r>
                        <a:rPr lang="es-ES" sz="800" dirty="0">
                          <a:solidFill>
                            <a:schemeClr val="tx1"/>
                          </a:solidFill>
                        </a:rPr>
                        <a:t>: 1</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algn="ctr"/>
                      <a:r>
                        <a:rPr lang="es-ES" sz="800" b="1" kern="1200" dirty="0">
                          <a:solidFill>
                            <a:schemeClr val="tx1"/>
                          </a:solidFill>
                          <a:effectLst/>
                          <a:latin typeface="+mn-lt"/>
                          <a:ea typeface="+mn-ea"/>
                          <a:cs typeface="+mn-cs"/>
                        </a:rPr>
                        <a:t>.</a:t>
                      </a:r>
                      <a:endParaRPr lang="es-ES" sz="800" kern="1200" dirty="0">
                        <a:solidFill>
                          <a:schemeClr val="tx1"/>
                        </a:solidFill>
                        <a:effectLst/>
                        <a:latin typeface="+mn-lt"/>
                        <a:ea typeface="+mn-ea"/>
                        <a:cs typeface="+mn-cs"/>
                      </a:endParaRP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30</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diario</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si</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 sz="800" b="1" i="0" u="none" strike="noStrike" kern="1200" dirty="0">
                          <a:solidFill>
                            <a:schemeClr val="tx1"/>
                          </a:solidFill>
                          <a:effectLst/>
                          <a:latin typeface="+mn-lt"/>
                          <a:ea typeface="+mn-ea"/>
                          <a:cs typeface="+mn-cs"/>
                        </a:rPr>
                        <a:t>Proceso de </a:t>
                      </a:r>
                      <a:r>
                        <a:rPr lang="es-ES" sz="800" b="1" i="0" u="none" strike="noStrike" kern="1200" dirty="0" err="1">
                          <a:solidFill>
                            <a:schemeClr val="tx1"/>
                          </a:solidFill>
                          <a:effectLst/>
                          <a:latin typeface="+mn-lt"/>
                          <a:ea typeface="+mn-ea"/>
                          <a:cs typeface="+mn-cs"/>
                        </a:rPr>
                        <a:t>envio</a:t>
                      </a:r>
                      <a:r>
                        <a:rPr lang="es-ES" sz="800" b="1" i="0" u="none" strike="noStrike" kern="1200" dirty="0">
                          <a:solidFill>
                            <a:schemeClr val="tx1"/>
                          </a:solidFill>
                          <a:effectLst/>
                          <a:latin typeface="+mn-lt"/>
                          <a:ea typeface="+mn-ea"/>
                          <a:cs typeface="+mn-cs"/>
                        </a:rPr>
                        <a:t> de información a Confirma</a:t>
                      </a:r>
                      <a:endParaRPr lang="es-ES_tradnl" sz="800" b="0" i="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125518220"/>
                  </a:ext>
                </a:extLst>
              </a:tr>
              <a:tr h="1105115">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Servidor Linux  propósito General (SSMM)</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FS de dominio Campañas</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sFTP</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err="1">
                          <a:solidFill>
                            <a:srgbClr val="000000"/>
                          </a:solidFill>
                          <a:effectLst/>
                          <a:latin typeface="Arial" panose="020B0604020202020204" pitchFamily="34" charset="0"/>
                          <a:ea typeface="+mn-ea"/>
                          <a:cs typeface="Arial" panose="020B0604020202020204" pitchFamily="34" charset="0"/>
                        </a:rPr>
                        <a:t>txt</a:t>
                      </a:r>
                      <a:endPar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171450" indent="-171450">
                        <a:buFont typeface="Arial" panose="020B0604020202020204" pitchFamily="34" charset="0"/>
                        <a:buChar char="•"/>
                        <a:defRPr/>
                      </a:pPr>
                      <a:r>
                        <a:rPr lang="es-ES" sz="800" b="1" dirty="0" err="1">
                          <a:solidFill>
                            <a:schemeClr val="tx1"/>
                          </a:solidFill>
                        </a:rPr>
                        <a:t>Nº</a:t>
                      </a:r>
                      <a:r>
                        <a:rPr lang="es-ES" sz="800" b="1" dirty="0">
                          <a:solidFill>
                            <a:schemeClr val="tx1"/>
                          </a:solidFill>
                        </a:rPr>
                        <a:t> medio/máximo de registros por fichero</a:t>
                      </a:r>
                      <a:r>
                        <a:rPr lang="es-ES" sz="800" dirty="0">
                          <a:solidFill>
                            <a:schemeClr val="tx1"/>
                          </a:solidFill>
                        </a:rPr>
                        <a:t>:  20</a:t>
                      </a:r>
                    </a:p>
                    <a:p>
                      <a:pPr marL="171450" indent="-171450">
                        <a:buFont typeface="Arial" panose="020B0604020202020204" pitchFamily="34" charset="0"/>
                        <a:buChar char="•"/>
                        <a:defRPr/>
                      </a:pPr>
                      <a:r>
                        <a:rPr lang="es-ES" sz="800" b="1" dirty="0">
                          <a:solidFill>
                            <a:schemeClr val="tx1"/>
                          </a:solidFill>
                        </a:rPr>
                        <a:t>Tamaño medio/máximo (en kb) del fichero</a:t>
                      </a:r>
                      <a:r>
                        <a:rPr lang="es-ES" sz="800" dirty="0">
                          <a:solidFill>
                            <a:schemeClr val="tx1"/>
                          </a:solidFill>
                        </a:rPr>
                        <a:t>: 2Kb</a:t>
                      </a:r>
                    </a:p>
                    <a:p>
                      <a:pPr marL="171450" indent="-171450">
                        <a:buFont typeface="Arial" panose="020B0604020202020204" pitchFamily="34" charset="0"/>
                        <a:buChar char="•"/>
                        <a:defRPr/>
                      </a:pPr>
                      <a:r>
                        <a:rPr lang="es-ES" sz="800" b="1" dirty="0" err="1">
                          <a:solidFill>
                            <a:schemeClr val="tx1"/>
                          </a:solidFill>
                        </a:rPr>
                        <a:t>Nº</a:t>
                      </a:r>
                      <a:r>
                        <a:rPr lang="es-ES" sz="800" b="1" dirty="0">
                          <a:solidFill>
                            <a:schemeClr val="tx1"/>
                          </a:solidFill>
                        </a:rPr>
                        <a:t> de ficheros enviados al día</a:t>
                      </a:r>
                      <a:r>
                        <a:rPr lang="es-ES" sz="800" dirty="0">
                          <a:solidFill>
                            <a:schemeClr val="tx1"/>
                          </a:solidFill>
                        </a:rPr>
                        <a:t>: 1</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algn="ctr"/>
                      <a:r>
                        <a:rPr lang="es-ES" sz="800" b="1" kern="1200" dirty="0">
                          <a:solidFill>
                            <a:schemeClr val="tx1"/>
                          </a:solidFill>
                          <a:effectLst/>
                          <a:latin typeface="+mn-lt"/>
                          <a:ea typeface="+mn-ea"/>
                          <a:cs typeface="+mn-cs"/>
                        </a:rPr>
                        <a:t>.</a:t>
                      </a:r>
                      <a:endParaRPr lang="es-ES" sz="800" kern="1200" dirty="0">
                        <a:solidFill>
                          <a:schemeClr val="tx1"/>
                        </a:solidFill>
                        <a:effectLst/>
                        <a:latin typeface="+mn-lt"/>
                        <a:ea typeface="+mn-ea"/>
                        <a:cs typeface="+mn-cs"/>
                      </a:endParaRP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30</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a:solidFill>
                            <a:srgbClr val="FF0000"/>
                          </a:solidFill>
                          <a:effectLst/>
                          <a:latin typeface="Arial" panose="020B0604020202020204" pitchFamily="34" charset="0"/>
                          <a:ea typeface="+mn-ea"/>
                          <a:cs typeface="Arial" panose="020B0604020202020204" pitchFamily="34" charset="0"/>
                        </a:rPr>
                        <a:t>.</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diario</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_tradnl" sz="1200" b="0" i="0" u="none" strike="noStrike" kern="1200" dirty="0">
                          <a:solidFill>
                            <a:srgbClr val="000000"/>
                          </a:solidFill>
                          <a:effectLst/>
                          <a:latin typeface="Arial" panose="020B0604020202020204" pitchFamily="34" charset="0"/>
                          <a:ea typeface="+mn-ea"/>
                          <a:cs typeface="Arial" panose="020B0604020202020204" pitchFamily="34" charset="0"/>
                        </a:rPr>
                        <a:t>si</a:t>
                      </a: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fontAlgn="ctr" latinLnBrk="0" hangingPunct="1"/>
                      <a:r>
                        <a:rPr lang="es-ES" sz="800" b="1" i="0" u="none" strike="noStrike" kern="1200" dirty="0">
                          <a:solidFill>
                            <a:schemeClr val="tx1"/>
                          </a:solidFill>
                          <a:effectLst/>
                          <a:latin typeface="+mn-lt"/>
                          <a:ea typeface="+mn-ea"/>
                          <a:cs typeface="+mn-cs"/>
                        </a:rPr>
                        <a:t>Proceso de </a:t>
                      </a:r>
                      <a:r>
                        <a:rPr lang="es-ES" sz="800" b="1" i="0" u="none" strike="noStrike" kern="1200" dirty="0" err="1">
                          <a:solidFill>
                            <a:schemeClr val="tx1"/>
                          </a:solidFill>
                          <a:effectLst/>
                          <a:latin typeface="+mn-lt"/>
                          <a:ea typeface="+mn-ea"/>
                          <a:cs typeface="+mn-cs"/>
                        </a:rPr>
                        <a:t>envio</a:t>
                      </a:r>
                      <a:r>
                        <a:rPr lang="es-ES" sz="800" b="1" i="0" u="none" strike="noStrike" kern="1200" dirty="0">
                          <a:solidFill>
                            <a:schemeClr val="tx1"/>
                          </a:solidFill>
                          <a:effectLst/>
                          <a:latin typeface="+mn-lt"/>
                          <a:ea typeface="+mn-ea"/>
                          <a:cs typeface="+mn-cs"/>
                        </a:rPr>
                        <a:t> de información a sistema de adhesión de campañas</a:t>
                      </a:r>
                      <a:endParaRPr lang="es-ES_tradnl" sz="800" b="0" i="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L w="6350" cap="flat" cmpd="sng" algn="ctr">
                      <a:solidFill>
                        <a:srgbClr val="DA9694"/>
                      </a:solidFill>
                      <a:prstDash val="solid"/>
                      <a:round/>
                      <a:headEnd type="none" w="med" len="med"/>
                      <a:tailEnd type="none" w="med" len="med"/>
                    </a:lnL>
                    <a:lnR w="6350" cap="flat" cmpd="sng" algn="ctr">
                      <a:solidFill>
                        <a:srgbClr val="DA9694"/>
                      </a:solidFill>
                      <a:prstDash val="solid"/>
                      <a:round/>
                      <a:headEnd type="none" w="med" len="med"/>
                      <a:tailEnd type="none" w="med" len="med"/>
                    </a:lnR>
                    <a:lnT w="6350" cap="flat" cmpd="sng" algn="ctr">
                      <a:solidFill>
                        <a:srgbClr val="DA9694"/>
                      </a:solidFill>
                      <a:prstDash val="solid"/>
                      <a:round/>
                      <a:headEnd type="none" w="med" len="med"/>
                      <a:tailEnd type="none" w="med" len="med"/>
                    </a:lnT>
                    <a:lnB w="6350" cap="flat" cmpd="sng" algn="ctr">
                      <a:solidFill>
                        <a:srgbClr val="DA9694"/>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714841174"/>
                  </a:ext>
                </a:extLst>
              </a:tr>
            </a:tbl>
          </a:graphicData>
        </a:graphic>
      </p:graphicFrame>
    </p:spTree>
    <p:extLst>
      <p:ext uri="{BB962C8B-B14F-4D97-AF65-F5344CB8AC3E}">
        <p14:creationId xmlns:p14="http://schemas.microsoft.com/office/powerpoint/2010/main" val="10025774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2 Marcador de pie de página"/>
          <p:cNvSpPr txBox="1">
            <a:spLocks/>
          </p:cNvSpPr>
          <p:nvPr/>
        </p:nvSpPr>
        <p:spPr>
          <a:xfrm>
            <a:off x="0" y="42180"/>
            <a:ext cx="8928514" cy="442035"/>
          </a:xfrm>
          <a:prstGeom prst="rect">
            <a:avLst/>
          </a:prstGeom>
        </p:spPr>
        <p:txBody>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2400" dirty="0">
                <a:solidFill>
                  <a:srgbClr val="FF0000"/>
                </a:solidFill>
                <a:latin typeface="Gadugi" panose="020B0502040204020203" pitchFamily="34" charset="0"/>
              </a:rPr>
              <a:t>Hardware, Software y Alta Disponibilidad</a:t>
            </a:r>
          </a:p>
        </p:txBody>
      </p:sp>
      <p:sp>
        <p:nvSpPr>
          <p:cNvPr id="20" name="Rectangle 4">
            <a:extLst>
              <a:ext uri="{FF2B5EF4-FFF2-40B4-BE49-F238E27FC236}">
                <a16:creationId xmlns:a16="http://schemas.microsoft.com/office/drawing/2014/main" id="{7A06D9D2-1607-4045-A83D-35252A9DCF86}"/>
              </a:ext>
            </a:extLst>
          </p:cNvPr>
          <p:cNvSpPr>
            <a:spLocks noChangeArrowheads="1"/>
          </p:cNvSpPr>
          <p:nvPr/>
        </p:nvSpPr>
        <p:spPr bwMode="auto">
          <a:xfrm>
            <a:off x="489364" y="1987872"/>
            <a:ext cx="8439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ts val="2400"/>
              </a:lnSpc>
              <a:spcBef>
                <a:spcPct val="20000"/>
              </a:spcBef>
              <a:buClr>
                <a:srgbClr val="FFFFFF"/>
              </a:buClr>
              <a:buSzPct val="25000"/>
              <a:buFont typeface="Times" charset="0"/>
              <a:buChar char="•"/>
              <a:defRPr/>
            </a:pPr>
            <a:endParaRPr lang="es-ES_tradnl" sz="2000" kern="0" dirty="0">
              <a:solidFill>
                <a:srgbClr val="FF0000"/>
              </a:solidFill>
              <a:latin typeface="Arial" panose="020B0604020202020204" pitchFamily="34" charset="0"/>
            </a:endParaRPr>
          </a:p>
        </p:txBody>
      </p:sp>
      <p:sp>
        <p:nvSpPr>
          <p:cNvPr id="2" name="Rectángulo 1">
            <a:extLst>
              <a:ext uri="{FF2B5EF4-FFF2-40B4-BE49-F238E27FC236}">
                <a16:creationId xmlns:a16="http://schemas.microsoft.com/office/drawing/2014/main" id="{3F380023-6E84-4AD7-B1FB-64A83492B468}"/>
              </a:ext>
            </a:extLst>
          </p:cNvPr>
          <p:cNvSpPr/>
          <p:nvPr/>
        </p:nvSpPr>
        <p:spPr>
          <a:xfrm>
            <a:off x="489364" y="663304"/>
            <a:ext cx="11125200" cy="701731"/>
          </a:xfrm>
          <a:prstGeom prst="rect">
            <a:avLst/>
          </a:prstGeom>
        </p:spPr>
        <p:txBody>
          <a:bodyPr wrap="square">
            <a:spAutoFit/>
          </a:bodyPr>
          <a:lstStyle/>
          <a:p>
            <a:pPr defTabSz="844083"/>
            <a:endParaRPr lang="es-ES" altLang="es-ES" dirty="0">
              <a:solidFill>
                <a:schemeClr val="bg1">
                  <a:lumMod val="50000"/>
                </a:schemeClr>
              </a:solidFill>
              <a:latin typeface="Arial" charset="0"/>
              <a:cs typeface="Arial" charset="0"/>
            </a:endParaRPr>
          </a:p>
          <a:p>
            <a:pPr fontAlgn="t">
              <a:spcBef>
                <a:spcPct val="20000"/>
              </a:spcBef>
              <a:spcAft>
                <a:spcPct val="0"/>
              </a:spcAft>
              <a:defRPr/>
            </a:pPr>
            <a:endParaRPr lang="it-IT" dirty="0">
              <a:solidFill>
                <a:schemeClr val="bg1">
                  <a:lumMod val="50000"/>
                </a:schemeClr>
              </a:solidFill>
              <a:latin typeface="Arial" charset="0"/>
              <a:cs typeface="Arial" charset="0"/>
            </a:endParaRPr>
          </a:p>
        </p:txBody>
      </p:sp>
      <p:sp>
        <p:nvSpPr>
          <p:cNvPr id="11" name="Rectangle 1">
            <a:extLst>
              <a:ext uri="{FF2B5EF4-FFF2-40B4-BE49-F238E27FC236}">
                <a16:creationId xmlns:a16="http://schemas.microsoft.com/office/drawing/2014/main" id="{4511CB86-772B-4F71-84F1-1A2D4ED0C004}"/>
              </a:ext>
            </a:extLst>
          </p:cNvPr>
          <p:cNvSpPr>
            <a:spLocks noChangeArrowheads="1"/>
          </p:cNvSpPr>
          <p:nvPr/>
        </p:nvSpPr>
        <p:spPr bwMode="auto">
          <a:xfrm>
            <a:off x="2577376" y="3260294"/>
            <a:ext cx="170525" cy="341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4406" tIns="42203" rIns="84406" bIns="42203" numCol="1" anchor="ctr" anchorCtr="0" compatLnSpc="1">
            <a:prstTxWarp prst="textNoShape">
              <a:avLst/>
            </a:prstTxWarp>
            <a:spAutoFit/>
          </a:bodyPr>
          <a:lstStyle/>
          <a:p>
            <a:endParaRPr lang="es-ES" sz="1662" dirty="0"/>
          </a:p>
        </p:txBody>
      </p:sp>
      <p:sp>
        <p:nvSpPr>
          <p:cNvPr id="15" name="Rectangle 156">
            <a:extLst>
              <a:ext uri="{FF2B5EF4-FFF2-40B4-BE49-F238E27FC236}">
                <a16:creationId xmlns:a16="http://schemas.microsoft.com/office/drawing/2014/main" id="{CBDC93E5-958C-4782-9262-8EE90CDE8682}"/>
              </a:ext>
            </a:extLst>
          </p:cNvPr>
          <p:cNvSpPr>
            <a:spLocks noChangeArrowheads="1"/>
          </p:cNvSpPr>
          <p:nvPr/>
        </p:nvSpPr>
        <p:spPr bwMode="auto">
          <a:xfrm>
            <a:off x="643325" y="424807"/>
            <a:ext cx="10620284" cy="2630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844083"/>
            <a:r>
              <a:rPr lang="es-ES" altLang="es-ES" sz="923" dirty="0">
                <a:solidFill>
                  <a:srgbClr val="000000"/>
                </a:solidFill>
                <a:latin typeface="Calibri" panose="020F0502020204030204" pitchFamily="34" charset="0"/>
              </a:rPr>
              <a:t> </a:t>
            </a:r>
            <a:endParaRPr lang="es-ES" altLang="es-ES" sz="1477" dirty="0">
              <a:solidFill>
                <a:srgbClr val="000000"/>
              </a:solidFill>
              <a:latin typeface="Calibri" panose="020F0502020204030204" pitchFamily="34" charset="0"/>
            </a:endParaRPr>
          </a:p>
          <a:p>
            <a:pPr lvl="0">
              <a:buClrTx/>
            </a:pPr>
            <a:r>
              <a:rPr lang="es-ES" altLang="es-ES" sz="1477" u="sng" dirty="0">
                <a:solidFill>
                  <a:srgbClr val="808080"/>
                </a:solidFill>
                <a:latin typeface="Arial"/>
              </a:rPr>
              <a:t>BD Oracle </a:t>
            </a:r>
            <a:r>
              <a:rPr lang="es-ES" altLang="es-ES" sz="1477" dirty="0">
                <a:solidFill>
                  <a:srgbClr val="808080"/>
                </a:solidFill>
                <a:latin typeface="Arial"/>
              </a:rPr>
              <a:t>: </a:t>
            </a:r>
          </a:p>
          <a:p>
            <a:pPr lvl="0">
              <a:buClrTx/>
            </a:pPr>
            <a:endParaRPr lang="es-ES" altLang="es-ES" sz="1477" dirty="0">
              <a:solidFill>
                <a:srgbClr val="808080"/>
              </a:solidFill>
              <a:latin typeface="Arial"/>
            </a:endParaRPr>
          </a:p>
          <a:p>
            <a:pPr marL="263776" indent="-263776">
              <a:buFont typeface="Arial" panose="020B0604020202020204" pitchFamily="34" charset="0"/>
              <a:buChar char="•"/>
            </a:pPr>
            <a:r>
              <a:rPr lang="es-ES" altLang="es-ES" sz="1477" dirty="0">
                <a:solidFill>
                  <a:srgbClr val="808080"/>
                </a:solidFill>
                <a:latin typeface="Arial"/>
              </a:rPr>
              <a:t>Según datos de volumetría tendremos el siguiente incremento de sizing en esta base de datos</a:t>
            </a:r>
          </a:p>
          <a:p>
            <a:pPr marL="263776" indent="-263776">
              <a:buFont typeface="Arial" panose="020B0604020202020204" pitchFamily="34" charset="0"/>
              <a:buChar char="•"/>
            </a:pPr>
            <a:r>
              <a:rPr lang="es-ES" altLang="es-ES" sz="1477" dirty="0">
                <a:solidFill>
                  <a:srgbClr val="808080"/>
                </a:solidFill>
                <a:latin typeface="Arial"/>
              </a:rPr>
              <a:t>Se desplegarán &lt; 5 tablas en la base de datos nueva, según datos indicados en los siguientes apartados</a:t>
            </a:r>
          </a:p>
          <a:p>
            <a:pPr marL="263776" indent="-263776">
              <a:buFont typeface="Arial" panose="020B0604020202020204" pitchFamily="34" charset="0"/>
              <a:buChar char="•"/>
            </a:pPr>
            <a:r>
              <a:rPr lang="es-ES" altLang="es-ES" sz="1477" dirty="0">
                <a:solidFill>
                  <a:srgbClr val="808080"/>
                </a:solidFill>
                <a:latin typeface="Arial"/>
              </a:rPr>
              <a:t>Tendríamos unos accesos concurrentes de &lt; 1 acceso/segundo</a:t>
            </a:r>
          </a:p>
          <a:p>
            <a:pPr marL="263776" indent="-263776">
              <a:buFont typeface="Arial" panose="020B0604020202020204" pitchFamily="34" charset="0"/>
              <a:buChar char="•"/>
            </a:pPr>
            <a:r>
              <a:rPr lang="es-ES" altLang="es-ES" sz="1477" dirty="0">
                <a:solidFill>
                  <a:srgbClr val="808080"/>
                </a:solidFill>
                <a:latin typeface="Arial"/>
              </a:rPr>
              <a:t>Red Backend Internet</a:t>
            </a:r>
          </a:p>
          <a:p>
            <a:pPr marL="285750" indent="-285750">
              <a:buFont typeface="Arial" panose="020B0604020202020204" pitchFamily="34" charset="0"/>
              <a:buChar char="•"/>
            </a:pPr>
            <a:r>
              <a:rPr lang="es-ES" altLang="es-ES" sz="1400" dirty="0">
                <a:solidFill>
                  <a:srgbClr val="808080"/>
                </a:solidFill>
                <a:latin typeface="Arial"/>
              </a:rPr>
              <a:t>El encoding de la base de datos es AL32UTF8</a:t>
            </a:r>
          </a:p>
          <a:p>
            <a:endParaRPr lang="es-ES" altLang="es-ES" sz="1477" dirty="0">
              <a:solidFill>
                <a:srgbClr val="000000"/>
              </a:solidFill>
              <a:latin typeface="Calibri" panose="020F0502020204030204" pitchFamily="34" charset="0"/>
            </a:endParaRPr>
          </a:p>
          <a:p>
            <a:pPr marL="263776" indent="-263776" defTabSz="844083">
              <a:buFontTx/>
              <a:buChar char="-"/>
            </a:pPr>
            <a:endParaRPr lang="es-ES" altLang="es-ES" sz="1477" dirty="0">
              <a:solidFill>
                <a:srgbClr val="000000"/>
              </a:solidFill>
              <a:latin typeface="Calibri" panose="020F0502020204030204" pitchFamily="34" charset="0"/>
            </a:endParaRPr>
          </a:p>
          <a:p>
            <a:pPr marL="263776" indent="-263776" defTabSz="844083">
              <a:buFontTx/>
              <a:buChar char="-"/>
            </a:pPr>
            <a:endParaRPr lang="es-ES" altLang="es-ES" sz="1477" dirty="0">
              <a:solidFill>
                <a:srgbClr val="000000"/>
              </a:solidFill>
              <a:latin typeface="Calibri" panose="020F0502020204030204" pitchFamily="34" charset="0"/>
            </a:endParaRPr>
          </a:p>
          <a:p>
            <a:pPr defTabSz="844083"/>
            <a:endParaRPr lang="es-ES" altLang="es-ES" sz="1477" dirty="0"/>
          </a:p>
        </p:txBody>
      </p:sp>
      <p:graphicFrame>
        <p:nvGraphicFramePr>
          <p:cNvPr id="16" name="Tabla 15">
            <a:extLst>
              <a:ext uri="{FF2B5EF4-FFF2-40B4-BE49-F238E27FC236}">
                <a16:creationId xmlns:a16="http://schemas.microsoft.com/office/drawing/2014/main" id="{4E40E7DF-1096-4EBB-9B29-021C292851B4}"/>
              </a:ext>
            </a:extLst>
          </p:cNvPr>
          <p:cNvGraphicFramePr>
            <a:graphicFrameLocks noGrp="1"/>
          </p:cNvGraphicFramePr>
          <p:nvPr>
            <p:extLst>
              <p:ext uri="{D42A27DB-BD31-4B8C-83A1-F6EECF244321}">
                <p14:modId xmlns:p14="http://schemas.microsoft.com/office/powerpoint/2010/main" val="3360280914"/>
              </p:ext>
            </p:extLst>
          </p:nvPr>
        </p:nvGraphicFramePr>
        <p:xfrm>
          <a:off x="1056789" y="2497430"/>
          <a:ext cx="10335222" cy="1263685"/>
        </p:xfrm>
        <a:graphic>
          <a:graphicData uri="http://schemas.openxmlformats.org/drawingml/2006/table">
            <a:tbl>
              <a:tblPr/>
              <a:tblGrid>
                <a:gridCol w="1555507">
                  <a:extLst>
                    <a:ext uri="{9D8B030D-6E8A-4147-A177-3AD203B41FA5}">
                      <a16:colId xmlns:a16="http://schemas.microsoft.com/office/drawing/2014/main" val="3771167623"/>
                    </a:ext>
                  </a:extLst>
                </a:gridCol>
                <a:gridCol w="797150">
                  <a:extLst>
                    <a:ext uri="{9D8B030D-6E8A-4147-A177-3AD203B41FA5}">
                      <a16:colId xmlns:a16="http://schemas.microsoft.com/office/drawing/2014/main" val="100815221"/>
                    </a:ext>
                  </a:extLst>
                </a:gridCol>
                <a:gridCol w="1405922">
                  <a:extLst>
                    <a:ext uri="{9D8B030D-6E8A-4147-A177-3AD203B41FA5}">
                      <a16:colId xmlns:a16="http://schemas.microsoft.com/office/drawing/2014/main" val="3829512120"/>
                    </a:ext>
                  </a:extLst>
                </a:gridCol>
                <a:gridCol w="1038892">
                  <a:extLst>
                    <a:ext uri="{9D8B030D-6E8A-4147-A177-3AD203B41FA5}">
                      <a16:colId xmlns:a16="http://schemas.microsoft.com/office/drawing/2014/main" val="4016530745"/>
                    </a:ext>
                  </a:extLst>
                </a:gridCol>
                <a:gridCol w="1150993">
                  <a:extLst>
                    <a:ext uri="{9D8B030D-6E8A-4147-A177-3AD203B41FA5}">
                      <a16:colId xmlns:a16="http://schemas.microsoft.com/office/drawing/2014/main" val="1137248747"/>
                    </a:ext>
                  </a:extLst>
                </a:gridCol>
                <a:gridCol w="1477108">
                  <a:extLst>
                    <a:ext uri="{9D8B030D-6E8A-4147-A177-3AD203B41FA5}">
                      <a16:colId xmlns:a16="http://schemas.microsoft.com/office/drawing/2014/main" val="4067902239"/>
                    </a:ext>
                  </a:extLst>
                </a:gridCol>
                <a:gridCol w="1093444">
                  <a:extLst>
                    <a:ext uri="{9D8B030D-6E8A-4147-A177-3AD203B41FA5}">
                      <a16:colId xmlns:a16="http://schemas.microsoft.com/office/drawing/2014/main" val="997556198"/>
                    </a:ext>
                  </a:extLst>
                </a:gridCol>
                <a:gridCol w="1816206">
                  <a:extLst>
                    <a:ext uri="{9D8B030D-6E8A-4147-A177-3AD203B41FA5}">
                      <a16:colId xmlns:a16="http://schemas.microsoft.com/office/drawing/2014/main" val="3894105389"/>
                    </a:ext>
                  </a:extLst>
                </a:gridCol>
              </a:tblGrid>
              <a:tr h="485106">
                <a:tc>
                  <a:txBody>
                    <a:bodyPr/>
                    <a:lstStyle/>
                    <a:p>
                      <a:pPr algn="ctr" fontAlgn="ctr"/>
                      <a:r>
                        <a:rPr lang="es-ES" sz="1300" b="1" i="0" u="none" strike="noStrike" dirty="0">
                          <a:solidFill>
                            <a:srgbClr val="FFFFFF"/>
                          </a:solidFill>
                          <a:effectLst/>
                          <a:latin typeface="+mj-lt"/>
                        </a:rPr>
                        <a:t>Descripción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s-ES" sz="1300" b="1" i="0" u="none" strike="noStrike" dirty="0">
                          <a:solidFill>
                            <a:srgbClr val="FFFFFF"/>
                          </a:solidFill>
                          <a:effectLst/>
                          <a:latin typeface="+mj-lt"/>
                        </a:rPr>
                        <a:t>Tipo Gestor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s-ES" sz="1300" b="1" i="0" u="none" strike="noStrike" dirty="0">
                          <a:solidFill>
                            <a:srgbClr val="FFFFFF"/>
                          </a:solidFill>
                          <a:effectLst/>
                          <a:latin typeface="+mj-lt"/>
                        </a:rPr>
                        <a:t>Tamaño</a:t>
                      </a:r>
                    </a:p>
                    <a:p>
                      <a:pPr algn="ctr" fontAlgn="ctr"/>
                      <a:r>
                        <a:rPr lang="es-ES" sz="1300" b="1" i="0" u="none" strike="noStrike" dirty="0">
                          <a:solidFill>
                            <a:srgbClr val="FFFFFF"/>
                          </a:solidFill>
                          <a:effectLst/>
                          <a:latin typeface="+mj-lt"/>
                        </a:rPr>
                        <a:t>Datos + Índices</a:t>
                      </a:r>
                      <a:br>
                        <a:rPr lang="es-ES" sz="1300" b="1" i="0" u="none" strike="noStrike" dirty="0">
                          <a:solidFill>
                            <a:srgbClr val="FFFFFF"/>
                          </a:solidFill>
                          <a:effectLst/>
                          <a:latin typeface="+mj-lt"/>
                        </a:rPr>
                      </a:br>
                      <a:r>
                        <a:rPr lang="es-ES" sz="1300" b="1" i="0" u="none" strike="noStrike" dirty="0">
                          <a:solidFill>
                            <a:srgbClr val="FFFFFF"/>
                          </a:solidFill>
                          <a:effectLst/>
                          <a:latin typeface="+mj-lt"/>
                        </a:rPr>
                        <a:t>(Teras)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s-ES" sz="1300" b="1" i="0" u="none" strike="noStrike" dirty="0">
                          <a:solidFill>
                            <a:srgbClr val="FFFFFF"/>
                          </a:solidFill>
                          <a:effectLst/>
                          <a:latin typeface="+mj-lt"/>
                        </a:rPr>
                        <a:t> Periodo Estimado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s-ES" sz="1300" b="1" i="0" u="none" strike="noStrike" dirty="0">
                          <a:solidFill>
                            <a:srgbClr val="FFFFFF"/>
                          </a:solidFill>
                          <a:effectLst/>
                          <a:latin typeface="+mj-lt"/>
                        </a:rPr>
                        <a:t>Crecimiento Anual (GB)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s-ES" sz="1300" b="1" i="0" u="none" strike="noStrike" dirty="0">
                          <a:solidFill>
                            <a:srgbClr val="FFFFFF"/>
                          </a:solidFill>
                          <a:effectLst/>
                          <a:latin typeface="+mj-lt"/>
                        </a:rPr>
                        <a:t>Particionamiento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s-ES" sz="1300" b="1" i="0" u="none" strike="noStrike" dirty="0">
                          <a:solidFill>
                            <a:srgbClr val="FFFFFF"/>
                          </a:solidFill>
                          <a:effectLst/>
                          <a:latin typeface="+mj-lt"/>
                        </a:rPr>
                        <a:t>Profundidad Histórica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s-ES" sz="1300" b="1" i="0" u="none" strike="noStrike" dirty="0">
                          <a:solidFill>
                            <a:srgbClr val="FFFFFF"/>
                          </a:solidFill>
                          <a:effectLst/>
                          <a:latin typeface="+mj-lt"/>
                        </a:rPr>
                        <a:t>Observaciones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188692156"/>
                  </a:ext>
                </a:extLst>
              </a:tr>
              <a:tr h="669325">
                <a:tc>
                  <a:txBody>
                    <a:bodyPr/>
                    <a:lstStyle/>
                    <a:p>
                      <a:pPr marL="0" marR="0" lvl="1" indent="0" algn="ctr" defTabSz="914400" rtl="0" eaLnBrk="1" fontAlgn="base" latinLnBrk="0" hangingPunct="1">
                        <a:lnSpc>
                          <a:spcPct val="100000"/>
                        </a:lnSpc>
                        <a:spcBef>
                          <a:spcPct val="20000"/>
                        </a:spcBef>
                        <a:spcAft>
                          <a:spcPct val="0"/>
                        </a:spcAft>
                        <a:buClr>
                          <a:srgbClr val="FF0000"/>
                        </a:buClr>
                        <a:buSzTx/>
                        <a:buFont typeface="Arial" panose="020B0604020202020204" pitchFamily="34" charset="0"/>
                        <a:buNone/>
                        <a:tabLst/>
                        <a:defRPr/>
                      </a:pPr>
                      <a:r>
                        <a:rPr lang="es-ES" sz="1000" kern="1200" dirty="0">
                          <a:solidFill>
                            <a:srgbClr val="808080"/>
                          </a:solidFill>
                          <a:latin typeface="Arial"/>
                          <a:ea typeface="+mn-ea"/>
                          <a:cs typeface="+mn-cs"/>
                        </a:rPr>
                        <a:t>BBDD Oracle</a:t>
                      </a:r>
                    </a:p>
                    <a:p>
                      <a:pPr marL="0" marR="0" lvl="1" indent="0" algn="ctr" defTabSz="914400" rtl="0" eaLnBrk="1" fontAlgn="base" latinLnBrk="0" hangingPunct="1">
                        <a:lnSpc>
                          <a:spcPct val="100000"/>
                        </a:lnSpc>
                        <a:spcBef>
                          <a:spcPct val="20000"/>
                        </a:spcBef>
                        <a:spcAft>
                          <a:spcPct val="0"/>
                        </a:spcAft>
                        <a:buClr>
                          <a:srgbClr val="FF0000"/>
                        </a:buClr>
                        <a:buSzTx/>
                        <a:buFont typeface="Arial" panose="020B0604020202020204" pitchFamily="34" charset="0"/>
                        <a:buNone/>
                        <a:tabLst/>
                        <a:defRPr/>
                      </a:pPr>
                      <a:r>
                        <a:rPr lang="es-ES" sz="1000" kern="1200" dirty="0">
                          <a:solidFill>
                            <a:srgbClr val="808080"/>
                          </a:solidFill>
                          <a:latin typeface="Arial"/>
                          <a:ea typeface="+mn-ea"/>
                          <a:cs typeface="+mn-cs"/>
                        </a:rPr>
                        <a:t>(</a:t>
                      </a:r>
                      <a:r>
                        <a:rPr lang="es-ES" sz="1000" kern="1200" dirty="0" err="1">
                          <a:solidFill>
                            <a:srgbClr val="808080"/>
                          </a:solidFill>
                          <a:latin typeface="Arial"/>
                          <a:ea typeface="+mn-ea"/>
                          <a:cs typeface="+mn-cs"/>
                        </a:rPr>
                        <a:t>Hagase</a:t>
                      </a:r>
                      <a:r>
                        <a:rPr lang="es-ES" sz="1000" kern="1200" dirty="0">
                          <a:solidFill>
                            <a:srgbClr val="808080"/>
                          </a:solidFill>
                          <a:latin typeface="Arial"/>
                          <a:ea typeface="+mn-ea"/>
                          <a:cs typeface="+mn-cs"/>
                        </a:rPr>
                        <a:t> Cliente)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1" indent="0" algn="ctr" defTabSz="914400" rtl="0" eaLnBrk="1" fontAlgn="base" latinLnBrk="0" hangingPunct="1">
                        <a:lnSpc>
                          <a:spcPct val="100000"/>
                        </a:lnSpc>
                        <a:spcBef>
                          <a:spcPct val="20000"/>
                        </a:spcBef>
                        <a:spcAft>
                          <a:spcPct val="0"/>
                        </a:spcAft>
                        <a:buClr>
                          <a:srgbClr val="FF0000"/>
                        </a:buClr>
                        <a:buSzTx/>
                        <a:buFont typeface="Arial" panose="020B0604020202020204" pitchFamily="34" charset="0"/>
                        <a:buNone/>
                        <a:tabLst/>
                        <a:defRPr/>
                      </a:pPr>
                      <a:r>
                        <a:rPr lang="es-ES" sz="1000" kern="1200" dirty="0">
                          <a:solidFill>
                            <a:srgbClr val="808080"/>
                          </a:solidFill>
                          <a:latin typeface="Arial"/>
                          <a:ea typeface="+mn-ea"/>
                          <a:cs typeface="+mn-cs"/>
                        </a:rPr>
                        <a:t>Oracle 12c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1" indent="0" algn="ctr" defTabSz="914400" rtl="0" eaLnBrk="1" fontAlgn="base" latinLnBrk="0" hangingPunct="1">
                        <a:lnSpc>
                          <a:spcPct val="100000"/>
                        </a:lnSpc>
                        <a:spcBef>
                          <a:spcPct val="20000"/>
                        </a:spcBef>
                        <a:spcAft>
                          <a:spcPct val="0"/>
                        </a:spcAft>
                        <a:buClr>
                          <a:srgbClr val="FF0000"/>
                        </a:buClr>
                        <a:buSzTx/>
                        <a:buFont typeface="Arial" panose="020B0604020202020204" pitchFamily="34" charset="0"/>
                        <a:buNone/>
                        <a:tabLst/>
                        <a:defRPr/>
                      </a:pPr>
                      <a:r>
                        <a:rPr lang="es-ES" sz="1000" kern="1200" dirty="0">
                          <a:solidFill>
                            <a:srgbClr val="808080"/>
                          </a:solidFill>
                          <a:latin typeface="Arial"/>
                          <a:ea typeface="+mn-ea"/>
                          <a:cs typeface="+mn-cs"/>
                        </a:rPr>
                        <a:t>50 GB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1" indent="0" algn="ctr" defTabSz="914400" rtl="0" eaLnBrk="1" fontAlgn="base" latinLnBrk="0" hangingPunct="1">
                        <a:lnSpc>
                          <a:spcPct val="100000"/>
                        </a:lnSpc>
                        <a:spcBef>
                          <a:spcPct val="20000"/>
                        </a:spcBef>
                        <a:spcAft>
                          <a:spcPct val="0"/>
                        </a:spcAft>
                        <a:buClr>
                          <a:srgbClr val="FF0000"/>
                        </a:buClr>
                        <a:buSzTx/>
                        <a:buFont typeface="Arial" panose="020B0604020202020204" pitchFamily="34" charset="0"/>
                        <a:buNone/>
                        <a:tabLst/>
                        <a:defRPr/>
                      </a:pPr>
                      <a:r>
                        <a:rPr lang="es-ES" sz="1000" kern="1200" dirty="0">
                          <a:solidFill>
                            <a:srgbClr val="808080"/>
                          </a:solidFill>
                          <a:latin typeface="Arial"/>
                          <a:ea typeface="+mn-ea"/>
                          <a:cs typeface="+mn-cs"/>
                        </a:rPr>
                        <a:t>1 año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1" indent="0" algn="ctr" defTabSz="914400" rtl="0" eaLnBrk="1" fontAlgn="base" latinLnBrk="0" hangingPunct="1">
                        <a:lnSpc>
                          <a:spcPct val="100000"/>
                        </a:lnSpc>
                        <a:spcBef>
                          <a:spcPct val="20000"/>
                        </a:spcBef>
                        <a:spcAft>
                          <a:spcPct val="0"/>
                        </a:spcAft>
                        <a:buClr>
                          <a:srgbClr val="FF0000"/>
                        </a:buClr>
                        <a:buSzTx/>
                        <a:buFont typeface="Arial" panose="020B0604020202020204" pitchFamily="34" charset="0"/>
                        <a:buNone/>
                        <a:tabLst/>
                        <a:defRPr/>
                      </a:pPr>
                      <a:r>
                        <a:rPr lang="es-ES" sz="1000" kern="1200" dirty="0">
                          <a:solidFill>
                            <a:srgbClr val="808080"/>
                          </a:solidFill>
                          <a:latin typeface="Arial"/>
                          <a:ea typeface="+mn-ea"/>
                          <a:cs typeface="+mn-cs"/>
                        </a:rPr>
                        <a:t>1 GB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1" indent="0" algn="ctr" defTabSz="914400" rtl="0" eaLnBrk="1" fontAlgn="base" latinLnBrk="0" hangingPunct="1">
                        <a:lnSpc>
                          <a:spcPct val="100000"/>
                        </a:lnSpc>
                        <a:spcBef>
                          <a:spcPct val="20000"/>
                        </a:spcBef>
                        <a:spcAft>
                          <a:spcPct val="0"/>
                        </a:spcAft>
                        <a:buClr>
                          <a:srgbClr val="FF0000"/>
                        </a:buClr>
                        <a:buSzTx/>
                        <a:buFont typeface="Arial" panose="020B0604020202020204" pitchFamily="34" charset="0"/>
                        <a:buNone/>
                        <a:tabLst/>
                        <a:defRPr/>
                      </a:pPr>
                      <a:r>
                        <a:rPr lang="es-ES" sz="1000" kern="1200" dirty="0">
                          <a:solidFill>
                            <a:srgbClr val="808080"/>
                          </a:solidFill>
                          <a:latin typeface="Arial"/>
                          <a:ea typeface="+mn-ea"/>
                          <a:cs typeface="+mn-cs"/>
                        </a:rPr>
                        <a:t>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1" indent="0" algn="ctr" defTabSz="914400" rtl="0" eaLnBrk="1" fontAlgn="base" latinLnBrk="0" hangingPunct="1">
                        <a:lnSpc>
                          <a:spcPct val="100000"/>
                        </a:lnSpc>
                        <a:spcBef>
                          <a:spcPct val="20000"/>
                        </a:spcBef>
                        <a:spcAft>
                          <a:spcPct val="0"/>
                        </a:spcAft>
                        <a:buClr>
                          <a:srgbClr val="FF0000"/>
                        </a:buClr>
                        <a:buSzTx/>
                        <a:buFont typeface="Arial" panose="020B0604020202020204" pitchFamily="34" charset="0"/>
                        <a:buNone/>
                        <a:tabLst/>
                        <a:defRPr/>
                      </a:pPr>
                      <a:r>
                        <a:rPr lang="es-ES" sz="1000" kern="1200" dirty="0">
                          <a:solidFill>
                            <a:srgbClr val="808080"/>
                          </a:solidFill>
                          <a:latin typeface="Arial"/>
                          <a:ea typeface="+mn-ea"/>
                          <a:cs typeface="+mn-cs"/>
                        </a:rPr>
                        <a:t>4 meses (datos de “Usuario”)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1" indent="0" algn="ctr" defTabSz="914400" rtl="0" eaLnBrk="1" fontAlgn="base" latinLnBrk="0" hangingPunct="1">
                        <a:lnSpc>
                          <a:spcPct val="100000"/>
                        </a:lnSpc>
                        <a:spcBef>
                          <a:spcPct val="20000"/>
                        </a:spcBef>
                        <a:spcAft>
                          <a:spcPct val="0"/>
                        </a:spcAft>
                        <a:buClr>
                          <a:srgbClr val="FF0000"/>
                        </a:buClr>
                        <a:buSzTx/>
                        <a:buFont typeface="Arial" panose="020B0604020202020204" pitchFamily="34" charset="0"/>
                        <a:buNone/>
                        <a:tabLst/>
                        <a:defRPr/>
                      </a:pPr>
                      <a:endParaRPr lang="es-ES" sz="1200" kern="1200" dirty="0">
                        <a:solidFill>
                          <a:srgbClr val="808080"/>
                        </a:solidFill>
                        <a:latin typeface="Arial"/>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803430891"/>
                  </a:ext>
                </a:extLst>
              </a:tr>
            </a:tbl>
          </a:graphicData>
        </a:graphic>
      </p:graphicFrame>
      <p:pic>
        <p:nvPicPr>
          <p:cNvPr id="17" name="Imagen 16">
            <a:extLst>
              <a:ext uri="{FF2B5EF4-FFF2-40B4-BE49-F238E27FC236}">
                <a16:creationId xmlns:a16="http://schemas.microsoft.com/office/drawing/2014/main" id="{FA4DB6DA-6265-421C-9B05-74A51AAEE74E}"/>
              </a:ext>
            </a:extLst>
          </p:cNvPr>
          <p:cNvPicPr>
            <a:picLocks noChangeAspect="1"/>
          </p:cNvPicPr>
          <p:nvPr/>
        </p:nvPicPr>
        <p:blipFill>
          <a:blip r:embed="rId3"/>
          <a:stretch>
            <a:fillRect/>
          </a:stretch>
        </p:blipFill>
        <p:spPr>
          <a:xfrm>
            <a:off x="1056790" y="4121811"/>
            <a:ext cx="10335221" cy="1714330"/>
          </a:xfrm>
          <a:prstGeom prst="rect">
            <a:avLst/>
          </a:prstGeom>
        </p:spPr>
      </p:pic>
      <p:pic>
        <p:nvPicPr>
          <p:cNvPr id="3" name="Imagen 2">
            <a:extLst>
              <a:ext uri="{FF2B5EF4-FFF2-40B4-BE49-F238E27FC236}">
                <a16:creationId xmlns:a16="http://schemas.microsoft.com/office/drawing/2014/main" id="{F57AB366-2F66-4CF4-924F-9D8221B38A8E}"/>
              </a:ext>
            </a:extLst>
          </p:cNvPr>
          <p:cNvPicPr>
            <a:picLocks noChangeAspect="1"/>
          </p:cNvPicPr>
          <p:nvPr/>
        </p:nvPicPr>
        <p:blipFill>
          <a:blip r:embed="rId4"/>
          <a:stretch>
            <a:fillRect/>
          </a:stretch>
        </p:blipFill>
        <p:spPr>
          <a:xfrm>
            <a:off x="4971549" y="4750635"/>
            <a:ext cx="323850" cy="142875"/>
          </a:xfrm>
          <a:prstGeom prst="rect">
            <a:avLst/>
          </a:prstGeom>
        </p:spPr>
      </p:pic>
      <p:pic>
        <p:nvPicPr>
          <p:cNvPr id="4" name="Imagen 3">
            <a:extLst>
              <a:ext uri="{FF2B5EF4-FFF2-40B4-BE49-F238E27FC236}">
                <a16:creationId xmlns:a16="http://schemas.microsoft.com/office/drawing/2014/main" id="{7F4FF16C-0CF2-4147-9BED-DE928656ACA4}"/>
              </a:ext>
            </a:extLst>
          </p:cNvPr>
          <p:cNvPicPr>
            <a:picLocks noChangeAspect="1"/>
          </p:cNvPicPr>
          <p:nvPr/>
        </p:nvPicPr>
        <p:blipFill>
          <a:blip r:embed="rId4"/>
          <a:stretch>
            <a:fillRect/>
          </a:stretch>
        </p:blipFill>
        <p:spPr>
          <a:xfrm>
            <a:off x="4971549" y="5150513"/>
            <a:ext cx="323850" cy="142875"/>
          </a:xfrm>
          <a:prstGeom prst="rect">
            <a:avLst/>
          </a:prstGeom>
        </p:spPr>
      </p:pic>
      <p:pic>
        <p:nvPicPr>
          <p:cNvPr id="5" name="Imagen 4">
            <a:extLst>
              <a:ext uri="{FF2B5EF4-FFF2-40B4-BE49-F238E27FC236}">
                <a16:creationId xmlns:a16="http://schemas.microsoft.com/office/drawing/2014/main" id="{2FA90453-F473-431F-B6EB-1FE13D1DFBD1}"/>
              </a:ext>
            </a:extLst>
          </p:cNvPr>
          <p:cNvPicPr>
            <a:picLocks noChangeAspect="1"/>
          </p:cNvPicPr>
          <p:nvPr/>
        </p:nvPicPr>
        <p:blipFill>
          <a:blip r:embed="rId4"/>
          <a:stretch>
            <a:fillRect/>
          </a:stretch>
        </p:blipFill>
        <p:spPr>
          <a:xfrm>
            <a:off x="4971549" y="5527750"/>
            <a:ext cx="323850" cy="142875"/>
          </a:xfrm>
          <a:prstGeom prst="rect">
            <a:avLst/>
          </a:prstGeom>
        </p:spPr>
      </p:pic>
      <p:sp>
        <p:nvSpPr>
          <p:cNvPr id="7" name="Rectángulo 6">
            <a:extLst>
              <a:ext uri="{FF2B5EF4-FFF2-40B4-BE49-F238E27FC236}">
                <a16:creationId xmlns:a16="http://schemas.microsoft.com/office/drawing/2014/main" id="{FDCFC12E-57D7-4E52-8C6C-8511E95B9E35}"/>
              </a:ext>
            </a:extLst>
          </p:cNvPr>
          <p:cNvSpPr/>
          <p:nvPr/>
        </p:nvSpPr>
        <p:spPr>
          <a:xfrm>
            <a:off x="5067802" y="4652680"/>
            <a:ext cx="312906" cy="369332"/>
          </a:xfrm>
          <a:prstGeom prst="rect">
            <a:avLst/>
          </a:prstGeom>
        </p:spPr>
        <p:txBody>
          <a:bodyPr wrap="none">
            <a:spAutoFit/>
          </a:bodyPr>
          <a:lstStyle/>
          <a:p>
            <a:r>
              <a:rPr lang="es-ES" dirty="0">
                <a:solidFill>
                  <a:srgbClr val="808080"/>
                </a:solidFill>
                <a:latin typeface="Arial"/>
              </a:rPr>
              <a:t>5</a:t>
            </a:r>
            <a:endParaRPr lang="es-ES" dirty="0"/>
          </a:p>
        </p:txBody>
      </p:sp>
      <p:sp>
        <p:nvSpPr>
          <p:cNvPr id="18" name="Rectángulo 17">
            <a:extLst>
              <a:ext uri="{FF2B5EF4-FFF2-40B4-BE49-F238E27FC236}">
                <a16:creationId xmlns:a16="http://schemas.microsoft.com/office/drawing/2014/main" id="{0C73DBF1-D33E-4016-8F18-32E65B9652DD}"/>
              </a:ext>
            </a:extLst>
          </p:cNvPr>
          <p:cNvSpPr/>
          <p:nvPr/>
        </p:nvSpPr>
        <p:spPr>
          <a:xfrm>
            <a:off x="4908983" y="5037284"/>
            <a:ext cx="441146" cy="369332"/>
          </a:xfrm>
          <a:prstGeom prst="rect">
            <a:avLst/>
          </a:prstGeom>
        </p:spPr>
        <p:txBody>
          <a:bodyPr wrap="none">
            <a:spAutoFit/>
          </a:bodyPr>
          <a:lstStyle/>
          <a:p>
            <a:r>
              <a:rPr lang="es-ES" dirty="0">
                <a:solidFill>
                  <a:srgbClr val="808080"/>
                </a:solidFill>
                <a:latin typeface="Arial"/>
              </a:rPr>
              <a:t>15</a:t>
            </a:r>
            <a:endParaRPr lang="es-ES" dirty="0"/>
          </a:p>
        </p:txBody>
      </p:sp>
      <p:sp>
        <p:nvSpPr>
          <p:cNvPr id="19" name="Rectángulo 18">
            <a:extLst>
              <a:ext uri="{FF2B5EF4-FFF2-40B4-BE49-F238E27FC236}">
                <a16:creationId xmlns:a16="http://schemas.microsoft.com/office/drawing/2014/main" id="{0BC07155-4F3F-4A3F-A45D-4F2FB0506DBA}"/>
              </a:ext>
            </a:extLst>
          </p:cNvPr>
          <p:cNvSpPr/>
          <p:nvPr/>
        </p:nvSpPr>
        <p:spPr>
          <a:xfrm>
            <a:off x="4908983" y="5414521"/>
            <a:ext cx="441146" cy="369332"/>
          </a:xfrm>
          <a:prstGeom prst="rect">
            <a:avLst/>
          </a:prstGeom>
        </p:spPr>
        <p:txBody>
          <a:bodyPr wrap="none">
            <a:spAutoFit/>
          </a:bodyPr>
          <a:lstStyle/>
          <a:p>
            <a:r>
              <a:rPr lang="es-ES" dirty="0">
                <a:solidFill>
                  <a:srgbClr val="808080"/>
                </a:solidFill>
                <a:latin typeface="Arial"/>
              </a:rPr>
              <a:t>50</a:t>
            </a:r>
            <a:endParaRPr lang="es-ES" dirty="0"/>
          </a:p>
        </p:txBody>
      </p:sp>
    </p:spTree>
    <p:extLst>
      <p:ext uri="{BB962C8B-B14F-4D97-AF65-F5344CB8AC3E}">
        <p14:creationId xmlns:p14="http://schemas.microsoft.com/office/powerpoint/2010/main" val="6168904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2 Marcador de contenido"/>
          <p:cNvSpPr txBox="1">
            <a:spLocks/>
          </p:cNvSpPr>
          <p:nvPr/>
        </p:nvSpPr>
        <p:spPr bwMode="auto">
          <a:xfrm>
            <a:off x="782516" y="573590"/>
            <a:ext cx="8403981" cy="433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230" tIns="45115" rIns="90230" bIns="45115"/>
          <a:lstStyle>
            <a:lvl1pPr marL="457200" indent="-457200" defTabSz="977900" eaLnBrk="0" hangingPunct="0">
              <a:defRPr sz="2400">
                <a:solidFill>
                  <a:schemeClr val="tx1"/>
                </a:solidFill>
                <a:latin typeface="Arial" charset="0"/>
                <a:cs typeface="Arial" charset="0"/>
              </a:defRPr>
            </a:lvl1pPr>
            <a:lvl2pPr marL="742950" indent="-285750" defTabSz="977900" eaLnBrk="0" hangingPunct="0">
              <a:defRPr sz="2400">
                <a:solidFill>
                  <a:schemeClr val="tx1"/>
                </a:solidFill>
                <a:latin typeface="Arial" charset="0"/>
                <a:cs typeface="Arial" charset="0"/>
              </a:defRPr>
            </a:lvl2pPr>
            <a:lvl3pPr marL="1143000" indent="-228600" defTabSz="977900" eaLnBrk="0" hangingPunct="0">
              <a:defRPr sz="2400">
                <a:solidFill>
                  <a:schemeClr val="tx1"/>
                </a:solidFill>
                <a:latin typeface="Arial" charset="0"/>
                <a:cs typeface="Arial" charset="0"/>
              </a:defRPr>
            </a:lvl3pPr>
            <a:lvl4pPr marL="1600200" indent="-228600" defTabSz="977900" eaLnBrk="0" hangingPunct="0">
              <a:defRPr sz="2400">
                <a:solidFill>
                  <a:schemeClr val="tx1"/>
                </a:solidFill>
                <a:latin typeface="Arial" charset="0"/>
                <a:cs typeface="Arial" charset="0"/>
              </a:defRPr>
            </a:lvl4pPr>
            <a:lvl5pPr marL="2057400" indent="-228600" defTabSz="977900" eaLnBrk="0" hangingPunct="0">
              <a:defRPr sz="2400">
                <a:solidFill>
                  <a:schemeClr val="tx1"/>
                </a:solidFill>
                <a:latin typeface="Arial" charset="0"/>
                <a:cs typeface="Arial" charset="0"/>
              </a:defRPr>
            </a:lvl5pPr>
            <a:lvl6pPr marL="2514600" indent="-228600" defTabSz="977900" eaLnBrk="0" fontAlgn="base" hangingPunct="0">
              <a:spcBef>
                <a:spcPct val="0"/>
              </a:spcBef>
              <a:spcAft>
                <a:spcPct val="0"/>
              </a:spcAft>
              <a:defRPr sz="2400">
                <a:solidFill>
                  <a:schemeClr val="tx1"/>
                </a:solidFill>
                <a:latin typeface="Arial" charset="0"/>
                <a:cs typeface="Arial" charset="0"/>
              </a:defRPr>
            </a:lvl6pPr>
            <a:lvl7pPr marL="2971800" indent="-228600" defTabSz="977900" eaLnBrk="0" fontAlgn="base" hangingPunct="0">
              <a:spcBef>
                <a:spcPct val="0"/>
              </a:spcBef>
              <a:spcAft>
                <a:spcPct val="0"/>
              </a:spcAft>
              <a:defRPr sz="2400">
                <a:solidFill>
                  <a:schemeClr val="tx1"/>
                </a:solidFill>
                <a:latin typeface="Arial" charset="0"/>
                <a:cs typeface="Arial" charset="0"/>
              </a:defRPr>
            </a:lvl7pPr>
            <a:lvl8pPr marL="3429000" indent="-228600" defTabSz="977900" eaLnBrk="0" fontAlgn="base" hangingPunct="0">
              <a:spcBef>
                <a:spcPct val="0"/>
              </a:spcBef>
              <a:spcAft>
                <a:spcPct val="0"/>
              </a:spcAft>
              <a:defRPr sz="2400">
                <a:solidFill>
                  <a:schemeClr val="tx1"/>
                </a:solidFill>
                <a:latin typeface="Arial" charset="0"/>
                <a:cs typeface="Arial" charset="0"/>
              </a:defRPr>
            </a:lvl8pPr>
            <a:lvl9pPr marL="3886200" indent="-228600" defTabSz="977900" eaLnBrk="0" fontAlgn="base" hangingPunct="0">
              <a:spcBef>
                <a:spcPct val="0"/>
              </a:spcBef>
              <a:spcAft>
                <a:spcPct val="0"/>
              </a:spcAft>
              <a:defRPr sz="2400">
                <a:solidFill>
                  <a:schemeClr val="tx1"/>
                </a:solidFill>
                <a:latin typeface="Arial" charset="0"/>
                <a:cs typeface="Arial" charset="0"/>
              </a:defRPr>
            </a:lvl9pPr>
          </a:lstStyle>
          <a:p>
            <a:pPr marL="0" indent="0">
              <a:buClr>
                <a:srgbClr val="FF0000"/>
              </a:buClr>
              <a:defRPr/>
            </a:pPr>
            <a:r>
              <a:rPr lang="es-ES" sz="1846" b="1" dirty="0">
                <a:solidFill>
                  <a:srgbClr val="FF0000"/>
                </a:solidFill>
              </a:rPr>
              <a:t>Hardware ,Software ,Escalabilidad y Alta Disponibilidad</a:t>
            </a:r>
          </a:p>
          <a:p>
            <a:pPr marL="158264" indent="-316527">
              <a:buClr>
                <a:srgbClr val="FF0000"/>
              </a:buClr>
              <a:buFont typeface="Wingdings" pitchFamily="2" charset="2"/>
              <a:buChar char="§"/>
              <a:defRPr/>
            </a:pPr>
            <a:endParaRPr lang="es-ES" sz="1477" dirty="0">
              <a:solidFill>
                <a:srgbClr val="808080"/>
              </a:solidFill>
            </a:endParaRPr>
          </a:p>
          <a:p>
            <a:pPr marL="0" indent="0">
              <a:buClr>
                <a:srgbClr val="FF0000"/>
              </a:buClr>
              <a:defRPr/>
            </a:pPr>
            <a:endParaRPr lang="es-ES" sz="1477" dirty="0">
              <a:solidFill>
                <a:srgbClr val="808080"/>
              </a:solidFill>
            </a:endParaRPr>
          </a:p>
          <a:p>
            <a:pPr marL="158264" indent="-316527">
              <a:buClr>
                <a:srgbClr val="FF0000"/>
              </a:buClr>
              <a:buFont typeface="Wingdings" pitchFamily="2" charset="2"/>
              <a:buChar char="§"/>
              <a:defRPr/>
            </a:pPr>
            <a:endParaRPr lang="es-ES" sz="1477" dirty="0">
              <a:solidFill>
                <a:srgbClr val="808080"/>
              </a:solidFill>
            </a:endParaRPr>
          </a:p>
          <a:p>
            <a:pPr marL="0" indent="0">
              <a:buClr>
                <a:srgbClr val="FF0000"/>
              </a:buClr>
              <a:defRPr/>
            </a:pPr>
            <a:endParaRPr lang="es-ES" sz="1477" dirty="0">
              <a:solidFill>
                <a:srgbClr val="808080"/>
              </a:solidFill>
            </a:endParaRPr>
          </a:p>
        </p:txBody>
      </p:sp>
      <p:sp>
        <p:nvSpPr>
          <p:cNvPr id="3" name="Rectangle 1">
            <a:extLst>
              <a:ext uri="{FF2B5EF4-FFF2-40B4-BE49-F238E27FC236}">
                <a16:creationId xmlns:a16="http://schemas.microsoft.com/office/drawing/2014/main" id="{A8DDE1B0-AE25-465B-8152-9A0AD86ACDBC}"/>
              </a:ext>
            </a:extLst>
          </p:cNvPr>
          <p:cNvSpPr>
            <a:spLocks noChangeArrowheads="1"/>
          </p:cNvSpPr>
          <p:nvPr/>
        </p:nvSpPr>
        <p:spPr bwMode="auto">
          <a:xfrm>
            <a:off x="2577376" y="3260294"/>
            <a:ext cx="170525" cy="341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4406" tIns="42203" rIns="84406" bIns="42203" numCol="1" anchor="ctr" anchorCtr="0" compatLnSpc="1">
            <a:prstTxWarp prst="textNoShape">
              <a:avLst/>
            </a:prstTxWarp>
            <a:spAutoFit/>
          </a:bodyPr>
          <a:lstStyle/>
          <a:p>
            <a:endParaRPr lang="es-ES" sz="1662"/>
          </a:p>
        </p:txBody>
      </p:sp>
      <p:sp>
        <p:nvSpPr>
          <p:cNvPr id="16" name="5 Marcador de número de diapositiva">
            <a:extLst>
              <a:ext uri="{FF2B5EF4-FFF2-40B4-BE49-F238E27FC236}">
                <a16:creationId xmlns:a16="http://schemas.microsoft.com/office/drawing/2014/main" id="{B69AA849-9EAB-4579-A34D-637401F60B3B}"/>
              </a:ext>
            </a:extLst>
          </p:cNvPr>
          <p:cNvSpPr txBox="1">
            <a:spLocks/>
          </p:cNvSpPr>
          <p:nvPr/>
        </p:nvSpPr>
        <p:spPr>
          <a:xfrm>
            <a:off x="4520714" y="6304085"/>
            <a:ext cx="1861038" cy="458666"/>
          </a:xfrm>
          <a:prstGeom prst="rect">
            <a:avLst/>
          </a:prstGeom>
          <a:noFill/>
        </p:spPr>
        <p:txBody>
          <a:bodyPr vert="horz" lIns="84406" tIns="42203" rIns="84406" bIns="42203" rtlCol="0" anchor="ctr"/>
          <a:lstStyle>
            <a:defPPr>
              <a:defRPr lang="es-ES"/>
            </a:defPPr>
            <a:lvl1pPr algn="r" rtl="0" fontAlgn="base">
              <a:spcBef>
                <a:spcPct val="20000"/>
              </a:spcBef>
              <a:spcAft>
                <a:spcPct val="0"/>
              </a:spcAft>
              <a:buClr>
                <a:schemeClr val="accent2"/>
              </a:buClr>
              <a:buFont typeface="Wingdings" pitchFamily="2" charset="2"/>
              <a:defRPr sz="2400" b="1" kern="1200">
                <a:solidFill>
                  <a:srgbClr val="FF0000"/>
                </a:solidFill>
                <a:latin typeface="Arial" charset="0"/>
                <a:ea typeface="+mn-ea"/>
                <a:cs typeface="+mn-cs"/>
              </a:defRPr>
            </a:lvl1pPr>
            <a:lvl2pPr marL="742950" indent="-285750" algn="l" rtl="0" fontAlgn="base">
              <a:spcBef>
                <a:spcPct val="20000"/>
              </a:spcBef>
              <a:spcAft>
                <a:spcPct val="0"/>
              </a:spcAft>
              <a:buClr>
                <a:schemeClr val="accent2"/>
              </a:buClr>
              <a:buFont typeface="Wingdings" pitchFamily="2" charset="2"/>
              <a:defRPr sz="2600" kern="1200">
                <a:solidFill>
                  <a:srgbClr val="808080"/>
                </a:solidFill>
                <a:latin typeface="Arial" charset="0"/>
                <a:ea typeface="+mn-ea"/>
                <a:cs typeface="+mn-cs"/>
              </a:defRPr>
            </a:lvl2pPr>
            <a:lvl3pPr marL="1143000" indent="-228600" algn="l" rtl="0" fontAlgn="base">
              <a:spcBef>
                <a:spcPct val="20000"/>
              </a:spcBef>
              <a:spcAft>
                <a:spcPct val="0"/>
              </a:spcAft>
              <a:buClr>
                <a:schemeClr val="accent2"/>
              </a:buClr>
              <a:buFont typeface="Wingdings" pitchFamily="2" charset="2"/>
              <a:defRPr sz="2000" kern="1200">
                <a:solidFill>
                  <a:schemeClr val="bg2"/>
                </a:solidFill>
                <a:latin typeface="Arial" charset="0"/>
                <a:ea typeface="+mn-ea"/>
                <a:cs typeface="+mn-cs"/>
              </a:defRPr>
            </a:lvl3pPr>
            <a:lvl4pPr marL="1600200" indent="-228600" algn="l" rtl="0" fontAlgn="base">
              <a:spcBef>
                <a:spcPct val="20000"/>
              </a:spcBef>
              <a:spcAft>
                <a:spcPct val="0"/>
              </a:spcAft>
              <a:buClr>
                <a:schemeClr val="accent2"/>
              </a:buClr>
              <a:buFont typeface="Wingdings" pitchFamily="2" charset="2"/>
              <a:defRPr sz="2000" kern="1200">
                <a:solidFill>
                  <a:schemeClr val="bg2"/>
                </a:solidFill>
                <a:latin typeface="Arial" charset="0"/>
                <a:ea typeface="+mn-ea"/>
                <a:cs typeface="+mn-cs"/>
              </a:defRPr>
            </a:lvl4pPr>
            <a:lvl5pPr marL="2057400" indent="-228600" algn="l" rtl="0" fontAlgn="base">
              <a:spcBef>
                <a:spcPct val="20000"/>
              </a:spcBef>
              <a:spcAft>
                <a:spcPct val="0"/>
              </a:spcAft>
              <a:buClr>
                <a:schemeClr val="accent2"/>
              </a:buClr>
              <a:buFont typeface="Wingdings" pitchFamily="2" charset="2"/>
              <a:defRPr sz="2000" kern="1200">
                <a:solidFill>
                  <a:schemeClr val="bg2"/>
                </a:solidFill>
                <a:latin typeface="Arial" charset="0"/>
                <a:ea typeface="+mn-ea"/>
                <a:cs typeface="+mn-cs"/>
              </a:defRPr>
            </a:lvl5pPr>
            <a:lvl6pPr marL="2514600" indent="-228600" algn="l" defTabSz="914400" rtl="0" eaLnBrk="0" latinLnBrk="0" hangingPunct="0">
              <a:defRPr sz="2000" kern="1200">
                <a:solidFill>
                  <a:schemeClr val="bg2"/>
                </a:solidFill>
                <a:latin typeface="Arial" charset="0"/>
                <a:ea typeface="+mn-ea"/>
                <a:cs typeface="+mn-cs"/>
              </a:defRPr>
            </a:lvl6pPr>
            <a:lvl7pPr marL="2971800" indent="-228600" algn="l" defTabSz="914400" rtl="0" eaLnBrk="0" latinLnBrk="0" hangingPunct="0">
              <a:defRPr sz="2000" kern="1200">
                <a:solidFill>
                  <a:schemeClr val="bg2"/>
                </a:solidFill>
                <a:latin typeface="Arial" charset="0"/>
                <a:ea typeface="+mn-ea"/>
                <a:cs typeface="+mn-cs"/>
              </a:defRPr>
            </a:lvl7pPr>
            <a:lvl8pPr marL="3429000" indent="-228600" algn="l" defTabSz="914400" rtl="0" eaLnBrk="0" latinLnBrk="0" hangingPunct="0">
              <a:defRPr sz="2000" kern="1200">
                <a:solidFill>
                  <a:schemeClr val="bg2"/>
                </a:solidFill>
                <a:latin typeface="Arial" charset="0"/>
                <a:ea typeface="+mn-ea"/>
                <a:cs typeface="+mn-cs"/>
              </a:defRPr>
            </a:lvl8pPr>
            <a:lvl9pPr marL="3886200" indent="-228600" algn="l" defTabSz="914400" rtl="0" eaLnBrk="0" latinLnBrk="0" hangingPunct="0">
              <a:defRPr sz="2000" kern="1200">
                <a:solidFill>
                  <a:schemeClr val="bg2"/>
                </a:solidFill>
                <a:latin typeface="Arial" charset="0"/>
                <a:ea typeface="+mn-ea"/>
                <a:cs typeface="+mn-cs"/>
              </a:defRPr>
            </a:lvl9pPr>
          </a:lstStyle>
          <a:p>
            <a:fld id="{19E6DFBD-A76F-46A8-91C4-292B98D4C1C4}" type="slidenum">
              <a:rPr lang="es-ES" altLang="es-ES" sz="1292">
                <a:solidFill>
                  <a:schemeClr val="bg2"/>
                </a:solidFill>
              </a:rPr>
              <a:pPr/>
              <a:t>56</a:t>
            </a:fld>
            <a:endParaRPr lang="es-ES" altLang="es-ES" sz="1292" dirty="0">
              <a:solidFill>
                <a:schemeClr val="bg2"/>
              </a:solidFill>
            </a:endParaRPr>
          </a:p>
        </p:txBody>
      </p:sp>
      <p:sp>
        <p:nvSpPr>
          <p:cNvPr id="11" name="Rectángulo 10">
            <a:extLst>
              <a:ext uri="{FF2B5EF4-FFF2-40B4-BE49-F238E27FC236}">
                <a16:creationId xmlns:a16="http://schemas.microsoft.com/office/drawing/2014/main" id="{085EE350-75A9-46A8-92E6-0B426DED5602}"/>
              </a:ext>
            </a:extLst>
          </p:cNvPr>
          <p:cNvSpPr/>
          <p:nvPr/>
        </p:nvSpPr>
        <p:spPr bwMode="auto">
          <a:xfrm>
            <a:off x="782515" y="11716629"/>
            <a:ext cx="4445391" cy="450166"/>
          </a:xfrm>
          <a:prstGeom prst="rect">
            <a:avLst/>
          </a:prstGeom>
          <a:solidFill>
            <a:schemeClr val="bg1"/>
          </a:solidFill>
          <a:ln w="9525">
            <a:noFill/>
            <a:miter lim="800000"/>
            <a:headEnd/>
            <a:tailEnd/>
          </a:ln>
          <a:effectLst/>
        </p:spPr>
        <p:txBody>
          <a:bodyPr vert="horz" wrap="square" lIns="84406" tIns="42203" rIns="84406" bIns="42203" numCol="1" rtlCol="0" anchor="t" anchorCtr="0" compatLnSpc="1">
            <a:prstTxWarp prst="textNoShape">
              <a:avLst/>
            </a:prstTxWarp>
          </a:bodyPr>
          <a:lstStyle/>
          <a:p>
            <a:pPr algn="ctr"/>
            <a:endParaRPr lang="es-ES" sz="1662"/>
          </a:p>
        </p:txBody>
      </p:sp>
      <p:graphicFrame>
        <p:nvGraphicFramePr>
          <p:cNvPr id="12" name="Tabla 11">
            <a:extLst>
              <a:ext uri="{FF2B5EF4-FFF2-40B4-BE49-F238E27FC236}">
                <a16:creationId xmlns:a16="http://schemas.microsoft.com/office/drawing/2014/main" id="{3AE558E8-DB98-453A-8C9F-408115BA9355}"/>
              </a:ext>
            </a:extLst>
          </p:cNvPr>
          <p:cNvGraphicFramePr>
            <a:graphicFrameLocks noGrp="1"/>
          </p:cNvGraphicFramePr>
          <p:nvPr>
            <p:extLst>
              <p:ext uri="{D42A27DB-BD31-4B8C-83A1-F6EECF244321}">
                <p14:modId xmlns:p14="http://schemas.microsoft.com/office/powerpoint/2010/main" val="3957107988"/>
              </p:ext>
            </p:extLst>
          </p:nvPr>
        </p:nvGraphicFramePr>
        <p:xfrm>
          <a:off x="446151" y="1577340"/>
          <a:ext cx="11507375" cy="3819797"/>
        </p:xfrm>
        <a:graphic>
          <a:graphicData uri="http://schemas.openxmlformats.org/drawingml/2006/table">
            <a:tbl>
              <a:tblPr/>
              <a:tblGrid>
                <a:gridCol w="465858">
                  <a:extLst>
                    <a:ext uri="{9D8B030D-6E8A-4147-A177-3AD203B41FA5}">
                      <a16:colId xmlns:a16="http://schemas.microsoft.com/office/drawing/2014/main" val="572683860"/>
                    </a:ext>
                  </a:extLst>
                </a:gridCol>
                <a:gridCol w="1165995">
                  <a:extLst>
                    <a:ext uri="{9D8B030D-6E8A-4147-A177-3AD203B41FA5}">
                      <a16:colId xmlns:a16="http://schemas.microsoft.com/office/drawing/2014/main" val="808944852"/>
                    </a:ext>
                  </a:extLst>
                </a:gridCol>
                <a:gridCol w="469086">
                  <a:extLst>
                    <a:ext uri="{9D8B030D-6E8A-4147-A177-3AD203B41FA5}">
                      <a16:colId xmlns:a16="http://schemas.microsoft.com/office/drawing/2014/main" val="3726112877"/>
                    </a:ext>
                  </a:extLst>
                </a:gridCol>
                <a:gridCol w="631330">
                  <a:extLst>
                    <a:ext uri="{9D8B030D-6E8A-4147-A177-3AD203B41FA5}">
                      <a16:colId xmlns:a16="http://schemas.microsoft.com/office/drawing/2014/main" val="919041021"/>
                    </a:ext>
                  </a:extLst>
                </a:gridCol>
                <a:gridCol w="516543">
                  <a:extLst>
                    <a:ext uri="{9D8B030D-6E8A-4147-A177-3AD203B41FA5}">
                      <a16:colId xmlns:a16="http://schemas.microsoft.com/office/drawing/2014/main" val="1143466466"/>
                    </a:ext>
                  </a:extLst>
                </a:gridCol>
                <a:gridCol w="335453">
                  <a:extLst>
                    <a:ext uri="{9D8B030D-6E8A-4147-A177-3AD203B41FA5}">
                      <a16:colId xmlns:a16="http://schemas.microsoft.com/office/drawing/2014/main" val="3500886908"/>
                    </a:ext>
                  </a:extLst>
                </a:gridCol>
                <a:gridCol w="646784">
                  <a:extLst>
                    <a:ext uri="{9D8B030D-6E8A-4147-A177-3AD203B41FA5}">
                      <a16:colId xmlns:a16="http://schemas.microsoft.com/office/drawing/2014/main" val="3165964362"/>
                    </a:ext>
                  </a:extLst>
                </a:gridCol>
                <a:gridCol w="498563">
                  <a:extLst>
                    <a:ext uri="{9D8B030D-6E8A-4147-A177-3AD203B41FA5}">
                      <a16:colId xmlns:a16="http://schemas.microsoft.com/office/drawing/2014/main" val="545686359"/>
                    </a:ext>
                  </a:extLst>
                </a:gridCol>
                <a:gridCol w="606360">
                  <a:extLst>
                    <a:ext uri="{9D8B030D-6E8A-4147-A177-3AD203B41FA5}">
                      <a16:colId xmlns:a16="http://schemas.microsoft.com/office/drawing/2014/main" val="1699776371"/>
                    </a:ext>
                  </a:extLst>
                </a:gridCol>
                <a:gridCol w="565937">
                  <a:extLst>
                    <a:ext uri="{9D8B030D-6E8A-4147-A177-3AD203B41FA5}">
                      <a16:colId xmlns:a16="http://schemas.microsoft.com/office/drawing/2014/main" val="1067262606"/>
                    </a:ext>
                  </a:extLst>
                </a:gridCol>
                <a:gridCol w="458139">
                  <a:extLst>
                    <a:ext uri="{9D8B030D-6E8A-4147-A177-3AD203B41FA5}">
                      <a16:colId xmlns:a16="http://schemas.microsoft.com/office/drawing/2014/main" val="2186155558"/>
                    </a:ext>
                  </a:extLst>
                </a:gridCol>
                <a:gridCol w="619835">
                  <a:extLst>
                    <a:ext uri="{9D8B030D-6E8A-4147-A177-3AD203B41FA5}">
                      <a16:colId xmlns:a16="http://schemas.microsoft.com/office/drawing/2014/main" val="1086532896"/>
                    </a:ext>
                  </a:extLst>
                </a:gridCol>
                <a:gridCol w="579411">
                  <a:extLst>
                    <a:ext uri="{9D8B030D-6E8A-4147-A177-3AD203B41FA5}">
                      <a16:colId xmlns:a16="http://schemas.microsoft.com/office/drawing/2014/main" val="1194357710"/>
                    </a:ext>
                  </a:extLst>
                </a:gridCol>
                <a:gridCol w="875854">
                  <a:extLst>
                    <a:ext uri="{9D8B030D-6E8A-4147-A177-3AD203B41FA5}">
                      <a16:colId xmlns:a16="http://schemas.microsoft.com/office/drawing/2014/main" val="1128530175"/>
                    </a:ext>
                  </a:extLst>
                </a:gridCol>
                <a:gridCol w="3072227">
                  <a:extLst>
                    <a:ext uri="{9D8B030D-6E8A-4147-A177-3AD203B41FA5}">
                      <a16:colId xmlns:a16="http://schemas.microsoft.com/office/drawing/2014/main" val="1727851950"/>
                    </a:ext>
                  </a:extLst>
                </a:gridCol>
              </a:tblGrid>
              <a:tr h="297708">
                <a:tc rowSpan="2" gridSpan="2">
                  <a:txBody>
                    <a:bodyPr/>
                    <a:lstStyle/>
                    <a:p>
                      <a:pPr algn="ctr" rtl="0" fontAlgn="ctr"/>
                      <a:r>
                        <a:rPr lang="es-ES" sz="1700" b="1" i="0" u="none" strike="noStrike" dirty="0">
                          <a:solidFill>
                            <a:srgbClr val="FFFFFF"/>
                          </a:solidFill>
                          <a:effectLst/>
                          <a:latin typeface="Calibri" panose="020F0502020204030204" pitchFamily="34" charset="0"/>
                        </a:rPr>
                        <a:t>Infraestructura</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6161"/>
                    </a:solidFill>
                  </a:tcPr>
                </a:tc>
                <a:tc rowSpan="2" hMerge="1">
                  <a:txBody>
                    <a:bodyPr/>
                    <a:lstStyle/>
                    <a:p>
                      <a:endParaRPr lang="es-ES"/>
                    </a:p>
                  </a:txBody>
                  <a:tcPr/>
                </a:tc>
                <a:tc rowSpan="2">
                  <a:txBody>
                    <a:bodyPr/>
                    <a:lstStyle/>
                    <a:p>
                      <a:pPr algn="ctr" rtl="0" fontAlgn="ctr"/>
                      <a:r>
                        <a:rPr lang="es-ES" sz="1100" b="1" i="0" u="none" strike="noStrike">
                          <a:solidFill>
                            <a:srgbClr val="FFFFFF"/>
                          </a:solidFill>
                          <a:effectLst/>
                          <a:latin typeface="Calibri" panose="020F0502020204030204" pitchFamily="34" charset="0"/>
                        </a:rPr>
                        <a:t>Sistema Operativo</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6161"/>
                    </a:solidFill>
                  </a:tcPr>
                </a:tc>
                <a:tc rowSpan="2">
                  <a:txBody>
                    <a:bodyPr/>
                    <a:lstStyle/>
                    <a:p>
                      <a:pPr algn="ctr" rtl="0" fontAlgn="ctr"/>
                      <a:r>
                        <a:rPr lang="es-ES" sz="1100" b="1" i="0" u="none" strike="noStrike" dirty="0">
                          <a:solidFill>
                            <a:srgbClr val="FFFFFF"/>
                          </a:solidFill>
                          <a:effectLst/>
                          <a:latin typeface="Calibri" panose="020F0502020204030204" pitchFamily="34" charset="0"/>
                        </a:rPr>
                        <a:t>Nº Servidores</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6161"/>
                    </a:solidFill>
                  </a:tcPr>
                </a:tc>
                <a:tc rowSpan="2">
                  <a:txBody>
                    <a:bodyPr/>
                    <a:lstStyle/>
                    <a:p>
                      <a:pPr algn="ctr" rtl="0" fontAlgn="ctr"/>
                      <a:r>
                        <a:rPr lang="es-ES" sz="1100" b="1" i="0" u="none" strike="noStrike" dirty="0">
                          <a:solidFill>
                            <a:srgbClr val="FFFFFF"/>
                          </a:solidFill>
                          <a:effectLst/>
                          <a:latin typeface="Calibri" panose="020F0502020204030204" pitchFamily="34" charset="0"/>
                        </a:rPr>
                        <a:t>Cores/ Servidores</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6161"/>
                    </a:solidFill>
                  </a:tcPr>
                </a:tc>
                <a:tc rowSpan="2">
                  <a:txBody>
                    <a:bodyPr/>
                    <a:lstStyle/>
                    <a:p>
                      <a:pPr algn="ctr" rtl="0" fontAlgn="ctr"/>
                      <a:r>
                        <a:rPr lang="es-ES" sz="1100" b="1" i="0" u="none" strike="noStrike" dirty="0" err="1">
                          <a:solidFill>
                            <a:srgbClr val="FFFFFF"/>
                          </a:solidFill>
                          <a:effectLst/>
                          <a:latin typeface="Calibri" panose="020F0502020204030204" pitchFamily="34" charset="0"/>
                        </a:rPr>
                        <a:t>Mem</a:t>
                      </a:r>
                      <a:r>
                        <a:rPr lang="es-ES" sz="1100" b="1" i="0" u="none" strike="noStrike" dirty="0">
                          <a:solidFill>
                            <a:srgbClr val="FFFFFF"/>
                          </a:solidFill>
                          <a:effectLst/>
                          <a:latin typeface="Calibri" panose="020F0502020204030204" pitchFamily="34" charset="0"/>
                        </a:rPr>
                        <a:t>/ </a:t>
                      </a:r>
                      <a:r>
                        <a:rPr lang="es-ES" sz="1100" b="1" i="0" u="none" strike="noStrike" dirty="0" err="1">
                          <a:solidFill>
                            <a:srgbClr val="FFFFFF"/>
                          </a:solidFill>
                          <a:effectLst/>
                          <a:latin typeface="Calibri" panose="020F0502020204030204" pitchFamily="34" charset="0"/>
                        </a:rPr>
                        <a:t>Serv</a:t>
                      </a:r>
                      <a:r>
                        <a:rPr lang="es-ES" sz="1100" b="1" i="0" u="none" strike="noStrike" dirty="0">
                          <a:solidFill>
                            <a:srgbClr val="FFFFFF"/>
                          </a:solidFill>
                          <a:effectLst/>
                          <a:latin typeface="Calibri" panose="020F0502020204030204" pitchFamily="34" charset="0"/>
                        </a:rPr>
                        <a:t>. (Gb)</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6161"/>
                    </a:solidFill>
                  </a:tcPr>
                </a:tc>
                <a:tc gridSpan="2">
                  <a:txBody>
                    <a:bodyPr/>
                    <a:lstStyle/>
                    <a:p>
                      <a:pPr algn="ctr" rtl="0" fontAlgn="ctr"/>
                      <a:r>
                        <a:rPr lang="es-ES" sz="1100" b="1" i="0" u="none" strike="noStrike">
                          <a:solidFill>
                            <a:srgbClr val="FFFFFF"/>
                          </a:solidFill>
                          <a:effectLst/>
                          <a:latin typeface="Calibri" panose="020F0502020204030204" pitchFamily="34" charset="0"/>
                        </a:rPr>
                        <a:t>Almacenamiento</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6161"/>
                    </a:solidFill>
                  </a:tcPr>
                </a:tc>
                <a:tc hMerge="1">
                  <a:txBody>
                    <a:bodyPr/>
                    <a:lstStyle/>
                    <a:p>
                      <a:endParaRPr lang="es-ES"/>
                    </a:p>
                  </a:txBody>
                  <a:tcPr/>
                </a:tc>
                <a:tc rowSpan="2">
                  <a:txBody>
                    <a:bodyPr/>
                    <a:lstStyle/>
                    <a:p>
                      <a:pPr algn="ctr" rtl="0" fontAlgn="ctr"/>
                      <a:r>
                        <a:rPr lang="es-ES" sz="1100" b="1" i="0" u="none" strike="noStrike">
                          <a:solidFill>
                            <a:srgbClr val="FFFFFF"/>
                          </a:solidFill>
                          <a:effectLst/>
                          <a:latin typeface="Calibri" panose="020F0502020204030204" pitchFamily="34" charset="0"/>
                        </a:rPr>
                        <a:t>Red</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6161"/>
                    </a:solidFill>
                  </a:tcPr>
                </a:tc>
                <a:tc rowSpan="2">
                  <a:txBody>
                    <a:bodyPr/>
                    <a:lstStyle/>
                    <a:p>
                      <a:pPr algn="ctr" rtl="0" fontAlgn="ctr"/>
                      <a:r>
                        <a:rPr lang="es-ES" sz="1100" b="1" i="0" u="none" strike="noStrike">
                          <a:solidFill>
                            <a:srgbClr val="FFFFFF"/>
                          </a:solidFill>
                          <a:effectLst/>
                          <a:latin typeface="Calibri" panose="020F0502020204030204" pitchFamily="34" charset="0"/>
                        </a:rPr>
                        <a:t>Producto</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6161"/>
                    </a:solidFill>
                  </a:tcPr>
                </a:tc>
                <a:tc rowSpan="2">
                  <a:txBody>
                    <a:bodyPr/>
                    <a:lstStyle/>
                    <a:p>
                      <a:pPr algn="ctr" rtl="0" fontAlgn="ctr"/>
                      <a:r>
                        <a:rPr lang="es-ES" sz="1100" b="1" i="0" u="none" strike="noStrike" dirty="0">
                          <a:solidFill>
                            <a:srgbClr val="FFFFFF"/>
                          </a:solidFill>
                          <a:effectLst/>
                          <a:latin typeface="Calibri" panose="020F0502020204030204" pitchFamily="34" charset="0"/>
                        </a:rPr>
                        <a:t>HA</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6161"/>
                    </a:solidFill>
                  </a:tcPr>
                </a:tc>
                <a:tc rowSpan="2">
                  <a:txBody>
                    <a:bodyPr/>
                    <a:lstStyle/>
                    <a:p>
                      <a:pPr algn="ctr" rtl="0" fontAlgn="ctr"/>
                      <a:r>
                        <a:rPr lang="es-ES" sz="1100" b="1" i="0" u="none" strike="noStrike" dirty="0">
                          <a:solidFill>
                            <a:srgbClr val="FFFFFF"/>
                          </a:solidFill>
                          <a:effectLst/>
                          <a:latin typeface="Calibri" panose="020F0502020204030204" pitchFamily="34" charset="0"/>
                        </a:rPr>
                        <a:t>Balanceo </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6161"/>
                    </a:solidFill>
                  </a:tcPr>
                </a:tc>
                <a:tc rowSpan="2">
                  <a:txBody>
                    <a:bodyPr/>
                    <a:lstStyle/>
                    <a:p>
                      <a:pPr algn="ctr" rtl="0" fontAlgn="ctr"/>
                      <a:r>
                        <a:rPr lang="es-ES" sz="1100" b="1" i="0" u="none" strike="noStrike" dirty="0">
                          <a:solidFill>
                            <a:srgbClr val="FFFFFF"/>
                          </a:solidFill>
                          <a:effectLst/>
                          <a:latin typeface="Calibri" panose="020F0502020204030204" pitchFamily="34" charset="0"/>
                        </a:rPr>
                        <a:t>Escalabilidad</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6161"/>
                    </a:solidFill>
                  </a:tcPr>
                </a:tc>
                <a:tc rowSpan="2">
                  <a:txBody>
                    <a:bodyPr/>
                    <a:lstStyle/>
                    <a:p>
                      <a:pPr algn="ctr" rtl="0" fontAlgn="ctr"/>
                      <a:r>
                        <a:rPr lang="es-ES" sz="1100" b="1" i="0" u="none" strike="noStrike" dirty="0">
                          <a:solidFill>
                            <a:srgbClr val="FFFFFF"/>
                          </a:solidFill>
                          <a:effectLst/>
                          <a:latin typeface="Calibri" panose="020F0502020204030204" pitchFamily="34" charset="0"/>
                        </a:rPr>
                        <a:t>Otro SW</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6161"/>
                    </a:solidFill>
                  </a:tcPr>
                </a:tc>
                <a:tc rowSpan="2">
                  <a:txBody>
                    <a:bodyPr/>
                    <a:lstStyle/>
                    <a:p>
                      <a:pPr algn="ctr" rtl="0" fontAlgn="ctr"/>
                      <a:r>
                        <a:rPr lang="es-ES" sz="700" b="1" i="0" u="none" strike="noStrike" dirty="0">
                          <a:solidFill>
                            <a:srgbClr val="FFFFFF"/>
                          </a:solidFill>
                          <a:effectLst/>
                          <a:latin typeface="Calibri" panose="020F0502020204030204" pitchFamily="34" charset="0"/>
                        </a:rPr>
                        <a:t>Detalle</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6161"/>
                    </a:solidFill>
                  </a:tcPr>
                </a:tc>
                <a:extLst>
                  <a:ext uri="{0D108BD9-81ED-4DB2-BD59-A6C34878D82A}">
                    <a16:rowId xmlns:a16="http://schemas.microsoft.com/office/drawing/2014/main" val="933239205"/>
                  </a:ext>
                </a:extLst>
              </a:tr>
              <a:tr h="405078">
                <a:tc gridSpan="2" vMerge="1">
                  <a:txBody>
                    <a:bodyPr/>
                    <a:lstStyle/>
                    <a:p>
                      <a:endParaRPr lang="es-ES"/>
                    </a:p>
                  </a:txBody>
                  <a:tcPr/>
                </a:tc>
                <a:tc hMerge="1" vMerge="1">
                  <a:txBody>
                    <a:bodyPr/>
                    <a:lstStyle/>
                    <a:p>
                      <a:endParaRPr lang="es-ES"/>
                    </a:p>
                  </a:txBody>
                  <a:tcPr/>
                </a:tc>
                <a:tc vMerge="1">
                  <a:txBody>
                    <a:bodyPr/>
                    <a:lstStyle/>
                    <a:p>
                      <a:endParaRPr lang="es-ES"/>
                    </a:p>
                  </a:txBody>
                  <a:tcPr/>
                </a:tc>
                <a:tc vMerge="1">
                  <a:txBody>
                    <a:bodyPr/>
                    <a:lstStyle/>
                    <a:p>
                      <a:endParaRPr lang="es-ES"/>
                    </a:p>
                  </a:txBody>
                  <a:tcPr/>
                </a:tc>
                <a:tc vMerge="1">
                  <a:txBody>
                    <a:bodyPr/>
                    <a:lstStyle/>
                    <a:p>
                      <a:endParaRPr lang="es-ES"/>
                    </a:p>
                  </a:txBody>
                  <a:tcPr/>
                </a:tc>
                <a:tc vMerge="1">
                  <a:txBody>
                    <a:bodyPr/>
                    <a:lstStyle/>
                    <a:p>
                      <a:endParaRPr lang="es-ES"/>
                    </a:p>
                  </a:txBody>
                  <a:tcPr/>
                </a:tc>
                <a:tc>
                  <a:txBody>
                    <a:bodyPr/>
                    <a:lstStyle/>
                    <a:p>
                      <a:pPr algn="ctr" rtl="0" fontAlgn="ctr"/>
                      <a:r>
                        <a:rPr lang="es-ES" sz="1100" b="1" i="0" u="none" strike="noStrike" dirty="0">
                          <a:solidFill>
                            <a:srgbClr val="FFFFFF"/>
                          </a:solidFill>
                          <a:effectLst/>
                          <a:latin typeface="Calibri" panose="020F0502020204030204" pitchFamily="34" charset="0"/>
                        </a:rPr>
                        <a:t>Tamaño (Gb)</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6161"/>
                    </a:solidFill>
                  </a:tcPr>
                </a:tc>
                <a:tc>
                  <a:txBody>
                    <a:bodyPr/>
                    <a:lstStyle/>
                    <a:p>
                      <a:pPr algn="ctr" rtl="0" fontAlgn="ctr"/>
                      <a:r>
                        <a:rPr lang="es-ES" sz="1100" b="1" i="0" u="none" strike="noStrike">
                          <a:solidFill>
                            <a:srgbClr val="FFFFFF"/>
                          </a:solidFill>
                          <a:effectLst/>
                          <a:latin typeface="Calibri" panose="020F0502020204030204" pitchFamily="34" charset="0"/>
                        </a:rPr>
                        <a:t>Tipo</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6161"/>
                    </a:solidFill>
                  </a:tcPr>
                </a:tc>
                <a:tc vMerge="1">
                  <a:txBody>
                    <a:bodyPr/>
                    <a:lstStyle/>
                    <a:p>
                      <a:endParaRPr lang="es-ES"/>
                    </a:p>
                  </a:txBody>
                  <a:tcPr/>
                </a:tc>
                <a:tc vMerge="1">
                  <a:txBody>
                    <a:bodyPr/>
                    <a:lstStyle/>
                    <a:p>
                      <a:endParaRPr lang="es-ES"/>
                    </a:p>
                  </a:txBody>
                  <a:tcPr/>
                </a:tc>
                <a:tc vMerge="1">
                  <a:txBody>
                    <a:bodyPr/>
                    <a:lstStyle/>
                    <a:p>
                      <a:endParaRPr lang="es-ES"/>
                    </a:p>
                  </a:txBody>
                  <a:tcPr/>
                </a:tc>
                <a:tc vMerge="1">
                  <a:txBody>
                    <a:bodyPr/>
                    <a:lstStyle/>
                    <a:p>
                      <a:endParaRPr lang="es-ES"/>
                    </a:p>
                  </a:txBody>
                  <a:tcPr/>
                </a:tc>
                <a:tc vMerge="1">
                  <a:txBody>
                    <a:bodyPr/>
                    <a:lstStyle/>
                    <a:p>
                      <a:endParaRPr lang="es-ES"/>
                    </a:p>
                  </a:txBody>
                  <a:tcPr/>
                </a:tc>
                <a:tc vMerge="1">
                  <a:txBody>
                    <a:bodyPr/>
                    <a:lstStyle/>
                    <a:p>
                      <a:endParaRPr lang="es-ES"/>
                    </a:p>
                  </a:txBody>
                  <a:tcPr/>
                </a:tc>
                <a:tc vMerge="1">
                  <a:txBody>
                    <a:bodyPr/>
                    <a:lstStyle/>
                    <a:p>
                      <a:endParaRPr lang="es-ES"/>
                    </a:p>
                  </a:txBody>
                  <a:tcPr/>
                </a:tc>
                <a:extLst>
                  <a:ext uri="{0D108BD9-81ED-4DB2-BD59-A6C34878D82A}">
                    <a16:rowId xmlns:a16="http://schemas.microsoft.com/office/drawing/2014/main" val="74670119"/>
                  </a:ext>
                </a:extLst>
              </a:tr>
              <a:tr h="1206330">
                <a:tc>
                  <a:txBody>
                    <a:bodyPr/>
                    <a:lstStyle/>
                    <a:p>
                      <a:pPr algn="ctr" fontAlgn="ctr"/>
                      <a:r>
                        <a:rPr lang="es-ES" sz="1800" b="1" i="0" u="none" strike="noStrike">
                          <a:solidFill>
                            <a:srgbClr val="000000"/>
                          </a:solidFill>
                          <a:effectLst/>
                          <a:latin typeface="Calibri" panose="020F0502020204030204" pitchFamily="34" charset="0"/>
                        </a:rPr>
                        <a:t>Producción</a:t>
                      </a:r>
                    </a:p>
                  </a:txBody>
                  <a:tcPr marL="8273" marR="8273" marT="8273" marB="0" vert="vert27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6161"/>
                    </a:solidFill>
                  </a:tcPr>
                </a:tc>
                <a:tc>
                  <a:txBody>
                    <a:bodyPr/>
                    <a:lstStyle/>
                    <a:p>
                      <a:pPr algn="ctr" rtl="0" fontAlgn="ctr"/>
                      <a:r>
                        <a:rPr lang="es-ES" sz="1100" b="1" i="0" u="none" strike="noStrike" dirty="0">
                          <a:solidFill>
                            <a:srgbClr val="000000"/>
                          </a:solidFill>
                          <a:effectLst/>
                          <a:latin typeface="Calibri" panose="020F0502020204030204" pitchFamily="34" charset="0"/>
                        </a:rPr>
                        <a:t>Servidor de procesos </a:t>
                      </a:r>
                      <a:r>
                        <a:rPr lang="es-ES" sz="1100" b="1" i="0" u="none" strike="noStrike" dirty="0" err="1">
                          <a:solidFill>
                            <a:srgbClr val="000000"/>
                          </a:solidFill>
                          <a:effectLst/>
                          <a:latin typeface="Calibri" panose="020F0502020204030204" pitchFamily="34" charset="0"/>
                        </a:rPr>
                        <a:t>batch</a:t>
                      </a:r>
                      <a:r>
                        <a:rPr lang="es-ES" sz="1100" b="1" i="0" u="none" strike="noStrike" dirty="0">
                          <a:solidFill>
                            <a:srgbClr val="000000"/>
                          </a:solidFill>
                          <a:effectLst/>
                          <a:latin typeface="Calibri" panose="020F0502020204030204" pitchFamily="34" charset="0"/>
                        </a:rPr>
                        <a:t> Linux de propósito general</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9393"/>
                    </a:solidFill>
                  </a:tcPr>
                </a:tc>
                <a:tc>
                  <a:txBody>
                    <a:bodyPr/>
                    <a:lstStyle/>
                    <a:p>
                      <a:pPr marL="0" marR="0" lvl="0" indent="0" algn="ctr" defTabSz="914390" rtl="0" eaLnBrk="1" fontAlgn="ctr" latinLnBrk="0" hangingPunct="1">
                        <a:lnSpc>
                          <a:spcPct val="100000"/>
                        </a:lnSpc>
                        <a:spcBef>
                          <a:spcPts val="0"/>
                        </a:spcBef>
                        <a:spcAft>
                          <a:spcPts val="0"/>
                        </a:spcAft>
                        <a:buClrTx/>
                        <a:buSzTx/>
                        <a:buFontTx/>
                        <a:buNone/>
                        <a:tabLst/>
                        <a:defRPr/>
                      </a:pPr>
                      <a:r>
                        <a:rPr lang="de-DE" sz="1000" b="0" i="0" u="none" strike="noStrike" dirty="0">
                          <a:solidFill>
                            <a:srgbClr val="000000"/>
                          </a:solidFill>
                          <a:effectLst/>
                          <a:latin typeface="Calibri" panose="020F0502020204030204" pitchFamily="34" charset="0"/>
                        </a:rPr>
                        <a:t>RHEL 7.7 64 bits</a:t>
                      </a:r>
                    </a:p>
                    <a:p>
                      <a:pPr marL="0" marR="0" lvl="0" indent="0" algn="ctr" defTabSz="914390" rtl="0" eaLnBrk="1" fontAlgn="ctr" latinLnBrk="0" hangingPunct="1">
                        <a:lnSpc>
                          <a:spcPct val="100000"/>
                        </a:lnSpc>
                        <a:spcBef>
                          <a:spcPts val="0"/>
                        </a:spcBef>
                        <a:spcAft>
                          <a:spcPts val="0"/>
                        </a:spcAft>
                        <a:buClrTx/>
                        <a:buSzTx/>
                        <a:buFontTx/>
                        <a:buNone/>
                        <a:tabLst/>
                        <a:defRPr/>
                      </a:pPr>
                      <a:endParaRPr lang="en-US" sz="1000" b="0" i="0" u="none" strike="noStrike" dirty="0">
                        <a:solidFill>
                          <a:srgbClr val="000000"/>
                        </a:solidFill>
                        <a:effectLst/>
                        <a:latin typeface="Calibri" panose="020F0502020204030204" pitchFamily="34" charset="0"/>
                      </a:endParaRPr>
                    </a:p>
                    <a:p>
                      <a:pPr algn="ctr" rtl="0" fontAlgn="ctr"/>
                      <a:r>
                        <a:rPr lang="de-DE" sz="1000" b="0" i="0" u="none" strike="noStrike" dirty="0">
                          <a:solidFill>
                            <a:srgbClr val="000000"/>
                          </a:solidFill>
                          <a:effectLst/>
                          <a:latin typeface="Calibri" panose="020F0502020204030204" pitchFamily="34" charset="0"/>
                        </a:rPr>
                        <a:t>  </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algn="ctr" rtl="0" fontAlgn="ctr"/>
                      <a:r>
                        <a:rPr lang="es-ES" sz="1100" b="0" i="0" u="none" strike="noStrike" dirty="0">
                          <a:solidFill>
                            <a:srgbClr val="000000"/>
                          </a:solidFill>
                          <a:effectLst/>
                          <a:latin typeface="Calibri" panose="020F0502020204030204" pitchFamily="34" charset="0"/>
                        </a:rPr>
                        <a:t>-</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algn="ctr" rtl="0" fontAlgn="ctr"/>
                      <a:r>
                        <a:rPr lang="es-ES" sz="1100" b="0" i="0" u="none" strike="noStrike" dirty="0">
                          <a:solidFill>
                            <a:srgbClr val="000000"/>
                          </a:solidFill>
                          <a:effectLst/>
                          <a:latin typeface="Calibri" panose="020F0502020204030204" pitchFamily="34" charset="0"/>
                        </a:rPr>
                        <a:t>-</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algn="ctr" rtl="0" fontAlgn="ctr"/>
                      <a:r>
                        <a:rPr lang="es-ES" sz="1100" b="0" i="0" u="none" strike="noStrike" dirty="0">
                          <a:solidFill>
                            <a:srgbClr val="000000"/>
                          </a:solidFill>
                          <a:effectLst/>
                          <a:latin typeface="Calibri" panose="020F0502020204030204" pitchFamily="34" charset="0"/>
                        </a:rPr>
                        <a:t>-</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marL="0" algn="ctr" defTabSz="914390" rtl="0" eaLnBrk="1" fontAlgn="ctr" latinLnBrk="0" hangingPunct="1">
                        <a:spcAft>
                          <a:spcPts val="0"/>
                        </a:spcAft>
                      </a:pPr>
                      <a:r>
                        <a:rPr lang="es-ES" sz="1100" b="0" i="0" u="none" strike="noStrike" kern="1200" dirty="0">
                          <a:solidFill>
                            <a:srgbClr val="000000"/>
                          </a:solidFill>
                          <a:effectLst/>
                          <a:latin typeface="Calibri" panose="020F0502020204030204" pitchFamily="34" charset="0"/>
                          <a:ea typeface="+mn-ea"/>
                          <a:cs typeface="+mn-cs"/>
                        </a:rPr>
                        <a:t>5</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algn="ctr" rtl="0" fontAlgn="ctr"/>
                      <a:r>
                        <a:rPr lang="es-ES" sz="1000" b="0" i="0" u="none" strike="noStrike" dirty="0">
                          <a:solidFill>
                            <a:srgbClr val="000000"/>
                          </a:solidFill>
                          <a:effectLst/>
                          <a:latin typeface="Calibri" panose="020F0502020204030204" pitchFamily="34" charset="0"/>
                        </a:rPr>
                        <a:t>SAN</a:t>
                      </a:r>
                    </a:p>
                  </a:txBody>
                  <a:tcPr marL="7637" marR="7637" marT="7637"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algn="ctr" rtl="0" fontAlgn="ctr"/>
                      <a:r>
                        <a:rPr lang="es-ES" sz="1100" b="0" i="0" u="none" strike="noStrike" dirty="0">
                          <a:solidFill>
                            <a:srgbClr val="000000"/>
                          </a:solidFill>
                          <a:effectLst/>
                          <a:latin typeface="Calibri" panose="020F0502020204030204" pitchFamily="34" charset="0"/>
                        </a:rPr>
                        <a:t>Intranet</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algn="ctr" rtl="0" fontAlgn="ctr"/>
                      <a:endParaRPr lang="es-ES" sz="1100" b="0" i="0" u="none" strike="noStrike" dirty="0">
                        <a:solidFill>
                          <a:srgbClr val="000000"/>
                        </a:solidFill>
                        <a:effectLst/>
                        <a:latin typeface="Calibri" panose="020F0502020204030204" pitchFamily="34" charset="0"/>
                      </a:endParaRPr>
                    </a:p>
                    <a:p>
                      <a:pPr algn="ctr" rtl="0" fontAlgn="ctr"/>
                      <a:r>
                        <a:rPr lang="es-ES" sz="1100" b="0" i="0" u="none" strike="noStrike" dirty="0">
                          <a:solidFill>
                            <a:srgbClr val="000000"/>
                          </a:solidFill>
                          <a:effectLst/>
                          <a:latin typeface="Calibri" panose="020F0502020204030204" pitchFamily="34" charset="0"/>
                        </a:rPr>
                        <a:t>N/A</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marL="0" marR="0" lvl="0" indent="0" algn="ctr" defTabSz="914390" rtl="0" eaLnBrk="1" fontAlgn="ctr"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srgbClr val="000000"/>
                          </a:solidFill>
                          <a:effectLst/>
                          <a:uLnTx/>
                          <a:uFillTx/>
                          <a:latin typeface="Calibri" panose="020F0502020204030204" pitchFamily="34" charset="0"/>
                          <a:ea typeface="+mn-ea"/>
                          <a:cs typeface="Helvetica"/>
                          <a:sym typeface="Arial"/>
                        </a:rPr>
                        <a:t>N/A</a:t>
                      </a:r>
                      <a:endParaRPr lang="es-ES" sz="1100" b="0" i="0" u="none" strike="noStrike" kern="1200" dirty="0">
                        <a:solidFill>
                          <a:srgbClr val="000000"/>
                        </a:solidFill>
                        <a:effectLst/>
                        <a:latin typeface="Calibri" panose="020F0502020204030204" pitchFamily="34" charset="0"/>
                        <a:ea typeface="+mn-ea"/>
                        <a:cs typeface="+mn-cs"/>
                      </a:endParaRP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marL="0" marR="0" lvl="0" indent="0" algn="ctr" defTabSz="914390" rtl="0" eaLnBrk="1" fontAlgn="ctr" latinLnBrk="0" hangingPunct="1">
                        <a:lnSpc>
                          <a:spcPct val="100000"/>
                        </a:lnSpc>
                        <a:spcBef>
                          <a:spcPts val="0"/>
                        </a:spcBef>
                        <a:spcAft>
                          <a:spcPts val="0"/>
                        </a:spcAft>
                        <a:buClrTx/>
                        <a:buSzTx/>
                        <a:buFontTx/>
                        <a:buNone/>
                        <a:tabLst/>
                        <a:defRPr/>
                      </a:pPr>
                      <a:endParaRPr lang="es-ES" sz="1100" b="0" i="0" u="none" strike="noStrike" kern="1200" dirty="0">
                        <a:solidFill>
                          <a:srgbClr val="000000"/>
                        </a:solidFill>
                        <a:effectLst/>
                        <a:latin typeface="Calibri" panose="020F0502020204030204" pitchFamily="34" charset="0"/>
                        <a:ea typeface="+mn-ea"/>
                        <a:cs typeface="+mn-cs"/>
                      </a:endParaRPr>
                    </a:p>
                    <a:p>
                      <a:pPr marL="0" marR="0" lvl="0" indent="0" algn="ctr" defTabSz="914390" rtl="0" eaLnBrk="1" fontAlgn="ctr" latinLnBrk="0" hangingPunct="1">
                        <a:lnSpc>
                          <a:spcPct val="100000"/>
                        </a:lnSpc>
                        <a:spcBef>
                          <a:spcPts val="0"/>
                        </a:spcBef>
                        <a:spcAft>
                          <a:spcPts val="0"/>
                        </a:spcAft>
                        <a:buClrTx/>
                        <a:buSzTx/>
                        <a:buFontTx/>
                        <a:buNone/>
                        <a:tabLst/>
                        <a:defRPr/>
                      </a:pPr>
                      <a:r>
                        <a:rPr lang="es-ES" sz="1100" b="0" i="0" u="none" strike="noStrike" kern="1200" dirty="0">
                          <a:solidFill>
                            <a:srgbClr val="000000"/>
                          </a:solidFill>
                          <a:effectLst/>
                          <a:latin typeface="Calibri" panose="020F0502020204030204" pitchFamily="34" charset="0"/>
                          <a:ea typeface="+mn-ea"/>
                          <a:cs typeface="+mn-cs"/>
                        </a:rPr>
                        <a:t>N/A</a:t>
                      </a:r>
                    </a:p>
                    <a:p>
                      <a:pPr algn="ctr" rtl="0" fontAlgn="ctr"/>
                      <a:endParaRPr lang="es-ES" sz="1100" b="0" i="0" u="none" strike="noStrike" dirty="0">
                        <a:solidFill>
                          <a:srgbClr val="000000"/>
                        </a:solidFill>
                        <a:effectLst/>
                        <a:latin typeface="Calibri" panose="020F0502020204030204" pitchFamily="34" charset="0"/>
                      </a:endParaRP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marL="0" marR="0" lvl="0" indent="0" algn="ctr" defTabSz="914390" rtl="0" eaLnBrk="1" fontAlgn="ctr" latinLnBrk="0" hangingPunct="1">
                        <a:lnSpc>
                          <a:spcPct val="100000"/>
                        </a:lnSpc>
                        <a:spcBef>
                          <a:spcPts val="0"/>
                        </a:spcBef>
                        <a:spcAft>
                          <a:spcPts val="0"/>
                        </a:spcAft>
                        <a:buClrTx/>
                        <a:buSzTx/>
                        <a:buFontTx/>
                        <a:buNone/>
                        <a:tabLst/>
                        <a:defRPr/>
                      </a:pPr>
                      <a:endParaRPr lang="es-ES" sz="1100" b="0" i="0" u="none" strike="noStrike" kern="1200" dirty="0">
                        <a:solidFill>
                          <a:srgbClr val="000000"/>
                        </a:solidFill>
                        <a:effectLst/>
                        <a:latin typeface="Calibri" panose="020F0502020204030204" pitchFamily="34" charset="0"/>
                        <a:ea typeface="+mn-ea"/>
                        <a:cs typeface="+mn-cs"/>
                      </a:endParaRPr>
                    </a:p>
                    <a:p>
                      <a:pPr marL="0" marR="0" lvl="0" indent="0" algn="ctr" defTabSz="914390" rtl="0" eaLnBrk="1" fontAlgn="ctr" latinLnBrk="0" hangingPunct="1">
                        <a:lnSpc>
                          <a:spcPct val="100000"/>
                        </a:lnSpc>
                        <a:spcBef>
                          <a:spcPts val="0"/>
                        </a:spcBef>
                        <a:spcAft>
                          <a:spcPts val="0"/>
                        </a:spcAft>
                        <a:buClrTx/>
                        <a:buSzTx/>
                        <a:buFontTx/>
                        <a:buNone/>
                        <a:tabLst/>
                        <a:defRPr/>
                      </a:pPr>
                      <a:r>
                        <a:rPr lang="es-ES" sz="1100" b="0" i="0" u="none" strike="noStrike" kern="1200" dirty="0">
                          <a:solidFill>
                            <a:srgbClr val="000000"/>
                          </a:solidFill>
                          <a:effectLst/>
                          <a:latin typeface="Calibri" panose="020F0502020204030204" pitchFamily="34" charset="0"/>
                          <a:ea typeface="+mn-ea"/>
                          <a:cs typeface="+mn-cs"/>
                        </a:rPr>
                        <a:t>Vertical</a:t>
                      </a:r>
                    </a:p>
                    <a:p>
                      <a:pPr algn="ctr" rtl="0" fontAlgn="ctr"/>
                      <a:endParaRPr lang="es-ES" sz="1100" b="0" i="0" u="none" strike="noStrike" dirty="0">
                        <a:solidFill>
                          <a:srgbClr val="000000"/>
                        </a:solidFill>
                        <a:effectLst/>
                        <a:latin typeface="Calibri" panose="020F0502020204030204" pitchFamily="34" charset="0"/>
                      </a:endParaRP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algn="ctr" rtl="0" fontAlgn="ctr"/>
                      <a:r>
                        <a:rPr lang="es-ES" sz="1100" b="0" i="0" u="none" strike="noStrike" dirty="0">
                          <a:solidFill>
                            <a:srgbClr val="000000"/>
                          </a:solidFill>
                          <a:effectLst/>
                          <a:latin typeface="Calibri" panose="020F0502020204030204" pitchFamily="34" charset="0"/>
                        </a:rPr>
                        <a:t>Control-M</a:t>
                      </a:r>
                    </a:p>
                    <a:p>
                      <a:pPr algn="ctr" rtl="0" fontAlgn="ctr"/>
                      <a:r>
                        <a:rPr lang="es-ES" sz="1100" b="0" i="0" u="none" strike="noStrike" dirty="0">
                          <a:solidFill>
                            <a:srgbClr val="000000"/>
                          </a:solidFill>
                          <a:effectLst/>
                          <a:latin typeface="Calibri" panose="020F0502020204030204" pitchFamily="34" charset="0"/>
                        </a:rPr>
                        <a:t>Jvm</a:t>
                      </a:r>
                    </a:p>
                    <a:p>
                      <a:pPr marL="0" marR="0" lvl="0" indent="0" algn="ctr" defTabSz="914400" rtl="0" eaLnBrk="1" fontAlgn="ctr" latinLnBrk="0" hangingPunct="1">
                        <a:lnSpc>
                          <a:spcPct val="100000"/>
                        </a:lnSpc>
                        <a:spcBef>
                          <a:spcPts val="200"/>
                        </a:spcBef>
                        <a:spcAft>
                          <a:spcPts val="0"/>
                        </a:spcAft>
                        <a:buClrTx/>
                        <a:buSzTx/>
                        <a:buFontTx/>
                        <a:buNone/>
                        <a:tabLst/>
                        <a:defRPr/>
                      </a:pPr>
                      <a:r>
                        <a:rPr lang="es-ES" sz="1100" b="0" i="0" u="none" strike="noStrike" dirty="0">
                          <a:solidFill>
                            <a:srgbClr val="000000"/>
                          </a:solidFill>
                          <a:effectLst/>
                          <a:latin typeface="Calibri" panose="020F0502020204030204" pitchFamily="34" charset="0"/>
                        </a:rPr>
                        <a:t> </a:t>
                      </a:r>
                      <a:r>
                        <a:rPr lang="es-ES" sz="1100" b="0" i="0" u="none" strike="noStrike" cap="none" spc="0" baseline="0" dirty="0">
                          <a:solidFill>
                            <a:srgbClr val="000000"/>
                          </a:solidFill>
                          <a:effectLst/>
                          <a:uFillTx/>
                          <a:latin typeface="Calibri" panose="020F0502020204030204" pitchFamily="34" charset="0"/>
                          <a:ea typeface="+mn-ea"/>
                          <a:cs typeface="+mn-cs"/>
                          <a:sym typeface="Arial"/>
                        </a:rPr>
                        <a:t>jdk1.11</a:t>
                      </a:r>
                    </a:p>
                    <a:p>
                      <a:pPr algn="ctr" rtl="0" fontAlgn="ctr"/>
                      <a:endParaRPr lang="es-ES" sz="1100" b="0" i="0" u="none" strike="noStrike" dirty="0">
                        <a:solidFill>
                          <a:srgbClr val="000000"/>
                        </a:solidFill>
                        <a:effectLst/>
                        <a:latin typeface="Calibri" panose="020F0502020204030204" pitchFamily="34" charset="0"/>
                      </a:endParaRP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lvl="0" algn="just"/>
                      <a:r>
                        <a:rPr lang="es-ES" sz="1100" b="0" i="0" u="none" strike="noStrike" cap="none" spc="0" baseline="0" dirty="0">
                          <a:solidFill>
                            <a:srgbClr val="000000"/>
                          </a:solidFill>
                          <a:effectLst/>
                          <a:uFillTx/>
                          <a:latin typeface="Calibri" panose="020F0502020204030204" pitchFamily="34" charset="0"/>
                          <a:ea typeface="+mn-ea"/>
                          <a:cs typeface="+mn-cs"/>
                          <a:sym typeface="Arial"/>
                        </a:rPr>
                        <a:t>En el servidor de propósito general de Producción se requiere una unidad de 5 GB. . Desde este servidor se lanzarán las tareas Batch que requiere para procesamiento de </a:t>
                      </a:r>
                      <a:r>
                        <a:rPr lang="es-ES" sz="1100" b="0" i="0" u="none" strike="noStrike" cap="none" spc="0" baseline="0" dirty="0" err="1">
                          <a:solidFill>
                            <a:srgbClr val="000000"/>
                          </a:solidFill>
                          <a:effectLst/>
                          <a:uFillTx/>
                          <a:latin typeface="Calibri" panose="020F0502020204030204" pitchFamily="34" charset="0"/>
                          <a:ea typeface="+mn-ea"/>
                          <a:cs typeface="+mn-cs"/>
                          <a:sym typeface="Arial"/>
                        </a:rPr>
                        <a:t>ficberos</a:t>
                      </a:r>
                      <a:endParaRPr lang="es-ES" sz="1100" b="0" i="0" u="none" strike="noStrike" cap="none" spc="0" baseline="0" dirty="0">
                        <a:solidFill>
                          <a:srgbClr val="000000"/>
                        </a:solidFill>
                        <a:effectLst/>
                        <a:uFillTx/>
                        <a:latin typeface="Calibri" panose="020F0502020204030204" pitchFamily="34" charset="0"/>
                        <a:ea typeface="+mn-ea"/>
                        <a:cs typeface="+mn-cs"/>
                        <a:sym typeface="Arial"/>
                      </a:endParaRP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extLst>
                  <a:ext uri="{0D108BD9-81ED-4DB2-BD59-A6C34878D82A}">
                    <a16:rowId xmlns:a16="http://schemas.microsoft.com/office/drawing/2014/main" val="2908738390"/>
                  </a:ext>
                </a:extLst>
              </a:tr>
              <a:tr h="828142">
                <a:tc>
                  <a:txBody>
                    <a:bodyPr/>
                    <a:lstStyle/>
                    <a:p>
                      <a:pPr algn="ctr" fontAlgn="ctr"/>
                      <a:r>
                        <a:rPr lang="es-ES" sz="1800" b="1" i="0" u="none" strike="noStrike">
                          <a:solidFill>
                            <a:srgbClr val="000000"/>
                          </a:solidFill>
                          <a:effectLst/>
                          <a:latin typeface="Calibri" panose="020F0502020204030204" pitchFamily="34" charset="0"/>
                        </a:rPr>
                        <a:t>Pre</a:t>
                      </a:r>
                    </a:p>
                  </a:txBody>
                  <a:tcPr marL="8273" marR="8273" marT="8273" marB="0" vert="vert27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6161"/>
                    </a:solidFill>
                  </a:tcPr>
                </a:tc>
                <a:tc>
                  <a:txBody>
                    <a:bodyPr/>
                    <a:lstStyle/>
                    <a:p>
                      <a:pPr algn="ctr" rtl="0" fontAlgn="ctr"/>
                      <a:r>
                        <a:rPr lang="es-ES" sz="1100" b="1" i="0" u="none" strike="noStrike" dirty="0">
                          <a:solidFill>
                            <a:srgbClr val="000000"/>
                          </a:solidFill>
                          <a:effectLst/>
                          <a:latin typeface="Calibri" panose="020F0502020204030204" pitchFamily="34" charset="0"/>
                        </a:rPr>
                        <a:t>Servidor de procesos </a:t>
                      </a:r>
                      <a:r>
                        <a:rPr lang="es-ES" sz="1100" b="1" i="0" u="none" strike="noStrike" dirty="0" err="1">
                          <a:solidFill>
                            <a:srgbClr val="000000"/>
                          </a:solidFill>
                          <a:effectLst/>
                          <a:latin typeface="Calibri" panose="020F0502020204030204" pitchFamily="34" charset="0"/>
                        </a:rPr>
                        <a:t>batch</a:t>
                      </a:r>
                      <a:r>
                        <a:rPr lang="es-ES" sz="1100" b="1" i="0" u="none" strike="noStrike" dirty="0">
                          <a:solidFill>
                            <a:srgbClr val="000000"/>
                          </a:solidFill>
                          <a:effectLst/>
                          <a:latin typeface="Calibri" panose="020F0502020204030204" pitchFamily="34" charset="0"/>
                        </a:rPr>
                        <a:t> Linux de propósito general</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9393"/>
                    </a:solidFill>
                  </a:tcPr>
                </a:tc>
                <a:tc>
                  <a:txBody>
                    <a:bodyPr/>
                    <a:lstStyle/>
                    <a:p>
                      <a:pPr marL="0" marR="0" lvl="0" indent="0" algn="ctr" defTabSz="914390" rtl="0" eaLnBrk="1" fontAlgn="ctr" latinLnBrk="0" hangingPunct="1">
                        <a:lnSpc>
                          <a:spcPct val="100000"/>
                        </a:lnSpc>
                        <a:spcBef>
                          <a:spcPts val="0"/>
                        </a:spcBef>
                        <a:spcAft>
                          <a:spcPts val="0"/>
                        </a:spcAft>
                        <a:buClrTx/>
                        <a:buSzTx/>
                        <a:buFontTx/>
                        <a:buNone/>
                        <a:tabLst/>
                        <a:defRPr/>
                      </a:pPr>
                      <a:r>
                        <a:rPr lang="de-DE" sz="1000" b="0" i="0" u="none" strike="noStrike" dirty="0">
                          <a:solidFill>
                            <a:srgbClr val="000000"/>
                          </a:solidFill>
                          <a:effectLst/>
                          <a:latin typeface="Calibri" panose="020F0502020204030204" pitchFamily="34" charset="0"/>
                        </a:rPr>
                        <a:t>RHEL 7.7 64 bits</a:t>
                      </a:r>
                    </a:p>
                    <a:p>
                      <a:pPr marL="0" marR="0" lvl="0" indent="0" algn="ctr" defTabSz="914390" rtl="0" eaLnBrk="1" fontAlgn="ctr" latinLnBrk="0" hangingPunct="1">
                        <a:lnSpc>
                          <a:spcPct val="100000"/>
                        </a:lnSpc>
                        <a:spcBef>
                          <a:spcPts val="0"/>
                        </a:spcBef>
                        <a:spcAft>
                          <a:spcPts val="0"/>
                        </a:spcAft>
                        <a:buClrTx/>
                        <a:buSzTx/>
                        <a:buFontTx/>
                        <a:buNone/>
                        <a:tabLst/>
                        <a:defRPr/>
                      </a:pPr>
                      <a:endParaRPr lang="en-US" sz="1000" b="0" i="0" u="none" strike="noStrike" dirty="0">
                        <a:solidFill>
                          <a:srgbClr val="000000"/>
                        </a:solidFill>
                        <a:effectLst/>
                        <a:latin typeface="Calibri" panose="020F0502020204030204" pitchFamily="34" charset="0"/>
                      </a:endParaRPr>
                    </a:p>
                    <a:p>
                      <a:pPr algn="ctr" rtl="0" fontAlgn="ctr"/>
                      <a:endParaRPr lang="de-DE" sz="1000" b="0" i="0" u="none" strike="noStrike" dirty="0">
                        <a:solidFill>
                          <a:srgbClr val="000000"/>
                        </a:solidFill>
                        <a:effectLst/>
                        <a:latin typeface="Calibri" panose="020F0502020204030204" pitchFamily="34" charset="0"/>
                      </a:endParaRP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algn="ctr" rtl="0" fontAlgn="ctr"/>
                      <a:r>
                        <a:rPr lang="es-ES" sz="1100" b="0" i="0" u="none" strike="noStrike" dirty="0">
                          <a:solidFill>
                            <a:srgbClr val="000000"/>
                          </a:solidFill>
                          <a:effectLst/>
                          <a:latin typeface="Calibri" panose="020F0502020204030204" pitchFamily="34" charset="0"/>
                        </a:rPr>
                        <a:t>-</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algn="ctr" rtl="0" fontAlgn="ctr"/>
                      <a:r>
                        <a:rPr lang="es-ES" sz="1100" b="0" i="0" u="none" strike="noStrike" dirty="0">
                          <a:solidFill>
                            <a:srgbClr val="000000"/>
                          </a:solidFill>
                          <a:effectLst/>
                          <a:latin typeface="Calibri" panose="020F0502020204030204" pitchFamily="34" charset="0"/>
                        </a:rPr>
                        <a:t>-</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algn="ctr" rtl="0" fontAlgn="ctr"/>
                      <a:r>
                        <a:rPr lang="es-ES" sz="1100" b="0" i="0" u="none" strike="noStrike" dirty="0">
                          <a:solidFill>
                            <a:srgbClr val="000000"/>
                          </a:solidFill>
                          <a:effectLst/>
                          <a:latin typeface="Calibri" panose="020F0502020204030204" pitchFamily="34" charset="0"/>
                        </a:rPr>
                        <a:t>-</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marL="0" algn="ctr" defTabSz="914390" rtl="0" eaLnBrk="1" fontAlgn="ctr" latinLnBrk="0" hangingPunct="1">
                        <a:spcAft>
                          <a:spcPts val="0"/>
                        </a:spcAft>
                      </a:pPr>
                      <a:r>
                        <a:rPr lang="es-ES" sz="1100" b="0" i="0" u="none" strike="noStrike" kern="1200" dirty="0">
                          <a:solidFill>
                            <a:srgbClr val="000000"/>
                          </a:solidFill>
                          <a:effectLst/>
                          <a:latin typeface="Calibri" panose="020F0502020204030204" pitchFamily="34" charset="0"/>
                          <a:ea typeface="+mn-ea"/>
                          <a:cs typeface="+mn-cs"/>
                        </a:rPr>
                        <a:t>1</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algn="ctr" rtl="0" fontAlgn="ctr"/>
                      <a:r>
                        <a:rPr lang="es-ES" sz="1000" b="0" i="0" u="none" strike="noStrike" dirty="0">
                          <a:solidFill>
                            <a:srgbClr val="000000"/>
                          </a:solidFill>
                          <a:effectLst/>
                          <a:latin typeface="Calibri" panose="020F0502020204030204" pitchFamily="34" charset="0"/>
                        </a:rPr>
                        <a:t>SAN</a:t>
                      </a:r>
                    </a:p>
                  </a:txBody>
                  <a:tcPr marL="7637" marR="7637" marT="7637"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algn="ctr" rtl="0" fontAlgn="ctr"/>
                      <a:r>
                        <a:rPr lang="es-ES" sz="1100" b="0" i="0" u="none" strike="noStrike" dirty="0">
                          <a:solidFill>
                            <a:srgbClr val="000000"/>
                          </a:solidFill>
                          <a:effectLst/>
                          <a:latin typeface="Calibri" panose="020F0502020204030204" pitchFamily="34" charset="0"/>
                        </a:rPr>
                        <a:t>Intranet</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algn="ctr" rtl="0" fontAlgn="ctr"/>
                      <a:r>
                        <a:rPr lang="es-ES" sz="1100" b="0" i="0" u="none" strike="noStrike" dirty="0">
                          <a:solidFill>
                            <a:srgbClr val="000000"/>
                          </a:solidFill>
                          <a:effectLst/>
                          <a:latin typeface="Calibri" panose="020F0502020204030204" pitchFamily="34" charset="0"/>
                        </a:rPr>
                        <a:t>N/A</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marL="0" marR="0" lvl="0" indent="0" algn="ctr" defTabSz="914390" rtl="0" eaLnBrk="1" fontAlgn="ctr"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srgbClr val="000000"/>
                          </a:solidFill>
                          <a:effectLst/>
                          <a:uLnTx/>
                          <a:uFillTx/>
                          <a:latin typeface="Calibri" panose="020F0502020204030204" pitchFamily="34" charset="0"/>
                          <a:ea typeface="+mn-ea"/>
                          <a:cs typeface="Helvetica"/>
                          <a:sym typeface="Arial"/>
                        </a:rPr>
                        <a:t>N/A</a:t>
                      </a:r>
                      <a:endParaRPr lang="es-ES" sz="1100" b="0" i="0" u="none" strike="noStrike" dirty="0">
                        <a:solidFill>
                          <a:srgbClr val="000000"/>
                        </a:solidFill>
                        <a:effectLst/>
                        <a:latin typeface="Calibri" panose="020F0502020204030204" pitchFamily="34" charset="0"/>
                      </a:endParaRP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marL="0" marR="0" lvl="0" indent="0" algn="ctr" defTabSz="914390" rtl="0" eaLnBrk="1" fontAlgn="ctr" latinLnBrk="0" hangingPunct="1">
                        <a:lnSpc>
                          <a:spcPct val="100000"/>
                        </a:lnSpc>
                        <a:spcBef>
                          <a:spcPts val="0"/>
                        </a:spcBef>
                        <a:spcAft>
                          <a:spcPts val="0"/>
                        </a:spcAft>
                        <a:buClrTx/>
                        <a:buSzTx/>
                        <a:buFontTx/>
                        <a:buNone/>
                        <a:tabLst/>
                        <a:defRPr/>
                      </a:pPr>
                      <a:endParaRPr lang="es-ES" sz="1100" b="0" i="0" u="none" strike="noStrike" kern="1200" dirty="0">
                        <a:solidFill>
                          <a:srgbClr val="000000"/>
                        </a:solidFill>
                        <a:effectLst/>
                        <a:latin typeface="Calibri" panose="020F0502020204030204" pitchFamily="34" charset="0"/>
                        <a:ea typeface="+mn-ea"/>
                        <a:cs typeface="+mn-cs"/>
                      </a:endParaRPr>
                    </a:p>
                    <a:p>
                      <a:pPr marL="0" marR="0" lvl="0" indent="0" algn="ctr" defTabSz="914390" rtl="0" eaLnBrk="1" fontAlgn="ctr" latinLnBrk="0" hangingPunct="1">
                        <a:lnSpc>
                          <a:spcPct val="100000"/>
                        </a:lnSpc>
                        <a:spcBef>
                          <a:spcPts val="0"/>
                        </a:spcBef>
                        <a:spcAft>
                          <a:spcPts val="0"/>
                        </a:spcAft>
                        <a:buClrTx/>
                        <a:buSzTx/>
                        <a:buFontTx/>
                        <a:buNone/>
                        <a:tabLst/>
                        <a:defRPr/>
                      </a:pPr>
                      <a:r>
                        <a:rPr lang="es-ES" sz="1100" b="0" i="0" u="none" strike="noStrike" kern="1200" dirty="0">
                          <a:solidFill>
                            <a:srgbClr val="000000"/>
                          </a:solidFill>
                          <a:effectLst/>
                          <a:latin typeface="Calibri" panose="020F0502020204030204" pitchFamily="34" charset="0"/>
                          <a:ea typeface="+mn-ea"/>
                          <a:cs typeface="+mn-cs"/>
                        </a:rPr>
                        <a:t>N/A</a:t>
                      </a:r>
                    </a:p>
                    <a:p>
                      <a:pPr algn="ctr" rtl="0" fontAlgn="ctr"/>
                      <a:endParaRPr lang="es-ES" sz="1100" b="0" i="0" u="none" strike="noStrike" dirty="0">
                        <a:solidFill>
                          <a:srgbClr val="000000"/>
                        </a:solidFill>
                        <a:effectLst/>
                        <a:latin typeface="Calibri" panose="020F0502020204030204" pitchFamily="34" charset="0"/>
                      </a:endParaRP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marL="0" marR="0" lvl="0" indent="0" algn="ctr" defTabSz="914390" rtl="0" eaLnBrk="1" fontAlgn="ctr" latinLnBrk="0" hangingPunct="1">
                        <a:lnSpc>
                          <a:spcPct val="100000"/>
                        </a:lnSpc>
                        <a:spcBef>
                          <a:spcPts val="0"/>
                        </a:spcBef>
                        <a:spcAft>
                          <a:spcPts val="0"/>
                        </a:spcAft>
                        <a:buClrTx/>
                        <a:buSzTx/>
                        <a:buFontTx/>
                        <a:buNone/>
                        <a:tabLst/>
                        <a:defRPr/>
                      </a:pPr>
                      <a:endParaRPr lang="es-ES" sz="1100" b="0" i="0" u="none" strike="noStrike" kern="1200" dirty="0">
                        <a:solidFill>
                          <a:srgbClr val="000000"/>
                        </a:solidFill>
                        <a:effectLst/>
                        <a:latin typeface="Calibri" panose="020F0502020204030204" pitchFamily="34" charset="0"/>
                        <a:ea typeface="+mn-ea"/>
                        <a:cs typeface="+mn-cs"/>
                      </a:endParaRPr>
                    </a:p>
                    <a:p>
                      <a:pPr marL="0" marR="0" lvl="0" indent="0" algn="ctr" defTabSz="914390" rtl="0" eaLnBrk="1" fontAlgn="ctr" latinLnBrk="0" hangingPunct="1">
                        <a:lnSpc>
                          <a:spcPct val="100000"/>
                        </a:lnSpc>
                        <a:spcBef>
                          <a:spcPts val="0"/>
                        </a:spcBef>
                        <a:spcAft>
                          <a:spcPts val="0"/>
                        </a:spcAft>
                        <a:buClrTx/>
                        <a:buSzTx/>
                        <a:buFontTx/>
                        <a:buNone/>
                        <a:tabLst/>
                        <a:defRPr/>
                      </a:pPr>
                      <a:r>
                        <a:rPr lang="es-ES" sz="1100" b="0" i="0" u="none" strike="noStrike" kern="1200" dirty="0">
                          <a:solidFill>
                            <a:srgbClr val="000000"/>
                          </a:solidFill>
                          <a:effectLst/>
                          <a:latin typeface="Calibri" panose="020F0502020204030204" pitchFamily="34" charset="0"/>
                          <a:ea typeface="+mn-ea"/>
                          <a:cs typeface="+mn-cs"/>
                        </a:rPr>
                        <a:t>Vertical</a:t>
                      </a:r>
                    </a:p>
                    <a:p>
                      <a:pPr algn="ctr" rtl="0" fontAlgn="ctr"/>
                      <a:endParaRPr lang="es-ES" sz="1100" b="0" i="0" u="none" strike="noStrike" dirty="0">
                        <a:solidFill>
                          <a:srgbClr val="000000"/>
                        </a:solidFill>
                        <a:effectLst/>
                        <a:latin typeface="Calibri" panose="020F0502020204030204" pitchFamily="34" charset="0"/>
                      </a:endParaRP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algn="ctr" rtl="0" fontAlgn="ctr"/>
                      <a:r>
                        <a:rPr lang="es-ES" sz="1100" b="0" i="0" u="none" strike="noStrike" dirty="0">
                          <a:solidFill>
                            <a:srgbClr val="000000"/>
                          </a:solidFill>
                          <a:effectLst/>
                          <a:latin typeface="Calibri" panose="020F0502020204030204" pitchFamily="34" charset="0"/>
                        </a:rPr>
                        <a:t> Control-M</a:t>
                      </a:r>
                    </a:p>
                    <a:p>
                      <a:pPr algn="ctr" rtl="0" fontAlgn="ctr"/>
                      <a:r>
                        <a:rPr lang="es-ES" sz="1100" b="0" i="0" u="none" strike="noStrike" dirty="0" err="1">
                          <a:solidFill>
                            <a:srgbClr val="000000"/>
                          </a:solidFill>
                          <a:effectLst/>
                          <a:latin typeface="Calibri" panose="020F0502020204030204" pitchFamily="34" charset="0"/>
                        </a:rPr>
                        <a:t>Jvm</a:t>
                      </a:r>
                      <a:endParaRPr lang="es-ES" sz="1100" b="0" i="0" u="none" strike="noStrike" dirty="0">
                        <a:solidFill>
                          <a:srgbClr val="000000"/>
                        </a:solidFill>
                        <a:effectLst/>
                        <a:latin typeface="Calibri" panose="020F0502020204030204" pitchFamily="34" charset="0"/>
                      </a:endParaRPr>
                    </a:p>
                    <a:p>
                      <a:pPr marL="0" marR="0" lvl="0" indent="0" algn="ctr" defTabSz="914400" rtl="0" eaLnBrk="1" fontAlgn="ctr" latinLnBrk="0" hangingPunct="1">
                        <a:lnSpc>
                          <a:spcPct val="100000"/>
                        </a:lnSpc>
                        <a:spcBef>
                          <a:spcPts val="200"/>
                        </a:spcBef>
                        <a:spcAft>
                          <a:spcPts val="0"/>
                        </a:spcAft>
                        <a:buClrTx/>
                        <a:buSzTx/>
                        <a:buFontTx/>
                        <a:buNone/>
                        <a:tabLst/>
                        <a:defRPr/>
                      </a:pPr>
                      <a:r>
                        <a:rPr lang="es-ES" sz="1100" b="0" i="0" u="none" strike="noStrike" cap="none" spc="0" baseline="0" dirty="0">
                          <a:solidFill>
                            <a:srgbClr val="000000"/>
                          </a:solidFill>
                          <a:effectLst/>
                          <a:uFillTx/>
                          <a:latin typeface="Calibri" panose="020F0502020204030204" pitchFamily="34" charset="0"/>
                          <a:ea typeface="+mn-ea"/>
                          <a:cs typeface="+mn-cs"/>
                          <a:sym typeface="Arial"/>
                        </a:rPr>
                        <a:t>jdk1.11</a:t>
                      </a:r>
                    </a:p>
                    <a:p>
                      <a:pPr algn="ctr" rtl="0" fontAlgn="ctr"/>
                      <a:endParaRPr lang="es-ES" sz="1100" b="0" i="0" u="none" strike="noStrike" dirty="0">
                        <a:solidFill>
                          <a:srgbClr val="000000"/>
                        </a:solidFill>
                        <a:effectLst/>
                        <a:latin typeface="Calibri" panose="020F0502020204030204" pitchFamily="34" charset="0"/>
                      </a:endParaRP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marL="0" marR="0" lvl="0" indent="0" algn="just" defTabSz="914390" rtl="0" eaLnBrk="1" fontAlgn="ctr" latinLnBrk="0" hangingPunct="1">
                        <a:lnSpc>
                          <a:spcPct val="100000"/>
                        </a:lnSpc>
                        <a:spcBef>
                          <a:spcPts val="0"/>
                        </a:spcBef>
                        <a:spcAft>
                          <a:spcPts val="0"/>
                        </a:spcAft>
                        <a:buClrTx/>
                        <a:buSzTx/>
                        <a:buFontTx/>
                        <a:buNone/>
                        <a:tabLst/>
                        <a:defRPr/>
                      </a:pPr>
                      <a:r>
                        <a:rPr lang="es-ES" sz="1100" b="0" i="0" u="none" strike="noStrike" cap="none" spc="0" baseline="0" dirty="0">
                          <a:solidFill>
                            <a:srgbClr val="000000"/>
                          </a:solidFill>
                          <a:effectLst/>
                          <a:uFillTx/>
                          <a:latin typeface="Calibri" panose="020F0502020204030204" pitchFamily="34" charset="0"/>
                          <a:ea typeface="+mn-ea"/>
                          <a:cs typeface="+mn-cs"/>
                          <a:sym typeface="Arial"/>
                        </a:rPr>
                        <a:t>En el servidor de propósito general de Preproducción se requiere una unidad de 1 GB. . Desde este servidor se lanzarán las tareas Batch que requiere para procesamiento de </a:t>
                      </a:r>
                      <a:r>
                        <a:rPr lang="es-ES" sz="1100" b="0" i="0" u="none" strike="noStrike" cap="none" spc="0" baseline="0" dirty="0" err="1">
                          <a:solidFill>
                            <a:srgbClr val="000000"/>
                          </a:solidFill>
                          <a:effectLst/>
                          <a:uFillTx/>
                          <a:latin typeface="Calibri" panose="020F0502020204030204" pitchFamily="34" charset="0"/>
                          <a:ea typeface="+mn-ea"/>
                          <a:cs typeface="+mn-cs"/>
                          <a:sym typeface="Arial"/>
                        </a:rPr>
                        <a:t>ficberos</a:t>
                      </a:r>
                      <a:r>
                        <a:rPr lang="es-ES" sz="1100" b="0" i="0" u="none" strike="noStrike" cap="none" spc="0" baseline="0" dirty="0">
                          <a:solidFill>
                            <a:srgbClr val="000000"/>
                          </a:solidFill>
                          <a:effectLst/>
                          <a:uFillTx/>
                          <a:latin typeface="Calibri" panose="020F0502020204030204" pitchFamily="34" charset="0"/>
                          <a:ea typeface="+mn-ea"/>
                          <a:cs typeface="+mn-cs"/>
                          <a:sym typeface="Arial"/>
                        </a:rPr>
                        <a:t>.</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extLst>
                  <a:ext uri="{0D108BD9-81ED-4DB2-BD59-A6C34878D82A}">
                    <a16:rowId xmlns:a16="http://schemas.microsoft.com/office/drawing/2014/main" val="1063994108"/>
                  </a:ext>
                </a:extLst>
              </a:tr>
              <a:tr h="900463">
                <a:tc>
                  <a:txBody>
                    <a:bodyPr/>
                    <a:lstStyle/>
                    <a:p>
                      <a:pPr algn="ctr" fontAlgn="ctr"/>
                      <a:r>
                        <a:rPr lang="es-ES" sz="1800" b="1" i="0" u="none" strike="noStrike" dirty="0">
                          <a:solidFill>
                            <a:srgbClr val="000000"/>
                          </a:solidFill>
                          <a:effectLst/>
                          <a:latin typeface="Calibri" panose="020F0502020204030204" pitchFamily="34" charset="0"/>
                        </a:rPr>
                        <a:t>DES</a:t>
                      </a:r>
                    </a:p>
                  </a:txBody>
                  <a:tcPr marL="8273" marR="8273" marT="8273" marB="0" vert="vert27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6161"/>
                    </a:solidFill>
                  </a:tcPr>
                </a:tc>
                <a:tc>
                  <a:txBody>
                    <a:bodyPr/>
                    <a:lstStyle/>
                    <a:p>
                      <a:pPr algn="ctr" rtl="0" fontAlgn="ctr"/>
                      <a:r>
                        <a:rPr lang="es-ES" sz="1100" b="1" i="0" u="none" strike="noStrike" dirty="0">
                          <a:solidFill>
                            <a:srgbClr val="000000"/>
                          </a:solidFill>
                          <a:effectLst/>
                          <a:latin typeface="Calibri" panose="020F0502020204030204" pitchFamily="34" charset="0"/>
                        </a:rPr>
                        <a:t>Servidor de procesos </a:t>
                      </a:r>
                      <a:r>
                        <a:rPr lang="es-ES" sz="1100" b="1" i="0" u="none" strike="noStrike" dirty="0" err="1">
                          <a:solidFill>
                            <a:srgbClr val="000000"/>
                          </a:solidFill>
                          <a:effectLst/>
                          <a:latin typeface="Calibri" panose="020F0502020204030204" pitchFamily="34" charset="0"/>
                        </a:rPr>
                        <a:t>batch</a:t>
                      </a:r>
                      <a:r>
                        <a:rPr lang="es-ES" sz="1100" b="1" i="0" u="none" strike="noStrike" dirty="0">
                          <a:solidFill>
                            <a:srgbClr val="000000"/>
                          </a:solidFill>
                          <a:effectLst/>
                          <a:latin typeface="Calibri" panose="020F0502020204030204" pitchFamily="34" charset="0"/>
                        </a:rPr>
                        <a:t> Linux de propósito general</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9393"/>
                    </a:solidFill>
                  </a:tcPr>
                </a:tc>
                <a:tc>
                  <a:txBody>
                    <a:bodyPr/>
                    <a:lstStyle/>
                    <a:p>
                      <a:pPr algn="ctr" rtl="0" fontAlgn="ctr"/>
                      <a:r>
                        <a:rPr lang="de-DE" sz="1000" b="0" i="0" u="none" strike="noStrike" dirty="0">
                          <a:solidFill>
                            <a:srgbClr val="000000"/>
                          </a:solidFill>
                          <a:effectLst/>
                          <a:latin typeface="Calibri" panose="020F0502020204030204" pitchFamily="34" charset="0"/>
                        </a:rPr>
                        <a:t>RHEL 7.7 64 bits</a:t>
                      </a:r>
                    </a:p>
                    <a:p>
                      <a:pPr algn="ctr" rtl="0" fontAlgn="ctr"/>
                      <a:endParaRPr lang="de-DE" sz="1000" b="0" i="0" u="none" strike="noStrike" dirty="0">
                        <a:solidFill>
                          <a:srgbClr val="000000"/>
                        </a:solidFill>
                        <a:effectLst/>
                        <a:latin typeface="Calibri" panose="020F0502020204030204" pitchFamily="34" charset="0"/>
                      </a:endParaRP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algn="ctr" rtl="0" fontAlgn="ctr"/>
                      <a:r>
                        <a:rPr lang="es-ES" sz="1100" b="0" i="0" u="none" strike="noStrike" dirty="0">
                          <a:solidFill>
                            <a:srgbClr val="000000"/>
                          </a:solidFill>
                          <a:effectLst/>
                          <a:latin typeface="Calibri" panose="020F0502020204030204" pitchFamily="34" charset="0"/>
                        </a:rPr>
                        <a:t>1</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algn="ctr" rtl="0" fontAlgn="ctr"/>
                      <a:r>
                        <a:rPr lang="es-ES" sz="1100" b="0" i="0" u="none" strike="noStrike" dirty="0">
                          <a:solidFill>
                            <a:schemeClr val="tx1"/>
                          </a:solidFill>
                          <a:effectLst/>
                          <a:latin typeface="Calibri" panose="020F0502020204030204" pitchFamily="34" charset="0"/>
                        </a:rPr>
                        <a:t>2</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algn="ctr" rtl="0" fontAlgn="ctr"/>
                      <a:r>
                        <a:rPr lang="es-ES" sz="1100" b="0" i="0" u="none" strike="noStrike" dirty="0">
                          <a:solidFill>
                            <a:srgbClr val="000000"/>
                          </a:solidFill>
                          <a:effectLst/>
                          <a:latin typeface="Calibri" panose="020F0502020204030204" pitchFamily="34" charset="0"/>
                        </a:rPr>
                        <a:t>4</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marL="0" algn="ctr" defTabSz="914390" rtl="0" eaLnBrk="1" fontAlgn="ctr" latinLnBrk="0" hangingPunct="1">
                        <a:spcAft>
                          <a:spcPts val="0"/>
                        </a:spcAft>
                      </a:pPr>
                      <a:r>
                        <a:rPr lang="es-ES" sz="1100" b="0" i="0" u="none" strike="noStrike" kern="1200" dirty="0">
                          <a:solidFill>
                            <a:srgbClr val="000000"/>
                          </a:solidFill>
                          <a:effectLst/>
                          <a:latin typeface="Calibri" panose="020F0502020204030204" pitchFamily="34" charset="0"/>
                          <a:ea typeface="+mn-ea"/>
                          <a:cs typeface="+mn-cs"/>
                        </a:rPr>
                        <a:t>1</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algn="ctr" rtl="0" fontAlgn="ctr"/>
                      <a:r>
                        <a:rPr lang="es-ES" sz="1000" b="0" i="0" u="none" strike="noStrike" dirty="0">
                          <a:solidFill>
                            <a:srgbClr val="000000"/>
                          </a:solidFill>
                          <a:effectLst/>
                          <a:latin typeface="Calibri" panose="020F0502020204030204" pitchFamily="34" charset="0"/>
                        </a:rPr>
                        <a:t>SAN</a:t>
                      </a:r>
                    </a:p>
                  </a:txBody>
                  <a:tcPr marL="7637" marR="7637" marT="7637"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algn="ctr" rtl="0" fontAlgn="ctr"/>
                      <a:r>
                        <a:rPr lang="es-ES" sz="1100" b="0" i="0" u="none" strike="noStrike" dirty="0">
                          <a:solidFill>
                            <a:srgbClr val="000000"/>
                          </a:solidFill>
                          <a:effectLst/>
                          <a:latin typeface="Calibri" panose="020F0502020204030204" pitchFamily="34" charset="0"/>
                        </a:rPr>
                        <a:t>Intranet</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algn="ctr" rtl="0" fontAlgn="ctr"/>
                      <a:r>
                        <a:rPr lang="es-ES" sz="1100" b="0" i="0" u="none" strike="noStrike" dirty="0">
                          <a:solidFill>
                            <a:srgbClr val="000000"/>
                          </a:solidFill>
                          <a:effectLst/>
                          <a:latin typeface="Calibri" panose="020F0502020204030204" pitchFamily="34" charset="0"/>
                        </a:rPr>
                        <a:t>N/A</a:t>
                      </a: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marL="0" marR="0" lvl="0" indent="0" algn="ctr" defTabSz="914390" rtl="0" eaLnBrk="1" fontAlgn="ctr"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Helvetica"/>
                          <a:sym typeface="Arial"/>
                        </a:rPr>
                        <a:t>N/A</a:t>
                      </a:r>
                      <a:endParaRPr lang="es-ES" sz="1100" b="0" i="0" u="none" strike="noStrike" dirty="0">
                        <a:solidFill>
                          <a:srgbClr val="000000"/>
                        </a:solidFill>
                        <a:effectLst/>
                        <a:latin typeface="Calibri" panose="020F0502020204030204" pitchFamily="34" charset="0"/>
                      </a:endParaRP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marL="0" marR="0" lvl="0" indent="0" algn="ctr" defTabSz="914390" rtl="0" eaLnBrk="1" fontAlgn="ctr" latinLnBrk="0" hangingPunct="1">
                        <a:lnSpc>
                          <a:spcPct val="100000"/>
                        </a:lnSpc>
                        <a:spcBef>
                          <a:spcPts val="0"/>
                        </a:spcBef>
                        <a:spcAft>
                          <a:spcPts val="0"/>
                        </a:spcAft>
                        <a:buClrTx/>
                        <a:buSzTx/>
                        <a:buFontTx/>
                        <a:buNone/>
                        <a:tabLst/>
                        <a:defRPr/>
                      </a:pPr>
                      <a:endParaRPr lang="es-ES" sz="1100" b="0" i="0" u="none" strike="noStrike" kern="1200" dirty="0">
                        <a:solidFill>
                          <a:srgbClr val="000000"/>
                        </a:solidFill>
                        <a:effectLst/>
                        <a:latin typeface="Calibri" panose="020F0502020204030204" pitchFamily="34" charset="0"/>
                        <a:ea typeface="+mn-ea"/>
                        <a:cs typeface="+mn-cs"/>
                      </a:endParaRPr>
                    </a:p>
                    <a:p>
                      <a:pPr marL="0" marR="0" lvl="0" indent="0" algn="ctr" defTabSz="914390" rtl="0" eaLnBrk="1" fontAlgn="ctr" latinLnBrk="0" hangingPunct="1">
                        <a:lnSpc>
                          <a:spcPct val="100000"/>
                        </a:lnSpc>
                        <a:spcBef>
                          <a:spcPts val="0"/>
                        </a:spcBef>
                        <a:spcAft>
                          <a:spcPts val="0"/>
                        </a:spcAft>
                        <a:buClrTx/>
                        <a:buSzTx/>
                        <a:buFontTx/>
                        <a:buNone/>
                        <a:tabLst/>
                        <a:defRPr/>
                      </a:pPr>
                      <a:r>
                        <a:rPr lang="es-ES" sz="1100" b="0" i="0" u="none" strike="noStrike" kern="1200" dirty="0">
                          <a:solidFill>
                            <a:srgbClr val="000000"/>
                          </a:solidFill>
                          <a:effectLst/>
                          <a:latin typeface="Calibri" panose="020F0502020204030204" pitchFamily="34" charset="0"/>
                          <a:ea typeface="+mn-ea"/>
                          <a:cs typeface="+mn-cs"/>
                        </a:rPr>
                        <a:t>N/A</a:t>
                      </a:r>
                    </a:p>
                    <a:p>
                      <a:pPr algn="ctr" rtl="0" fontAlgn="ctr"/>
                      <a:endParaRPr lang="es-ES" sz="1100" b="0" i="0" u="none" strike="noStrike" dirty="0">
                        <a:solidFill>
                          <a:srgbClr val="000000"/>
                        </a:solidFill>
                        <a:effectLst/>
                        <a:latin typeface="Calibri" panose="020F0502020204030204" pitchFamily="34" charset="0"/>
                      </a:endParaRP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marL="0" marR="0" lvl="0" indent="0" algn="ctr" defTabSz="914390" rtl="0" eaLnBrk="1" fontAlgn="ctr" latinLnBrk="0" hangingPunct="1">
                        <a:lnSpc>
                          <a:spcPct val="100000"/>
                        </a:lnSpc>
                        <a:spcBef>
                          <a:spcPts val="0"/>
                        </a:spcBef>
                        <a:spcAft>
                          <a:spcPts val="0"/>
                        </a:spcAft>
                        <a:buClrTx/>
                        <a:buSzTx/>
                        <a:buFontTx/>
                        <a:buNone/>
                        <a:tabLst/>
                        <a:defRPr/>
                      </a:pPr>
                      <a:endParaRPr lang="es-ES" sz="1100" b="0" i="0" u="none" strike="noStrike" kern="1200" dirty="0">
                        <a:solidFill>
                          <a:srgbClr val="000000"/>
                        </a:solidFill>
                        <a:effectLst/>
                        <a:latin typeface="Calibri" panose="020F0502020204030204" pitchFamily="34" charset="0"/>
                        <a:ea typeface="+mn-ea"/>
                        <a:cs typeface="+mn-cs"/>
                      </a:endParaRPr>
                    </a:p>
                    <a:p>
                      <a:pPr marL="0" marR="0" lvl="0" indent="0" algn="ctr" defTabSz="914390" rtl="0" eaLnBrk="1" fontAlgn="ctr" latinLnBrk="0" hangingPunct="1">
                        <a:lnSpc>
                          <a:spcPct val="100000"/>
                        </a:lnSpc>
                        <a:spcBef>
                          <a:spcPts val="0"/>
                        </a:spcBef>
                        <a:spcAft>
                          <a:spcPts val="0"/>
                        </a:spcAft>
                        <a:buClrTx/>
                        <a:buSzTx/>
                        <a:buFontTx/>
                        <a:buNone/>
                        <a:tabLst/>
                        <a:defRPr/>
                      </a:pPr>
                      <a:r>
                        <a:rPr lang="es-ES" sz="1100" b="0" i="0" u="none" strike="noStrike" kern="1200" dirty="0">
                          <a:solidFill>
                            <a:srgbClr val="000000"/>
                          </a:solidFill>
                          <a:effectLst/>
                          <a:latin typeface="Calibri" panose="020F0502020204030204" pitchFamily="34" charset="0"/>
                          <a:ea typeface="+mn-ea"/>
                          <a:cs typeface="+mn-cs"/>
                        </a:rPr>
                        <a:t>Vertical</a:t>
                      </a:r>
                    </a:p>
                    <a:p>
                      <a:pPr algn="ctr" rtl="0" fontAlgn="ctr"/>
                      <a:endParaRPr lang="es-ES" sz="1100" b="0" i="0" u="none" strike="noStrike" dirty="0">
                        <a:solidFill>
                          <a:srgbClr val="000000"/>
                        </a:solidFill>
                        <a:effectLst/>
                        <a:latin typeface="Calibri" panose="020F0502020204030204" pitchFamily="34" charset="0"/>
                      </a:endParaRP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marL="0" marR="0" lvl="0" indent="0" algn="ctr" defTabSz="914400" rtl="0" eaLnBrk="1" fontAlgn="ctr" latinLnBrk="0" hangingPunct="1">
                        <a:lnSpc>
                          <a:spcPct val="100000"/>
                        </a:lnSpc>
                        <a:spcBef>
                          <a:spcPts val="200"/>
                        </a:spcBef>
                        <a:spcAft>
                          <a:spcPts val="0"/>
                        </a:spcAft>
                        <a:buClrTx/>
                        <a:buSzTx/>
                        <a:buFontTx/>
                        <a:buNone/>
                        <a:tabLst/>
                        <a:defRPr/>
                      </a:pPr>
                      <a:r>
                        <a:rPr lang="es-ES" sz="1100" b="0" i="0" u="none" strike="noStrike" cap="none" spc="0" baseline="0" dirty="0">
                          <a:solidFill>
                            <a:srgbClr val="000000"/>
                          </a:solidFill>
                          <a:effectLst/>
                          <a:uFillTx/>
                          <a:latin typeface="Calibri" panose="020F0502020204030204" pitchFamily="34" charset="0"/>
                          <a:ea typeface="+mn-ea"/>
                          <a:cs typeface="+mn-cs"/>
                          <a:sym typeface="Arial"/>
                        </a:rPr>
                        <a:t> Control-M</a:t>
                      </a:r>
                    </a:p>
                    <a:p>
                      <a:pPr marL="0" marR="0" lvl="0" indent="0" algn="ctr" defTabSz="914400" rtl="0" eaLnBrk="1" fontAlgn="ctr" latinLnBrk="0" hangingPunct="1">
                        <a:lnSpc>
                          <a:spcPct val="100000"/>
                        </a:lnSpc>
                        <a:spcBef>
                          <a:spcPts val="200"/>
                        </a:spcBef>
                        <a:spcAft>
                          <a:spcPts val="0"/>
                        </a:spcAft>
                        <a:buClrTx/>
                        <a:buSzTx/>
                        <a:buFontTx/>
                        <a:buNone/>
                        <a:tabLst/>
                        <a:defRPr/>
                      </a:pPr>
                      <a:r>
                        <a:rPr lang="es-ES" sz="1100" b="0" i="0" u="none" strike="noStrike" cap="none" spc="0" baseline="0" dirty="0" err="1">
                          <a:solidFill>
                            <a:srgbClr val="000000"/>
                          </a:solidFill>
                          <a:effectLst/>
                          <a:uFillTx/>
                          <a:latin typeface="Calibri" panose="020F0502020204030204" pitchFamily="34" charset="0"/>
                          <a:ea typeface="+mn-ea"/>
                          <a:cs typeface="+mn-cs"/>
                          <a:sym typeface="Arial"/>
                        </a:rPr>
                        <a:t>Jvm</a:t>
                      </a:r>
                      <a:endParaRPr lang="es-ES" sz="1100" b="0" i="0" u="none" strike="noStrike" cap="none" spc="0" baseline="0" dirty="0">
                        <a:solidFill>
                          <a:srgbClr val="000000"/>
                        </a:solidFill>
                        <a:effectLst/>
                        <a:uFillTx/>
                        <a:latin typeface="Calibri" panose="020F0502020204030204" pitchFamily="34" charset="0"/>
                        <a:ea typeface="+mn-ea"/>
                        <a:cs typeface="+mn-cs"/>
                        <a:sym typeface="Arial"/>
                      </a:endParaRPr>
                    </a:p>
                    <a:p>
                      <a:pPr marL="0" marR="0" lvl="0" indent="0" algn="ctr" defTabSz="914400" rtl="0" eaLnBrk="1" fontAlgn="ctr" latinLnBrk="0" hangingPunct="1">
                        <a:lnSpc>
                          <a:spcPct val="100000"/>
                        </a:lnSpc>
                        <a:spcBef>
                          <a:spcPts val="200"/>
                        </a:spcBef>
                        <a:spcAft>
                          <a:spcPts val="0"/>
                        </a:spcAft>
                        <a:buClrTx/>
                        <a:buSzTx/>
                        <a:buFontTx/>
                        <a:buNone/>
                        <a:tabLst/>
                        <a:defRPr/>
                      </a:pPr>
                      <a:r>
                        <a:rPr lang="es-ES" sz="1100" b="0" i="0" u="none" strike="noStrike" cap="none" spc="0" baseline="0" dirty="0">
                          <a:solidFill>
                            <a:srgbClr val="000000"/>
                          </a:solidFill>
                          <a:effectLst/>
                          <a:uFillTx/>
                          <a:latin typeface="Calibri" panose="020F0502020204030204" pitchFamily="34" charset="0"/>
                          <a:ea typeface="+mn-ea"/>
                          <a:cs typeface="+mn-cs"/>
                          <a:sym typeface="Arial"/>
                        </a:rPr>
                        <a:t>jdk1.11</a:t>
                      </a:r>
                    </a:p>
                    <a:p>
                      <a:pPr marL="0" marR="0" lvl="0" indent="0" algn="ctr" defTabSz="914400" rtl="0" eaLnBrk="1" fontAlgn="ctr" latinLnBrk="0" hangingPunct="1">
                        <a:lnSpc>
                          <a:spcPct val="100000"/>
                        </a:lnSpc>
                        <a:spcBef>
                          <a:spcPts val="200"/>
                        </a:spcBef>
                        <a:spcAft>
                          <a:spcPts val="0"/>
                        </a:spcAft>
                        <a:buClrTx/>
                        <a:buSzTx/>
                        <a:buFontTx/>
                        <a:buNone/>
                        <a:tabLst/>
                        <a:defRPr/>
                      </a:pPr>
                      <a:endParaRPr lang="es-ES" sz="1100" b="0" i="0" u="none" strike="noStrike" cap="none" spc="0" baseline="0" dirty="0">
                        <a:solidFill>
                          <a:srgbClr val="000000"/>
                        </a:solidFill>
                        <a:effectLst/>
                        <a:uFillTx/>
                        <a:latin typeface="Calibri" panose="020F0502020204030204" pitchFamily="34" charset="0"/>
                        <a:ea typeface="+mn-ea"/>
                        <a:cs typeface="+mn-cs"/>
                        <a:sym typeface="Arial"/>
                      </a:endParaRP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p>
                      <a:pPr marL="0" marR="0" lvl="0" indent="0" algn="just" defTabSz="914390" rtl="0" eaLnBrk="1" fontAlgn="ctr" latinLnBrk="0" hangingPunct="1">
                        <a:lnSpc>
                          <a:spcPct val="100000"/>
                        </a:lnSpc>
                        <a:spcBef>
                          <a:spcPts val="0"/>
                        </a:spcBef>
                        <a:spcAft>
                          <a:spcPts val="0"/>
                        </a:spcAft>
                        <a:buClrTx/>
                        <a:buSzTx/>
                        <a:buFontTx/>
                        <a:buNone/>
                        <a:tabLst/>
                        <a:defRPr/>
                      </a:pPr>
                      <a:r>
                        <a:rPr lang="es-ES" sz="1100" b="0" i="0" u="none" strike="noStrike" cap="none" spc="0" baseline="0" dirty="0">
                          <a:solidFill>
                            <a:srgbClr val="000000"/>
                          </a:solidFill>
                          <a:effectLst/>
                          <a:uFillTx/>
                          <a:latin typeface="Calibri" panose="020F0502020204030204" pitchFamily="34" charset="0"/>
                          <a:ea typeface="+mn-ea"/>
                          <a:cs typeface="+mn-cs"/>
                          <a:sym typeface="Arial"/>
                        </a:rPr>
                        <a:t>En el servidor de propósito general de Desarrollo se requiere una unidad de 1 </a:t>
                      </a:r>
                      <a:r>
                        <a:rPr lang="es-ES" sz="1100" b="0" i="0" u="none" strike="noStrike" cap="none" spc="0" baseline="0" dirty="0" err="1">
                          <a:solidFill>
                            <a:srgbClr val="000000"/>
                          </a:solidFill>
                          <a:effectLst/>
                          <a:uFillTx/>
                          <a:latin typeface="Calibri" panose="020F0502020204030204" pitchFamily="34" charset="0"/>
                          <a:ea typeface="+mn-ea"/>
                          <a:cs typeface="+mn-cs"/>
                          <a:sym typeface="Arial"/>
                        </a:rPr>
                        <a:t>GB,Desde</a:t>
                      </a:r>
                      <a:r>
                        <a:rPr lang="es-ES" sz="1100" b="0" i="0" u="none" strike="noStrike" cap="none" spc="0" baseline="0" dirty="0">
                          <a:solidFill>
                            <a:srgbClr val="000000"/>
                          </a:solidFill>
                          <a:effectLst/>
                          <a:uFillTx/>
                          <a:latin typeface="Calibri" panose="020F0502020204030204" pitchFamily="34" charset="0"/>
                          <a:ea typeface="+mn-ea"/>
                          <a:cs typeface="+mn-cs"/>
                          <a:sym typeface="Arial"/>
                        </a:rPr>
                        <a:t> este servidor se lanzarán las tareas Batch que requiere para procesamiento de </a:t>
                      </a:r>
                      <a:r>
                        <a:rPr lang="es-ES" sz="1100" b="0" i="0" u="none" strike="noStrike" cap="none" spc="0" baseline="0" dirty="0" err="1">
                          <a:solidFill>
                            <a:srgbClr val="000000"/>
                          </a:solidFill>
                          <a:effectLst/>
                          <a:uFillTx/>
                          <a:latin typeface="Calibri" panose="020F0502020204030204" pitchFamily="34" charset="0"/>
                          <a:ea typeface="+mn-ea"/>
                          <a:cs typeface="+mn-cs"/>
                          <a:sym typeface="Arial"/>
                        </a:rPr>
                        <a:t>ficberos</a:t>
                      </a:r>
                      <a:endParaRPr lang="es-ES" sz="1100" b="0" i="0" u="none" strike="noStrike" cap="none" spc="0" baseline="0" dirty="0">
                        <a:solidFill>
                          <a:srgbClr val="000000"/>
                        </a:solidFill>
                        <a:effectLst/>
                        <a:uFillTx/>
                        <a:latin typeface="Calibri" panose="020F0502020204030204" pitchFamily="34" charset="0"/>
                        <a:ea typeface="+mn-ea"/>
                        <a:cs typeface="+mn-cs"/>
                        <a:sym typeface="Arial"/>
                      </a:endParaRPr>
                    </a:p>
                  </a:txBody>
                  <a:tcPr marL="8273" marR="8273" marT="827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extLst>
                  <a:ext uri="{0D108BD9-81ED-4DB2-BD59-A6C34878D82A}">
                    <a16:rowId xmlns:a16="http://schemas.microsoft.com/office/drawing/2014/main" val="699595594"/>
                  </a:ext>
                </a:extLst>
              </a:tr>
              <a:tr h="182076">
                <a:tc gridSpan="14">
                  <a:txBody>
                    <a:bodyPr/>
                    <a:lstStyle/>
                    <a:p>
                      <a:pPr algn="l" fontAlgn="b"/>
                      <a:endParaRPr lang="es-ES" sz="1100" b="0" i="0" u="none" strike="noStrike" dirty="0">
                        <a:solidFill>
                          <a:srgbClr val="000000"/>
                        </a:solidFill>
                        <a:effectLst/>
                        <a:latin typeface="Calibri" panose="020F0502020204030204" pitchFamily="34" charset="0"/>
                      </a:endParaRPr>
                    </a:p>
                  </a:txBody>
                  <a:tcPr marL="8273" marR="8273" marT="8273" marB="0" anchor="b">
                    <a:lnL>
                      <a:noFill/>
                    </a:lnL>
                    <a:lnR>
                      <a:noFill/>
                    </a:lnR>
                    <a:lnT w="6350" cap="flat" cmpd="sng" algn="ctr">
                      <a:solidFill>
                        <a:srgbClr val="FFFFFF"/>
                      </a:solidFill>
                      <a:prstDash val="solid"/>
                      <a:round/>
                      <a:headEnd type="none" w="med" len="med"/>
                      <a:tailEnd type="none" w="med" len="med"/>
                    </a:lnT>
                    <a:lnB>
                      <a:noFill/>
                    </a:lnB>
                  </a:tcPr>
                </a:tc>
                <a:tc hMerge="1">
                  <a:txBody>
                    <a:bodyPr/>
                    <a:lstStyle/>
                    <a:p>
                      <a:endParaRPr lang="es-ES"/>
                    </a:p>
                  </a:txBody>
                  <a:tcPr/>
                </a:tc>
                <a:tc hMerge="1">
                  <a:txBody>
                    <a:bodyPr/>
                    <a:lstStyle/>
                    <a:p>
                      <a:endParaRPr lang="es-ES"/>
                    </a:p>
                  </a:txBody>
                  <a:tcPr>
                    <a:lnL w="12700" cmpd="sng">
                      <a:noFill/>
                      <a:prstDash val="solid"/>
                    </a:lnL>
                    <a:lnT w="6350" cap="flat" cmpd="sng" algn="ctr">
                      <a:solidFill>
                        <a:srgbClr val="FFFFFF"/>
                      </a:solidFill>
                      <a:prstDash val="solid"/>
                      <a:round/>
                      <a:headEnd type="none" w="med" len="med"/>
                      <a:tailEnd type="none" w="med" len="med"/>
                    </a:lnT>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dirty="0"/>
                    </a:p>
                  </a:txBody>
                  <a:tcPr/>
                </a:tc>
                <a:tc hMerge="1">
                  <a:txBody>
                    <a:bodyPr/>
                    <a:lstStyle/>
                    <a:p>
                      <a:endParaRPr lang="es-ES" dirty="0"/>
                    </a:p>
                  </a:txBody>
                  <a:tcPr>
                    <a:lnL w="12700" cmpd="sng">
                      <a:noFill/>
                      <a:prstDash val="solid"/>
                    </a:lnL>
                    <a:lnT w="6350" cap="flat" cmpd="sng" algn="ctr">
                      <a:solidFill>
                        <a:srgbClr val="FFFFFF"/>
                      </a:solidFill>
                      <a:prstDash val="solid"/>
                      <a:round/>
                      <a:headEnd type="none" w="med" len="med"/>
                      <a:tailEnd type="none" w="med" len="med"/>
                    </a:lnT>
                  </a:tcPr>
                </a:tc>
                <a:tc>
                  <a:txBody>
                    <a:bodyPr/>
                    <a:lstStyle/>
                    <a:p>
                      <a:pPr algn="l" fontAlgn="b"/>
                      <a:endParaRPr lang="es-ES" sz="700" b="0" i="0" u="none" strike="noStrike" dirty="0">
                        <a:solidFill>
                          <a:srgbClr val="000000"/>
                        </a:solidFill>
                        <a:effectLst/>
                        <a:latin typeface="Calibri" panose="020F0502020204030204" pitchFamily="34" charset="0"/>
                      </a:endParaRPr>
                    </a:p>
                  </a:txBody>
                  <a:tcPr marL="8273" marR="8273" marT="8273" marB="0" anchor="b">
                    <a:lnL>
                      <a:noFill/>
                    </a:lnL>
                    <a:lnR>
                      <a:noFill/>
                    </a:lnR>
                    <a:lnT w="6350" cap="flat" cmpd="sng" algn="ctr">
                      <a:solidFill>
                        <a:srgbClr val="FFFFFF"/>
                      </a:solidFill>
                      <a:prstDash val="solid"/>
                      <a:round/>
                      <a:headEnd type="none" w="med" len="med"/>
                      <a:tailEnd type="none" w="med" len="med"/>
                    </a:lnT>
                    <a:lnB>
                      <a:noFill/>
                    </a:lnB>
                  </a:tcPr>
                </a:tc>
                <a:extLst>
                  <a:ext uri="{0D108BD9-81ED-4DB2-BD59-A6C34878D82A}">
                    <a16:rowId xmlns:a16="http://schemas.microsoft.com/office/drawing/2014/main" val="747582975"/>
                  </a:ext>
                </a:extLst>
              </a:tr>
            </a:tbl>
          </a:graphicData>
        </a:graphic>
      </p:graphicFrame>
      <p:sp>
        <p:nvSpPr>
          <p:cNvPr id="4" name="Rectangle 3">
            <a:extLst>
              <a:ext uri="{FF2B5EF4-FFF2-40B4-BE49-F238E27FC236}">
                <a16:creationId xmlns:a16="http://schemas.microsoft.com/office/drawing/2014/main" id="{840F9E71-DFBB-41CD-9089-C7988009DF88}"/>
              </a:ext>
            </a:extLst>
          </p:cNvPr>
          <p:cNvSpPr>
            <a:spLocks noChangeArrowheads="1"/>
          </p:cNvSpPr>
          <p:nvPr/>
        </p:nvSpPr>
        <p:spPr bwMode="auto">
          <a:xfrm>
            <a:off x="1126882" y="6476482"/>
            <a:ext cx="170525" cy="341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4406" tIns="42203" rIns="84406" bIns="42203" numCol="1" anchor="ctr" anchorCtr="0" compatLnSpc="1">
            <a:prstTxWarp prst="textNoShape">
              <a:avLst/>
            </a:prstTxWarp>
            <a:spAutoFit/>
          </a:bodyPr>
          <a:lstStyle/>
          <a:p>
            <a:endParaRPr lang="es-ES" sz="1662"/>
          </a:p>
        </p:txBody>
      </p:sp>
      <p:sp>
        <p:nvSpPr>
          <p:cNvPr id="19" name="Rectangle 156">
            <a:extLst>
              <a:ext uri="{FF2B5EF4-FFF2-40B4-BE49-F238E27FC236}">
                <a16:creationId xmlns:a16="http://schemas.microsoft.com/office/drawing/2014/main" id="{21423285-8500-41B6-A91F-9A2720179FBF}"/>
              </a:ext>
            </a:extLst>
          </p:cNvPr>
          <p:cNvSpPr txBox="1"/>
          <p:nvPr/>
        </p:nvSpPr>
        <p:spPr>
          <a:xfrm>
            <a:off x="922521" y="470042"/>
            <a:ext cx="11031004" cy="8239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000">
                <a:latin typeface="Calibri"/>
                <a:ea typeface="Calibri"/>
                <a:cs typeface="Calibri"/>
                <a:sym typeface="Calibri"/>
              </a:defRPr>
            </a:pPr>
            <a:r>
              <a:rPr sz="923" dirty="0"/>
              <a:t> </a:t>
            </a:r>
            <a:endParaRPr sz="1477" dirty="0">
              <a:solidFill>
                <a:srgbClr val="808080"/>
              </a:solidFill>
            </a:endParaRPr>
          </a:p>
          <a:p>
            <a:pPr>
              <a:defRPr sz="1600" u="sng">
                <a:solidFill>
                  <a:srgbClr val="808080"/>
                </a:solidFill>
              </a:defRPr>
            </a:pPr>
            <a:endParaRPr lang="es-ES" sz="1477" u="sng" dirty="0"/>
          </a:p>
          <a:p>
            <a:pPr>
              <a:defRPr sz="1600" u="sng">
                <a:solidFill>
                  <a:srgbClr val="808080"/>
                </a:solidFill>
              </a:defRPr>
            </a:pPr>
            <a:endParaRPr lang="es-ES" sz="1477" dirty="0"/>
          </a:p>
          <a:p>
            <a:pPr>
              <a:defRPr sz="1600" u="sng">
                <a:solidFill>
                  <a:srgbClr val="808080"/>
                </a:solidFill>
              </a:defRPr>
            </a:pPr>
            <a:r>
              <a:rPr lang="es-ES" sz="1477" dirty="0"/>
              <a:t>El servidor batch de propósito general será utilizado para correr procesos BATCH</a:t>
            </a:r>
          </a:p>
        </p:txBody>
      </p:sp>
      <p:sp>
        <p:nvSpPr>
          <p:cNvPr id="10" name="Rectángulo 9">
            <a:extLst>
              <a:ext uri="{FF2B5EF4-FFF2-40B4-BE49-F238E27FC236}">
                <a16:creationId xmlns:a16="http://schemas.microsoft.com/office/drawing/2014/main" id="{B7D0E095-9026-451F-866D-BAAE2E397C46}"/>
              </a:ext>
            </a:extLst>
          </p:cNvPr>
          <p:cNvSpPr/>
          <p:nvPr/>
        </p:nvSpPr>
        <p:spPr>
          <a:xfrm>
            <a:off x="785856" y="6091009"/>
            <a:ext cx="8836445" cy="319639"/>
          </a:xfrm>
          <a:prstGeom prst="rect">
            <a:avLst/>
          </a:prstGeom>
        </p:spPr>
        <p:txBody>
          <a:bodyPr wrap="square">
            <a:spAutoFit/>
          </a:bodyPr>
          <a:lstStyle/>
          <a:p>
            <a:pPr eaLnBrk="0" fontAlgn="base">
              <a:spcBef>
                <a:spcPct val="0"/>
              </a:spcBef>
              <a:spcAft>
                <a:spcPct val="0"/>
              </a:spcAft>
            </a:pPr>
            <a:r>
              <a:rPr lang="es-ES" altLang="es-ES" sz="1477" dirty="0">
                <a:solidFill>
                  <a:srgbClr val="808080"/>
                </a:solidFill>
              </a:rPr>
              <a:t>* Se aprovisionará nuevas máquinas si no existen máquinas de propósito general existente.</a:t>
            </a:r>
            <a:endParaRPr lang="es-ES" sz="1477" dirty="0">
              <a:solidFill>
                <a:srgbClr val="808080"/>
              </a:solidFill>
            </a:endParaRPr>
          </a:p>
        </p:txBody>
      </p:sp>
      <p:pic>
        <p:nvPicPr>
          <p:cNvPr id="14" name="Ojo" descr="Ojo">
            <a:extLst>
              <a:ext uri="{FF2B5EF4-FFF2-40B4-BE49-F238E27FC236}">
                <a16:creationId xmlns:a16="http://schemas.microsoft.com/office/drawing/2014/main" id="{A240D3F8-C360-4E5D-B3ED-89FC75664E0B}"/>
              </a:ext>
            </a:extLst>
          </p:cNvPr>
          <p:cNvPicPr>
            <a:picLocks noChangeAspect="1"/>
          </p:cNvPicPr>
          <p:nvPr/>
        </p:nvPicPr>
        <p:blipFill>
          <a:blip r:embed="rId2"/>
          <a:stretch>
            <a:fillRect/>
          </a:stretch>
        </p:blipFill>
        <p:spPr>
          <a:xfrm>
            <a:off x="8595186" y="6087669"/>
            <a:ext cx="333158" cy="299843"/>
          </a:xfrm>
          <a:prstGeom prst="rect">
            <a:avLst/>
          </a:prstGeom>
          <a:ln w="12700" cap="flat">
            <a:noFill/>
            <a:miter lim="400000"/>
          </a:ln>
          <a:effectLst/>
        </p:spPr>
      </p:pic>
    </p:spTree>
    <p:extLst>
      <p:ext uri="{BB962C8B-B14F-4D97-AF65-F5344CB8AC3E}">
        <p14:creationId xmlns:p14="http://schemas.microsoft.com/office/powerpoint/2010/main" val="3905223992"/>
      </p:ext>
    </p:extLst>
  </p:cSld>
  <p:clrMapOvr>
    <a:masterClrMapping/>
  </p:clrMapOvr>
  <p:transition spd="slow">
    <p:push dir="u"/>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2 Marcador de pie de página"/>
          <p:cNvSpPr txBox="1">
            <a:spLocks/>
          </p:cNvSpPr>
          <p:nvPr/>
        </p:nvSpPr>
        <p:spPr>
          <a:xfrm>
            <a:off x="0" y="42180"/>
            <a:ext cx="8928514" cy="442035"/>
          </a:xfrm>
          <a:prstGeom prst="rect">
            <a:avLst/>
          </a:prstGeom>
        </p:spPr>
        <p:txBody>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2400" dirty="0">
                <a:solidFill>
                  <a:srgbClr val="FF0000"/>
                </a:solidFill>
                <a:latin typeface="Gadugi" panose="020B0502040204020203" pitchFamily="34" charset="0"/>
              </a:rPr>
              <a:t>Hardware, Software y Alta Disponibilidad</a:t>
            </a:r>
          </a:p>
        </p:txBody>
      </p:sp>
      <p:sp>
        <p:nvSpPr>
          <p:cNvPr id="20" name="Rectangle 4">
            <a:extLst>
              <a:ext uri="{FF2B5EF4-FFF2-40B4-BE49-F238E27FC236}">
                <a16:creationId xmlns:a16="http://schemas.microsoft.com/office/drawing/2014/main" id="{7A06D9D2-1607-4045-A83D-35252A9DCF86}"/>
              </a:ext>
            </a:extLst>
          </p:cNvPr>
          <p:cNvSpPr>
            <a:spLocks noChangeArrowheads="1"/>
          </p:cNvSpPr>
          <p:nvPr/>
        </p:nvSpPr>
        <p:spPr bwMode="auto">
          <a:xfrm>
            <a:off x="489364" y="1987872"/>
            <a:ext cx="8439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ts val="2400"/>
              </a:lnSpc>
              <a:spcBef>
                <a:spcPct val="20000"/>
              </a:spcBef>
              <a:buClr>
                <a:srgbClr val="FFFFFF"/>
              </a:buClr>
              <a:buSzPct val="25000"/>
              <a:buFont typeface="Times" charset="0"/>
              <a:buChar char="•"/>
              <a:defRPr/>
            </a:pPr>
            <a:endParaRPr lang="es-ES_tradnl" sz="2000" kern="0" dirty="0">
              <a:solidFill>
                <a:srgbClr val="FF0000"/>
              </a:solidFill>
              <a:latin typeface="Arial" panose="020B0604020202020204" pitchFamily="34" charset="0"/>
            </a:endParaRPr>
          </a:p>
        </p:txBody>
      </p:sp>
      <p:sp>
        <p:nvSpPr>
          <p:cNvPr id="2" name="Rectángulo 1">
            <a:extLst>
              <a:ext uri="{FF2B5EF4-FFF2-40B4-BE49-F238E27FC236}">
                <a16:creationId xmlns:a16="http://schemas.microsoft.com/office/drawing/2014/main" id="{3F380023-6E84-4AD7-B1FB-64A83492B468}"/>
              </a:ext>
            </a:extLst>
          </p:cNvPr>
          <p:cNvSpPr/>
          <p:nvPr/>
        </p:nvSpPr>
        <p:spPr>
          <a:xfrm>
            <a:off x="489364" y="663304"/>
            <a:ext cx="11125200" cy="701731"/>
          </a:xfrm>
          <a:prstGeom prst="rect">
            <a:avLst/>
          </a:prstGeom>
        </p:spPr>
        <p:txBody>
          <a:bodyPr wrap="square">
            <a:spAutoFit/>
          </a:bodyPr>
          <a:lstStyle/>
          <a:p>
            <a:pPr defTabSz="844083"/>
            <a:endParaRPr lang="es-ES" altLang="es-ES" dirty="0">
              <a:solidFill>
                <a:schemeClr val="bg1">
                  <a:lumMod val="50000"/>
                </a:schemeClr>
              </a:solidFill>
              <a:latin typeface="Arial" charset="0"/>
              <a:cs typeface="Arial" charset="0"/>
            </a:endParaRPr>
          </a:p>
          <a:p>
            <a:pPr fontAlgn="t">
              <a:spcBef>
                <a:spcPct val="20000"/>
              </a:spcBef>
              <a:spcAft>
                <a:spcPct val="0"/>
              </a:spcAft>
              <a:defRPr/>
            </a:pPr>
            <a:endParaRPr lang="it-IT" dirty="0">
              <a:solidFill>
                <a:schemeClr val="bg1">
                  <a:lumMod val="50000"/>
                </a:schemeClr>
              </a:solidFill>
              <a:latin typeface="Arial" charset="0"/>
              <a:cs typeface="Arial" charset="0"/>
            </a:endParaRPr>
          </a:p>
        </p:txBody>
      </p:sp>
      <p:sp>
        <p:nvSpPr>
          <p:cNvPr id="11" name="Rectangle 1">
            <a:extLst>
              <a:ext uri="{FF2B5EF4-FFF2-40B4-BE49-F238E27FC236}">
                <a16:creationId xmlns:a16="http://schemas.microsoft.com/office/drawing/2014/main" id="{4511CB86-772B-4F71-84F1-1A2D4ED0C004}"/>
              </a:ext>
            </a:extLst>
          </p:cNvPr>
          <p:cNvSpPr>
            <a:spLocks noChangeArrowheads="1"/>
          </p:cNvSpPr>
          <p:nvPr/>
        </p:nvSpPr>
        <p:spPr bwMode="auto">
          <a:xfrm>
            <a:off x="2577376" y="3260294"/>
            <a:ext cx="170525" cy="341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4406" tIns="42203" rIns="84406" bIns="42203" numCol="1" anchor="ctr" anchorCtr="0" compatLnSpc="1">
            <a:prstTxWarp prst="textNoShape">
              <a:avLst/>
            </a:prstTxWarp>
            <a:spAutoFit/>
          </a:bodyPr>
          <a:lstStyle/>
          <a:p>
            <a:endParaRPr lang="es-ES" sz="1662" dirty="0"/>
          </a:p>
        </p:txBody>
      </p:sp>
      <p:sp>
        <p:nvSpPr>
          <p:cNvPr id="15" name="Rectangle 156">
            <a:extLst>
              <a:ext uri="{FF2B5EF4-FFF2-40B4-BE49-F238E27FC236}">
                <a16:creationId xmlns:a16="http://schemas.microsoft.com/office/drawing/2014/main" id="{CBDC93E5-958C-4782-9262-8EE90CDE8682}"/>
              </a:ext>
            </a:extLst>
          </p:cNvPr>
          <p:cNvSpPr>
            <a:spLocks noChangeArrowheads="1"/>
          </p:cNvSpPr>
          <p:nvPr/>
        </p:nvSpPr>
        <p:spPr bwMode="auto">
          <a:xfrm>
            <a:off x="643325" y="424807"/>
            <a:ext cx="10620284" cy="2630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844083"/>
            <a:r>
              <a:rPr lang="es-ES" altLang="es-ES" sz="923" dirty="0">
                <a:solidFill>
                  <a:srgbClr val="000000"/>
                </a:solidFill>
                <a:latin typeface="Calibri" panose="020F0502020204030204" pitchFamily="34" charset="0"/>
              </a:rPr>
              <a:t> </a:t>
            </a:r>
            <a:endParaRPr lang="es-ES" altLang="es-ES" sz="1477" dirty="0">
              <a:solidFill>
                <a:srgbClr val="000000"/>
              </a:solidFill>
              <a:latin typeface="Calibri" panose="020F0502020204030204" pitchFamily="34" charset="0"/>
            </a:endParaRPr>
          </a:p>
          <a:p>
            <a:pPr lvl="0">
              <a:buClrTx/>
            </a:pPr>
            <a:r>
              <a:rPr lang="es-ES" altLang="es-ES" sz="1477" u="sng" dirty="0">
                <a:solidFill>
                  <a:srgbClr val="808080"/>
                </a:solidFill>
                <a:latin typeface="Arial"/>
              </a:rPr>
              <a:t>BD Oracle </a:t>
            </a:r>
            <a:r>
              <a:rPr lang="es-ES" altLang="es-ES" sz="1477" dirty="0">
                <a:solidFill>
                  <a:srgbClr val="808080"/>
                </a:solidFill>
                <a:latin typeface="Arial"/>
              </a:rPr>
              <a:t>: </a:t>
            </a:r>
          </a:p>
          <a:p>
            <a:pPr lvl="0">
              <a:buClrTx/>
            </a:pPr>
            <a:endParaRPr lang="es-ES" altLang="es-ES" sz="1477" dirty="0">
              <a:solidFill>
                <a:srgbClr val="808080"/>
              </a:solidFill>
              <a:latin typeface="Arial"/>
            </a:endParaRPr>
          </a:p>
          <a:p>
            <a:pPr marL="263776" indent="-263776">
              <a:buFont typeface="Arial" panose="020B0604020202020204" pitchFamily="34" charset="0"/>
              <a:buChar char="•"/>
            </a:pPr>
            <a:r>
              <a:rPr lang="es-ES" altLang="es-ES" sz="1477" dirty="0">
                <a:solidFill>
                  <a:srgbClr val="808080"/>
                </a:solidFill>
                <a:latin typeface="Arial"/>
              </a:rPr>
              <a:t>Según datos de volumetría tendremos el siguiente incremento de sizing en esta base de datos</a:t>
            </a:r>
          </a:p>
          <a:p>
            <a:pPr marL="263776" indent="-263776">
              <a:buFont typeface="Arial" panose="020B0604020202020204" pitchFamily="34" charset="0"/>
              <a:buChar char="•"/>
            </a:pPr>
            <a:r>
              <a:rPr lang="es-ES" altLang="es-ES" sz="1477" dirty="0">
                <a:solidFill>
                  <a:srgbClr val="808080"/>
                </a:solidFill>
                <a:latin typeface="Arial"/>
              </a:rPr>
              <a:t>Se desplegarán &lt; 5 tablas en la base de datos nueva, según datos indicados en los siguientes apartados</a:t>
            </a:r>
          </a:p>
          <a:p>
            <a:pPr marL="263776" indent="-263776">
              <a:buFont typeface="Arial" panose="020B0604020202020204" pitchFamily="34" charset="0"/>
              <a:buChar char="•"/>
            </a:pPr>
            <a:r>
              <a:rPr lang="es-ES" altLang="es-ES" sz="1477" dirty="0">
                <a:solidFill>
                  <a:srgbClr val="808080"/>
                </a:solidFill>
                <a:latin typeface="Arial"/>
              </a:rPr>
              <a:t>Tendríamos unos accesos concurrentes de &lt; 1 acceso/segundo</a:t>
            </a:r>
          </a:p>
          <a:p>
            <a:pPr marL="263776" indent="-263776">
              <a:buFont typeface="Arial" panose="020B0604020202020204" pitchFamily="34" charset="0"/>
              <a:buChar char="•"/>
            </a:pPr>
            <a:r>
              <a:rPr lang="es-ES" altLang="es-ES" sz="1477" dirty="0">
                <a:solidFill>
                  <a:srgbClr val="808080"/>
                </a:solidFill>
                <a:latin typeface="Arial"/>
              </a:rPr>
              <a:t>Red Backend Internet</a:t>
            </a:r>
          </a:p>
          <a:p>
            <a:pPr marL="285750" indent="-285750">
              <a:buFont typeface="Arial" panose="020B0604020202020204" pitchFamily="34" charset="0"/>
              <a:buChar char="•"/>
            </a:pPr>
            <a:r>
              <a:rPr lang="es-ES" altLang="es-ES" sz="1400" dirty="0">
                <a:solidFill>
                  <a:srgbClr val="808080"/>
                </a:solidFill>
                <a:latin typeface="Arial"/>
              </a:rPr>
              <a:t>El encoding de la base de datos es AL32UTF8</a:t>
            </a:r>
          </a:p>
          <a:p>
            <a:endParaRPr lang="es-ES" altLang="es-ES" sz="1477" dirty="0">
              <a:solidFill>
                <a:srgbClr val="000000"/>
              </a:solidFill>
              <a:latin typeface="Calibri" panose="020F0502020204030204" pitchFamily="34" charset="0"/>
            </a:endParaRPr>
          </a:p>
          <a:p>
            <a:pPr marL="263776" indent="-263776" defTabSz="844083">
              <a:buFontTx/>
              <a:buChar char="-"/>
            </a:pPr>
            <a:endParaRPr lang="es-ES" altLang="es-ES" sz="1477" dirty="0">
              <a:solidFill>
                <a:srgbClr val="000000"/>
              </a:solidFill>
              <a:latin typeface="Calibri" panose="020F0502020204030204" pitchFamily="34" charset="0"/>
            </a:endParaRPr>
          </a:p>
          <a:p>
            <a:pPr marL="263776" indent="-263776" defTabSz="844083">
              <a:buFontTx/>
              <a:buChar char="-"/>
            </a:pPr>
            <a:endParaRPr lang="es-ES" altLang="es-ES" sz="1477" dirty="0">
              <a:solidFill>
                <a:srgbClr val="000000"/>
              </a:solidFill>
              <a:latin typeface="Calibri" panose="020F0502020204030204" pitchFamily="34" charset="0"/>
            </a:endParaRPr>
          </a:p>
          <a:p>
            <a:pPr defTabSz="844083"/>
            <a:endParaRPr lang="es-ES" altLang="es-ES" sz="1477" dirty="0"/>
          </a:p>
        </p:txBody>
      </p:sp>
      <p:graphicFrame>
        <p:nvGraphicFramePr>
          <p:cNvPr id="16" name="Tabla 15">
            <a:extLst>
              <a:ext uri="{FF2B5EF4-FFF2-40B4-BE49-F238E27FC236}">
                <a16:creationId xmlns:a16="http://schemas.microsoft.com/office/drawing/2014/main" id="{4E40E7DF-1096-4EBB-9B29-021C292851B4}"/>
              </a:ext>
            </a:extLst>
          </p:cNvPr>
          <p:cNvGraphicFramePr>
            <a:graphicFrameLocks noGrp="1"/>
          </p:cNvGraphicFramePr>
          <p:nvPr/>
        </p:nvGraphicFramePr>
        <p:xfrm>
          <a:off x="1056789" y="2497430"/>
          <a:ext cx="10335222" cy="1263685"/>
        </p:xfrm>
        <a:graphic>
          <a:graphicData uri="http://schemas.openxmlformats.org/drawingml/2006/table">
            <a:tbl>
              <a:tblPr/>
              <a:tblGrid>
                <a:gridCol w="1555507">
                  <a:extLst>
                    <a:ext uri="{9D8B030D-6E8A-4147-A177-3AD203B41FA5}">
                      <a16:colId xmlns:a16="http://schemas.microsoft.com/office/drawing/2014/main" val="3771167623"/>
                    </a:ext>
                  </a:extLst>
                </a:gridCol>
                <a:gridCol w="797150">
                  <a:extLst>
                    <a:ext uri="{9D8B030D-6E8A-4147-A177-3AD203B41FA5}">
                      <a16:colId xmlns:a16="http://schemas.microsoft.com/office/drawing/2014/main" val="100815221"/>
                    </a:ext>
                  </a:extLst>
                </a:gridCol>
                <a:gridCol w="1405922">
                  <a:extLst>
                    <a:ext uri="{9D8B030D-6E8A-4147-A177-3AD203B41FA5}">
                      <a16:colId xmlns:a16="http://schemas.microsoft.com/office/drawing/2014/main" val="3829512120"/>
                    </a:ext>
                  </a:extLst>
                </a:gridCol>
                <a:gridCol w="1038892">
                  <a:extLst>
                    <a:ext uri="{9D8B030D-6E8A-4147-A177-3AD203B41FA5}">
                      <a16:colId xmlns:a16="http://schemas.microsoft.com/office/drawing/2014/main" val="4016530745"/>
                    </a:ext>
                  </a:extLst>
                </a:gridCol>
                <a:gridCol w="1150993">
                  <a:extLst>
                    <a:ext uri="{9D8B030D-6E8A-4147-A177-3AD203B41FA5}">
                      <a16:colId xmlns:a16="http://schemas.microsoft.com/office/drawing/2014/main" val="1137248747"/>
                    </a:ext>
                  </a:extLst>
                </a:gridCol>
                <a:gridCol w="1477108">
                  <a:extLst>
                    <a:ext uri="{9D8B030D-6E8A-4147-A177-3AD203B41FA5}">
                      <a16:colId xmlns:a16="http://schemas.microsoft.com/office/drawing/2014/main" val="4067902239"/>
                    </a:ext>
                  </a:extLst>
                </a:gridCol>
                <a:gridCol w="1093444">
                  <a:extLst>
                    <a:ext uri="{9D8B030D-6E8A-4147-A177-3AD203B41FA5}">
                      <a16:colId xmlns:a16="http://schemas.microsoft.com/office/drawing/2014/main" val="997556198"/>
                    </a:ext>
                  </a:extLst>
                </a:gridCol>
                <a:gridCol w="1816206">
                  <a:extLst>
                    <a:ext uri="{9D8B030D-6E8A-4147-A177-3AD203B41FA5}">
                      <a16:colId xmlns:a16="http://schemas.microsoft.com/office/drawing/2014/main" val="3894105389"/>
                    </a:ext>
                  </a:extLst>
                </a:gridCol>
              </a:tblGrid>
              <a:tr h="485106">
                <a:tc>
                  <a:txBody>
                    <a:bodyPr/>
                    <a:lstStyle/>
                    <a:p>
                      <a:pPr algn="ctr" fontAlgn="ctr"/>
                      <a:r>
                        <a:rPr lang="es-ES" sz="1300" b="1" i="0" u="none" strike="noStrike" dirty="0">
                          <a:solidFill>
                            <a:srgbClr val="FFFFFF"/>
                          </a:solidFill>
                          <a:effectLst/>
                          <a:latin typeface="+mj-lt"/>
                        </a:rPr>
                        <a:t>Descripción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s-ES" sz="1300" b="1" i="0" u="none" strike="noStrike" dirty="0">
                          <a:solidFill>
                            <a:srgbClr val="FFFFFF"/>
                          </a:solidFill>
                          <a:effectLst/>
                          <a:latin typeface="+mj-lt"/>
                        </a:rPr>
                        <a:t>Tipo Gestor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s-ES" sz="1300" b="1" i="0" u="none" strike="noStrike" dirty="0">
                          <a:solidFill>
                            <a:srgbClr val="FFFFFF"/>
                          </a:solidFill>
                          <a:effectLst/>
                          <a:latin typeface="+mj-lt"/>
                        </a:rPr>
                        <a:t>Tamaño</a:t>
                      </a:r>
                    </a:p>
                    <a:p>
                      <a:pPr algn="ctr" fontAlgn="ctr"/>
                      <a:r>
                        <a:rPr lang="es-ES" sz="1300" b="1" i="0" u="none" strike="noStrike" dirty="0">
                          <a:solidFill>
                            <a:srgbClr val="FFFFFF"/>
                          </a:solidFill>
                          <a:effectLst/>
                          <a:latin typeface="+mj-lt"/>
                        </a:rPr>
                        <a:t>Datos + Índices</a:t>
                      </a:r>
                      <a:br>
                        <a:rPr lang="es-ES" sz="1300" b="1" i="0" u="none" strike="noStrike" dirty="0">
                          <a:solidFill>
                            <a:srgbClr val="FFFFFF"/>
                          </a:solidFill>
                          <a:effectLst/>
                          <a:latin typeface="+mj-lt"/>
                        </a:rPr>
                      </a:br>
                      <a:r>
                        <a:rPr lang="es-ES" sz="1300" b="1" i="0" u="none" strike="noStrike" dirty="0">
                          <a:solidFill>
                            <a:srgbClr val="FFFFFF"/>
                          </a:solidFill>
                          <a:effectLst/>
                          <a:latin typeface="+mj-lt"/>
                        </a:rPr>
                        <a:t>(Teras)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s-ES" sz="1300" b="1" i="0" u="none" strike="noStrike" dirty="0">
                          <a:solidFill>
                            <a:srgbClr val="FFFFFF"/>
                          </a:solidFill>
                          <a:effectLst/>
                          <a:latin typeface="+mj-lt"/>
                        </a:rPr>
                        <a:t> Periodo Estimado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s-ES" sz="1300" b="1" i="0" u="none" strike="noStrike" dirty="0">
                          <a:solidFill>
                            <a:srgbClr val="FFFFFF"/>
                          </a:solidFill>
                          <a:effectLst/>
                          <a:latin typeface="+mj-lt"/>
                        </a:rPr>
                        <a:t>Crecimiento Anual (GB)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s-ES" sz="1300" b="1" i="0" u="none" strike="noStrike" dirty="0">
                          <a:solidFill>
                            <a:srgbClr val="FFFFFF"/>
                          </a:solidFill>
                          <a:effectLst/>
                          <a:latin typeface="+mj-lt"/>
                        </a:rPr>
                        <a:t>Particionamiento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s-ES" sz="1300" b="1" i="0" u="none" strike="noStrike" dirty="0">
                          <a:solidFill>
                            <a:srgbClr val="FFFFFF"/>
                          </a:solidFill>
                          <a:effectLst/>
                          <a:latin typeface="+mj-lt"/>
                        </a:rPr>
                        <a:t>Profundidad Histórica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s-ES" sz="1300" b="1" i="0" u="none" strike="noStrike" dirty="0">
                          <a:solidFill>
                            <a:srgbClr val="FFFFFF"/>
                          </a:solidFill>
                          <a:effectLst/>
                          <a:latin typeface="+mj-lt"/>
                        </a:rPr>
                        <a:t>Observaciones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188692156"/>
                  </a:ext>
                </a:extLst>
              </a:tr>
              <a:tr h="669325">
                <a:tc>
                  <a:txBody>
                    <a:bodyPr/>
                    <a:lstStyle/>
                    <a:p>
                      <a:pPr marL="0" marR="0" lvl="1" indent="0" algn="ctr" defTabSz="914400" rtl="0" eaLnBrk="1" fontAlgn="base" latinLnBrk="0" hangingPunct="1">
                        <a:lnSpc>
                          <a:spcPct val="100000"/>
                        </a:lnSpc>
                        <a:spcBef>
                          <a:spcPct val="20000"/>
                        </a:spcBef>
                        <a:spcAft>
                          <a:spcPct val="0"/>
                        </a:spcAft>
                        <a:buClr>
                          <a:srgbClr val="FF0000"/>
                        </a:buClr>
                        <a:buSzTx/>
                        <a:buFont typeface="Arial" panose="020B0604020202020204" pitchFamily="34" charset="0"/>
                        <a:buNone/>
                        <a:tabLst/>
                        <a:defRPr/>
                      </a:pPr>
                      <a:r>
                        <a:rPr lang="es-ES" sz="1000" kern="1200" dirty="0">
                          <a:solidFill>
                            <a:srgbClr val="808080"/>
                          </a:solidFill>
                          <a:latin typeface="Arial"/>
                          <a:ea typeface="+mn-ea"/>
                          <a:cs typeface="+mn-cs"/>
                        </a:rPr>
                        <a:t>BBDD Oracle</a:t>
                      </a:r>
                    </a:p>
                    <a:p>
                      <a:pPr marL="0" marR="0" lvl="1" indent="0" algn="ctr" defTabSz="914400" rtl="0" eaLnBrk="1" fontAlgn="base" latinLnBrk="0" hangingPunct="1">
                        <a:lnSpc>
                          <a:spcPct val="100000"/>
                        </a:lnSpc>
                        <a:spcBef>
                          <a:spcPct val="20000"/>
                        </a:spcBef>
                        <a:spcAft>
                          <a:spcPct val="0"/>
                        </a:spcAft>
                        <a:buClr>
                          <a:srgbClr val="FF0000"/>
                        </a:buClr>
                        <a:buSzTx/>
                        <a:buFont typeface="Arial" panose="020B0604020202020204" pitchFamily="34" charset="0"/>
                        <a:buNone/>
                        <a:tabLst/>
                        <a:defRPr/>
                      </a:pPr>
                      <a:r>
                        <a:rPr lang="es-ES" sz="1000" kern="1200" dirty="0">
                          <a:solidFill>
                            <a:srgbClr val="808080"/>
                          </a:solidFill>
                          <a:latin typeface="Arial"/>
                          <a:ea typeface="+mn-ea"/>
                          <a:cs typeface="+mn-cs"/>
                        </a:rPr>
                        <a:t>(</a:t>
                      </a:r>
                      <a:r>
                        <a:rPr lang="es-ES" sz="1000" kern="1200" dirty="0" err="1">
                          <a:solidFill>
                            <a:srgbClr val="808080"/>
                          </a:solidFill>
                          <a:latin typeface="Arial"/>
                          <a:ea typeface="+mn-ea"/>
                          <a:cs typeface="+mn-cs"/>
                        </a:rPr>
                        <a:t>Hagase</a:t>
                      </a:r>
                      <a:r>
                        <a:rPr lang="es-ES" sz="1000" kern="1200" dirty="0">
                          <a:solidFill>
                            <a:srgbClr val="808080"/>
                          </a:solidFill>
                          <a:latin typeface="Arial"/>
                          <a:ea typeface="+mn-ea"/>
                          <a:cs typeface="+mn-cs"/>
                        </a:rPr>
                        <a:t> Cliente)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1" indent="0" algn="ctr" defTabSz="914400" rtl="0" eaLnBrk="1" fontAlgn="base" latinLnBrk="0" hangingPunct="1">
                        <a:lnSpc>
                          <a:spcPct val="100000"/>
                        </a:lnSpc>
                        <a:spcBef>
                          <a:spcPct val="20000"/>
                        </a:spcBef>
                        <a:spcAft>
                          <a:spcPct val="0"/>
                        </a:spcAft>
                        <a:buClr>
                          <a:srgbClr val="FF0000"/>
                        </a:buClr>
                        <a:buSzTx/>
                        <a:buFont typeface="Arial" panose="020B0604020202020204" pitchFamily="34" charset="0"/>
                        <a:buNone/>
                        <a:tabLst/>
                        <a:defRPr/>
                      </a:pPr>
                      <a:r>
                        <a:rPr lang="es-ES" sz="1000" kern="1200" dirty="0">
                          <a:solidFill>
                            <a:srgbClr val="808080"/>
                          </a:solidFill>
                          <a:latin typeface="Arial"/>
                          <a:ea typeface="+mn-ea"/>
                          <a:cs typeface="+mn-cs"/>
                        </a:rPr>
                        <a:t>Oracle 12c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1" indent="0" algn="ctr" defTabSz="914400" rtl="0" eaLnBrk="1" fontAlgn="base" latinLnBrk="0" hangingPunct="1">
                        <a:lnSpc>
                          <a:spcPct val="100000"/>
                        </a:lnSpc>
                        <a:spcBef>
                          <a:spcPct val="20000"/>
                        </a:spcBef>
                        <a:spcAft>
                          <a:spcPct val="0"/>
                        </a:spcAft>
                        <a:buClr>
                          <a:srgbClr val="FF0000"/>
                        </a:buClr>
                        <a:buSzTx/>
                        <a:buFont typeface="Arial" panose="020B0604020202020204" pitchFamily="34" charset="0"/>
                        <a:buNone/>
                        <a:tabLst/>
                        <a:defRPr/>
                      </a:pPr>
                      <a:r>
                        <a:rPr lang="es-ES" sz="1000" kern="1200" dirty="0">
                          <a:solidFill>
                            <a:srgbClr val="808080"/>
                          </a:solidFill>
                          <a:latin typeface="Arial"/>
                          <a:ea typeface="+mn-ea"/>
                          <a:cs typeface="+mn-cs"/>
                        </a:rPr>
                        <a:t>50 GB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1" indent="0" algn="ctr" defTabSz="914400" rtl="0" eaLnBrk="1" fontAlgn="base" latinLnBrk="0" hangingPunct="1">
                        <a:lnSpc>
                          <a:spcPct val="100000"/>
                        </a:lnSpc>
                        <a:spcBef>
                          <a:spcPct val="20000"/>
                        </a:spcBef>
                        <a:spcAft>
                          <a:spcPct val="0"/>
                        </a:spcAft>
                        <a:buClr>
                          <a:srgbClr val="FF0000"/>
                        </a:buClr>
                        <a:buSzTx/>
                        <a:buFont typeface="Arial" panose="020B0604020202020204" pitchFamily="34" charset="0"/>
                        <a:buNone/>
                        <a:tabLst/>
                        <a:defRPr/>
                      </a:pPr>
                      <a:r>
                        <a:rPr lang="es-ES" sz="1000" kern="1200" dirty="0">
                          <a:solidFill>
                            <a:srgbClr val="808080"/>
                          </a:solidFill>
                          <a:latin typeface="Arial"/>
                          <a:ea typeface="+mn-ea"/>
                          <a:cs typeface="+mn-cs"/>
                        </a:rPr>
                        <a:t>1 año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1" indent="0" algn="ctr" defTabSz="914400" rtl="0" eaLnBrk="1" fontAlgn="base" latinLnBrk="0" hangingPunct="1">
                        <a:lnSpc>
                          <a:spcPct val="100000"/>
                        </a:lnSpc>
                        <a:spcBef>
                          <a:spcPct val="20000"/>
                        </a:spcBef>
                        <a:spcAft>
                          <a:spcPct val="0"/>
                        </a:spcAft>
                        <a:buClr>
                          <a:srgbClr val="FF0000"/>
                        </a:buClr>
                        <a:buSzTx/>
                        <a:buFont typeface="Arial" panose="020B0604020202020204" pitchFamily="34" charset="0"/>
                        <a:buNone/>
                        <a:tabLst/>
                        <a:defRPr/>
                      </a:pPr>
                      <a:r>
                        <a:rPr lang="es-ES" sz="1000" kern="1200" dirty="0">
                          <a:solidFill>
                            <a:srgbClr val="808080"/>
                          </a:solidFill>
                          <a:latin typeface="Arial"/>
                          <a:ea typeface="+mn-ea"/>
                          <a:cs typeface="+mn-cs"/>
                        </a:rPr>
                        <a:t>1 GB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1" indent="0" algn="ctr" defTabSz="914400" rtl="0" eaLnBrk="1" fontAlgn="base" latinLnBrk="0" hangingPunct="1">
                        <a:lnSpc>
                          <a:spcPct val="100000"/>
                        </a:lnSpc>
                        <a:spcBef>
                          <a:spcPct val="20000"/>
                        </a:spcBef>
                        <a:spcAft>
                          <a:spcPct val="0"/>
                        </a:spcAft>
                        <a:buClr>
                          <a:srgbClr val="FF0000"/>
                        </a:buClr>
                        <a:buSzTx/>
                        <a:buFont typeface="Arial" panose="020B0604020202020204" pitchFamily="34" charset="0"/>
                        <a:buNone/>
                        <a:tabLst/>
                        <a:defRPr/>
                      </a:pPr>
                      <a:r>
                        <a:rPr lang="es-ES" sz="1000" kern="1200" dirty="0">
                          <a:solidFill>
                            <a:srgbClr val="808080"/>
                          </a:solidFill>
                          <a:latin typeface="Arial"/>
                          <a:ea typeface="+mn-ea"/>
                          <a:cs typeface="+mn-cs"/>
                        </a:rPr>
                        <a:t>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1" indent="0" algn="ctr" defTabSz="914400" rtl="0" eaLnBrk="1" fontAlgn="base" latinLnBrk="0" hangingPunct="1">
                        <a:lnSpc>
                          <a:spcPct val="100000"/>
                        </a:lnSpc>
                        <a:spcBef>
                          <a:spcPct val="20000"/>
                        </a:spcBef>
                        <a:spcAft>
                          <a:spcPct val="0"/>
                        </a:spcAft>
                        <a:buClr>
                          <a:srgbClr val="FF0000"/>
                        </a:buClr>
                        <a:buSzTx/>
                        <a:buFont typeface="Arial" panose="020B0604020202020204" pitchFamily="34" charset="0"/>
                        <a:buNone/>
                        <a:tabLst/>
                        <a:defRPr/>
                      </a:pPr>
                      <a:r>
                        <a:rPr lang="es-ES" sz="1000" kern="1200" dirty="0">
                          <a:solidFill>
                            <a:srgbClr val="808080"/>
                          </a:solidFill>
                          <a:latin typeface="Arial"/>
                          <a:ea typeface="+mn-ea"/>
                          <a:cs typeface="+mn-cs"/>
                        </a:rPr>
                        <a:t>4 meses (datos de “Usuario”)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1" indent="0" algn="ctr" defTabSz="914400" rtl="0" eaLnBrk="1" fontAlgn="base" latinLnBrk="0" hangingPunct="1">
                        <a:lnSpc>
                          <a:spcPct val="100000"/>
                        </a:lnSpc>
                        <a:spcBef>
                          <a:spcPct val="20000"/>
                        </a:spcBef>
                        <a:spcAft>
                          <a:spcPct val="0"/>
                        </a:spcAft>
                        <a:buClr>
                          <a:srgbClr val="FF0000"/>
                        </a:buClr>
                        <a:buSzTx/>
                        <a:buFont typeface="Arial" panose="020B0604020202020204" pitchFamily="34" charset="0"/>
                        <a:buNone/>
                        <a:tabLst/>
                        <a:defRPr/>
                      </a:pPr>
                      <a:endParaRPr lang="es-ES" sz="1200" kern="1200" dirty="0">
                        <a:solidFill>
                          <a:srgbClr val="808080"/>
                        </a:solidFill>
                        <a:latin typeface="Arial"/>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803430891"/>
                  </a:ext>
                </a:extLst>
              </a:tr>
            </a:tbl>
          </a:graphicData>
        </a:graphic>
      </p:graphicFrame>
      <p:pic>
        <p:nvPicPr>
          <p:cNvPr id="17" name="Imagen 16">
            <a:extLst>
              <a:ext uri="{FF2B5EF4-FFF2-40B4-BE49-F238E27FC236}">
                <a16:creationId xmlns:a16="http://schemas.microsoft.com/office/drawing/2014/main" id="{FA4DB6DA-6265-421C-9B05-74A51AAEE74E}"/>
              </a:ext>
            </a:extLst>
          </p:cNvPr>
          <p:cNvPicPr>
            <a:picLocks noChangeAspect="1"/>
          </p:cNvPicPr>
          <p:nvPr/>
        </p:nvPicPr>
        <p:blipFill>
          <a:blip r:embed="rId3"/>
          <a:stretch>
            <a:fillRect/>
          </a:stretch>
        </p:blipFill>
        <p:spPr>
          <a:xfrm>
            <a:off x="1056790" y="4121811"/>
            <a:ext cx="10335221" cy="1714330"/>
          </a:xfrm>
          <a:prstGeom prst="rect">
            <a:avLst/>
          </a:prstGeom>
        </p:spPr>
      </p:pic>
      <p:pic>
        <p:nvPicPr>
          <p:cNvPr id="3" name="Imagen 2">
            <a:extLst>
              <a:ext uri="{FF2B5EF4-FFF2-40B4-BE49-F238E27FC236}">
                <a16:creationId xmlns:a16="http://schemas.microsoft.com/office/drawing/2014/main" id="{F57AB366-2F66-4CF4-924F-9D8221B38A8E}"/>
              </a:ext>
            </a:extLst>
          </p:cNvPr>
          <p:cNvPicPr>
            <a:picLocks noChangeAspect="1"/>
          </p:cNvPicPr>
          <p:nvPr/>
        </p:nvPicPr>
        <p:blipFill>
          <a:blip r:embed="rId4"/>
          <a:stretch>
            <a:fillRect/>
          </a:stretch>
        </p:blipFill>
        <p:spPr>
          <a:xfrm>
            <a:off x="4971549" y="4750635"/>
            <a:ext cx="323850" cy="142875"/>
          </a:xfrm>
          <a:prstGeom prst="rect">
            <a:avLst/>
          </a:prstGeom>
        </p:spPr>
      </p:pic>
      <p:pic>
        <p:nvPicPr>
          <p:cNvPr id="4" name="Imagen 3">
            <a:extLst>
              <a:ext uri="{FF2B5EF4-FFF2-40B4-BE49-F238E27FC236}">
                <a16:creationId xmlns:a16="http://schemas.microsoft.com/office/drawing/2014/main" id="{7F4FF16C-0CF2-4147-9BED-DE928656ACA4}"/>
              </a:ext>
            </a:extLst>
          </p:cNvPr>
          <p:cNvPicPr>
            <a:picLocks noChangeAspect="1"/>
          </p:cNvPicPr>
          <p:nvPr/>
        </p:nvPicPr>
        <p:blipFill>
          <a:blip r:embed="rId4"/>
          <a:stretch>
            <a:fillRect/>
          </a:stretch>
        </p:blipFill>
        <p:spPr>
          <a:xfrm>
            <a:off x="4971549" y="5150513"/>
            <a:ext cx="323850" cy="142875"/>
          </a:xfrm>
          <a:prstGeom prst="rect">
            <a:avLst/>
          </a:prstGeom>
        </p:spPr>
      </p:pic>
      <p:pic>
        <p:nvPicPr>
          <p:cNvPr id="5" name="Imagen 4">
            <a:extLst>
              <a:ext uri="{FF2B5EF4-FFF2-40B4-BE49-F238E27FC236}">
                <a16:creationId xmlns:a16="http://schemas.microsoft.com/office/drawing/2014/main" id="{2FA90453-F473-431F-B6EB-1FE13D1DFBD1}"/>
              </a:ext>
            </a:extLst>
          </p:cNvPr>
          <p:cNvPicPr>
            <a:picLocks noChangeAspect="1"/>
          </p:cNvPicPr>
          <p:nvPr/>
        </p:nvPicPr>
        <p:blipFill>
          <a:blip r:embed="rId4"/>
          <a:stretch>
            <a:fillRect/>
          </a:stretch>
        </p:blipFill>
        <p:spPr>
          <a:xfrm>
            <a:off x="4971549" y="5527750"/>
            <a:ext cx="323850" cy="142875"/>
          </a:xfrm>
          <a:prstGeom prst="rect">
            <a:avLst/>
          </a:prstGeom>
        </p:spPr>
      </p:pic>
      <p:sp>
        <p:nvSpPr>
          <p:cNvPr id="7" name="Rectángulo 6">
            <a:extLst>
              <a:ext uri="{FF2B5EF4-FFF2-40B4-BE49-F238E27FC236}">
                <a16:creationId xmlns:a16="http://schemas.microsoft.com/office/drawing/2014/main" id="{FDCFC12E-57D7-4E52-8C6C-8511E95B9E35}"/>
              </a:ext>
            </a:extLst>
          </p:cNvPr>
          <p:cNvSpPr/>
          <p:nvPr/>
        </p:nvSpPr>
        <p:spPr>
          <a:xfrm>
            <a:off x="5067802" y="4652680"/>
            <a:ext cx="312906" cy="369332"/>
          </a:xfrm>
          <a:prstGeom prst="rect">
            <a:avLst/>
          </a:prstGeom>
        </p:spPr>
        <p:txBody>
          <a:bodyPr wrap="none">
            <a:spAutoFit/>
          </a:bodyPr>
          <a:lstStyle/>
          <a:p>
            <a:r>
              <a:rPr lang="es-ES" dirty="0">
                <a:solidFill>
                  <a:srgbClr val="808080"/>
                </a:solidFill>
                <a:latin typeface="Arial"/>
              </a:rPr>
              <a:t>5</a:t>
            </a:r>
            <a:endParaRPr lang="es-ES" dirty="0"/>
          </a:p>
        </p:txBody>
      </p:sp>
      <p:sp>
        <p:nvSpPr>
          <p:cNvPr id="18" name="Rectángulo 17">
            <a:extLst>
              <a:ext uri="{FF2B5EF4-FFF2-40B4-BE49-F238E27FC236}">
                <a16:creationId xmlns:a16="http://schemas.microsoft.com/office/drawing/2014/main" id="{0C73DBF1-D33E-4016-8F18-32E65B9652DD}"/>
              </a:ext>
            </a:extLst>
          </p:cNvPr>
          <p:cNvSpPr/>
          <p:nvPr/>
        </p:nvSpPr>
        <p:spPr>
          <a:xfrm>
            <a:off x="4908983" y="5037284"/>
            <a:ext cx="441146" cy="369332"/>
          </a:xfrm>
          <a:prstGeom prst="rect">
            <a:avLst/>
          </a:prstGeom>
        </p:spPr>
        <p:txBody>
          <a:bodyPr wrap="none">
            <a:spAutoFit/>
          </a:bodyPr>
          <a:lstStyle/>
          <a:p>
            <a:r>
              <a:rPr lang="es-ES" dirty="0">
                <a:solidFill>
                  <a:srgbClr val="808080"/>
                </a:solidFill>
                <a:latin typeface="Arial"/>
              </a:rPr>
              <a:t>15</a:t>
            </a:r>
            <a:endParaRPr lang="es-ES" dirty="0"/>
          </a:p>
        </p:txBody>
      </p:sp>
      <p:sp>
        <p:nvSpPr>
          <p:cNvPr id="19" name="Rectángulo 18">
            <a:extLst>
              <a:ext uri="{FF2B5EF4-FFF2-40B4-BE49-F238E27FC236}">
                <a16:creationId xmlns:a16="http://schemas.microsoft.com/office/drawing/2014/main" id="{0BC07155-4F3F-4A3F-A45D-4F2FB0506DBA}"/>
              </a:ext>
            </a:extLst>
          </p:cNvPr>
          <p:cNvSpPr/>
          <p:nvPr/>
        </p:nvSpPr>
        <p:spPr>
          <a:xfrm>
            <a:off x="4908983" y="5414521"/>
            <a:ext cx="441146" cy="369332"/>
          </a:xfrm>
          <a:prstGeom prst="rect">
            <a:avLst/>
          </a:prstGeom>
        </p:spPr>
        <p:txBody>
          <a:bodyPr wrap="none">
            <a:spAutoFit/>
          </a:bodyPr>
          <a:lstStyle/>
          <a:p>
            <a:r>
              <a:rPr lang="es-ES" dirty="0">
                <a:solidFill>
                  <a:srgbClr val="808080"/>
                </a:solidFill>
                <a:latin typeface="Arial"/>
              </a:rPr>
              <a:t>50</a:t>
            </a:r>
            <a:endParaRPr lang="es-ES" dirty="0"/>
          </a:p>
        </p:txBody>
      </p:sp>
    </p:spTree>
    <p:extLst>
      <p:ext uri="{BB962C8B-B14F-4D97-AF65-F5344CB8AC3E}">
        <p14:creationId xmlns:p14="http://schemas.microsoft.com/office/powerpoint/2010/main" val="32750595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Marcador de texto 1">
            <a:extLst>
              <a:ext uri="{FF2B5EF4-FFF2-40B4-BE49-F238E27FC236}">
                <a16:creationId xmlns:a16="http://schemas.microsoft.com/office/drawing/2014/main" id="{4D70AF1F-FBAB-498B-B4DD-121BA0619DBE}"/>
              </a:ext>
            </a:extLst>
          </p:cNvPr>
          <p:cNvSpPr txBox="1">
            <a:spLocks/>
          </p:cNvSpPr>
          <p:nvPr/>
        </p:nvSpPr>
        <p:spPr>
          <a:xfrm>
            <a:off x="589388" y="296611"/>
            <a:ext cx="10833365" cy="438836"/>
          </a:xfrm>
          <a:prstGeom prst="rect">
            <a:avLst/>
          </a:prstGeom>
        </p:spPr>
        <p:txBody>
          <a:bodyPr vert="horz" lIns="91440" tIns="45720" rIns="91440" bIns="45720" rtlCol="0">
            <a:noAutofit/>
          </a:bodyPr>
          <a:lstStyle>
            <a:defPPr>
              <a:defRPr lang="es-ES"/>
            </a:defPPr>
            <a:lvl1pPr indent="0">
              <a:lnSpc>
                <a:spcPct val="90000"/>
              </a:lnSpc>
              <a:spcBef>
                <a:spcPts val="300"/>
              </a:spcBef>
              <a:buFont typeface="Arial" panose="020B0604020202020204" pitchFamily="34" charset="0"/>
              <a:buNone/>
              <a:defRPr sz="1300">
                <a:solidFill>
                  <a:srgbClr val="EB0000"/>
                </a:solidFill>
                <a:latin typeface="Arial cuerpo"/>
                <a:ea typeface="Segoe UI" panose="020B0502040204020203" pitchFamily="34" charset="0"/>
                <a:cs typeface="Segoe UI" panose="020B0502040204020203" pitchFamily="34" charset="0"/>
              </a:defRPr>
            </a:lvl1pPr>
            <a:lvl2pPr marL="685800" indent="-228600">
              <a:lnSpc>
                <a:spcPct val="90000"/>
              </a:lnSpc>
              <a:spcBef>
                <a:spcPts val="500"/>
              </a:spcBef>
              <a:buFont typeface="Arial" panose="020B0604020202020204" pitchFamily="34" charset="0"/>
              <a:buChar char="•"/>
              <a:defRPr sz="2400">
                <a:latin typeface="Arial cuerpo"/>
              </a:defRPr>
            </a:lvl2pPr>
            <a:lvl3pPr marL="1143000" indent="-228600">
              <a:lnSpc>
                <a:spcPct val="90000"/>
              </a:lnSpc>
              <a:spcBef>
                <a:spcPts val="500"/>
              </a:spcBef>
              <a:buFont typeface="Arial" panose="020B0604020202020204" pitchFamily="34" charset="0"/>
              <a:buChar char="•"/>
              <a:defRPr sz="2000">
                <a:latin typeface="Arial cuerpo"/>
              </a:defRPr>
            </a:lvl3pPr>
            <a:lvl4pPr marL="1600200" indent="-228600">
              <a:lnSpc>
                <a:spcPct val="90000"/>
              </a:lnSpc>
              <a:spcBef>
                <a:spcPts val="500"/>
              </a:spcBef>
              <a:buFont typeface="Arial" panose="020B0604020202020204" pitchFamily="34" charset="0"/>
              <a:buChar char="•"/>
              <a:defRPr>
                <a:latin typeface="Arial cuerpo"/>
              </a:defRPr>
            </a:lvl4pPr>
            <a:lvl5pPr marL="2057400" indent="-228600">
              <a:lnSpc>
                <a:spcPct val="90000"/>
              </a:lnSpc>
              <a:spcBef>
                <a:spcPts val="500"/>
              </a:spcBef>
              <a:buFont typeface="Arial" panose="020B0604020202020204" pitchFamily="34" charset="0"/>
              <a:buChar char="•"/>
              <a:defRPr>
                <a:latin typeface="Arial cuerpo"/>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s-ES" sz="1400" b="1" dirty="0"/>
              <a:t>Hardware, Software, escalabilidad y alta disponibilidad.</a:t>
            </a:r>
          </a:p>
          <a:p>
            <a:r>
              <a:rPr lang="es-ES" sz="1800" b="1" dirty="0"/>
              <a:t>Dimensionamiento Plataforma Appian (Motor y BBDD)</a:t>
            </a:r>
            <a:endParaRPr lang="pt-BR" sz="1800" b="1" dirty="0"/>
          </a:p>
          <a:p>
            <a:endParaRPr lang="es-ES" sz="1400" b="1" dirty="0"/>
          </a:p>
        </p:txBody>
      </p:sp>
      <p:pic>
        <p:nvPicPr>
          <p:cNvPr id="12" name="Picture 662" descr="MC900434391[1]">
            <a:extLst>
              <a:ext uri="{FF2B5EF4-FFF2-40B4-BE49-F238E27FC236}">
                <a16:creationId xmlns:a16="http://schemas.microsoft.com/office/drawing/2014/main" id="{26C2A329-012D-4A41-A5DB-F355C1FE60A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734229" y="115119"/>
            <a:ext cx="353316"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CuadroTexto 17">
            <a:extLst>
              <a:ext uri="{FF2B5EF4-FFF2-40B4-BE49-F238E27FC236}">
                <a16:creationId xmlns:a16="http://schemas.microsoft.com/office/drawing/2014/main" id="{378B6557-8CF3-49CA-938F-F775BA1D2579}"/>
              </a:ext>
            </a:extLst>
          </p:cNvPr>
          <p:cNvSpPr txBox="1"/>
          <p:nvPr/>
        </p:nvSpPr>
        <p:spPr>
          <a:xfrm>
            <a:off x="2592921" y="5171457"/>
            <a:ext cx="8727588" cy="1015663"/>
          </a:xfrm>
          <a:prstGeom prst="rect">
            <a:avLst/>
          </a:prstGeom>
          <a:noFill/>
        </p:spPr>
        <p:txBody>
          <a:bodyPr wrap="square" rtlCol="0">
            <a:spAutoFit/>
          </a:bodyPr>
          <a:lstStyle/>
          <a:p>
            <a:pPr marL="228600" indent="-228600">
              <a:buAutoNum type="arabicParenBoth"/>
            </a:pPr>
            <a:r>
              <a:rPr lang="es-ES" sz="1200" dirty="0"/>
              <a:t>El entorno de CERT </a:t>
            </a:r>
            <a:r>
              <a:rPr lang="es-ES" sz="1200" b="1" dirty="0"/>
              <a:t>no hace falta dotarlo para este proyecto</a:t>
            </a:r>
            <a:r>
              <a:rPr lang="es-ES" sz="1200" dirty="0"/>
              <a:t>, ya que se reutilizará el ya solicitado en el DS PCAS-Contratación y Procesos como entorno de desarrollo compartido por varias aplicaciones.</a:t>
            </a:r>
          </a:p>
          <a:p>
            <a:pPr marL="228600" indent="-228600">
              <a:buAutoNum type="arabicParenBoth"/>
            </a:pPr>
            <a:r>
              <a:rPr lang="es-ES" sz="1200" dirty="0"/>
              <a:t>Almacenamiento compartido entre todos los Servidores de Aplicaciones y los Appian Engines, que estarán también en HA (En CERT, al tratarse de un Stand Alone, se utilizará un File System en vez de una NAS).</a:t>
            </a:r>
          </a:p>
          <a:p>
            <a:pPr marL="228600" indent="-228600">
              <a:buAutoNum type="arabicParenBoth"/>
            </a:pPr>
            <a:r>
              <a:rPr lang="es-ES" sz="1200" dirty="0"/>
              <a:t>Ajustarse en función de las pruebas de rendimiento que se realicen. El charset de la BBDD Oracle será AL32UTF8.</a:t>
            </a:r>
          </a:p>
        </p:txBody>
      </p:sp>
      <p:graphicFrame>
        <p:nvGraphicFramePr>
          <p:cNvPr id="19" name="Tabla 18">
            <a:extLst>
              <a:ext uri="{FF2B5EF4-FFF2-40B4-BE49-F238E27FC236}">
                <a16:creationId xmlns:a16="http://schemas.microsoft.com/office/drawing/2014/main" id="{19A3F55A-6090-46F1-AC66-EDB066DEEAC1}"/>
              </a:ext>
            </a:extLst>
          </p:cNvPr>
          <p:cNvGraphicFramePr>
            <a:graphicFrameLocks noGrp="1"/>
          </p:cNvGraphicFramePr>
          <p:nvPr>
            <p:extLst>
              <p:ext uri="{D42A27DB-BD31-4B8C-83A1-F6EECF244321}">
                <p14:modId xmlns:p14="http://schemas.microsoft.com/office/powerpoint/2010/main" val="3501018242"/>
              </p:ext>
            </p:extLst>
          </p:nvPr>
        </p:nvGraphicFramePr>
        <p:xfrm>
          <a:off x="307423" y="2438886"/>
          <a:ext cx="11484378" cy="1323840"/>
        </p:xfrm>
        <a:graphic>
          <a:graphicData uri="http://schemas.openxmlformats.org/drawingml/2006/table">
            <a:tbl>
              <a:tblPr/>
              <a:tblGrid>
                <a:gridCol w="504132">
                  <a:extLst>
                    <a:ext uri="{9D8B030D-6E8A-4147-A177-3AD203B41FA5}">
                      <a16:colId xmlns:a16="http://schemas.microsoft.com/office/drawing/2014/main" val="20000"/>
                    </a:ext>
                  </a:extLst>
                </a:gridCol>
                <a:gridCol w="895325">
                  <a:extLst>
                    <a:ext uri="{9D8B030D-6E8A-4147-A177-3AD203B41FA5}">
                      <a16:colId xmlns:a16="http://schemas.microsoft.com/office/drawing/2014/main" val="3727174841"/>
                    </a:ext>
                  </a:extLst>
                </a:gridCol>
                <a:gridCol w="869605">
                  <a:extLst>
                    <a:ext uri="{9D8B030D-6E8A-4147-A177-3AD203B41FA5}">
                      <a16:colId xmlns:a16="http://schemas.microsoft.com/office/drawing/2014/main" val="1161014383"/>
                    </a:ext>
                  </a:extLst>
                </a:gridCol>
                <a:gridCol w="912242">
                  <a:extLst>
                    <a:ext uri="{9D8B030D-6E8A-4147-A177-3AD203B41FA5}">
                      <a16:colId xmlns:a16="http://schemas.microsoft.com/office/drawing/2014/main" val="20001"/>
                    </a:ext>
                  </a:extLst>
                </a:gridCol>
                <a:gridCol w="529413">
                  <a:extLst>
                    <a:ext uri="{9D8B030D-6E8A-4147-A177-3AD203B41FA5}">
                      <a16:colId xmlns:a16="http://schemas.microsoft.com/office/drawing/2014/main" val="20002"/>
                    </a:ext>
                  </a:extLst>
                </a:gridCol>
                <a:gridCol w="280820">
                  <a:extLst>
                    <a:ext uri="{9D8B030D-6E8A-4147-A177-3AD203B41FA5}">
                      <a16:colId xmlns:a16="http://schemas.microsoft.com/office/drawing/2014/main" val="20003"/>
                    </a:ext>
                  </a:extLst>
                </a:gridCol>
                <a:gridCol w="361506">
                  <a:extLst>
                    <a:ext uri="{9D8B030D-6E8A-4147-A177-3AD203B41FA5}">
                      <a16:colId xmlns:a16="http://schemas.microsoft.com/office/drawing/2014/main" val="20004"/>
                    </a:ext>
                  </a:extLst>
                </a:gridCol>
                <a:gridCol w="496864">
                  <a:extLst>
                    <a:ext uri="{9D8B030D-6E8A-4147-A177-3AD203B41FA5}">
                      <a16:colId xmlns:a16="http://schemas.microsoft.com/office/drawing/2014/main" val="20005"/>
                    </a:ext>
                  </a:extLst>
                </a:gridCol>
                <a:gridCol w="541020">
                  <a:extLst>
                    <a:ext uri="{9D8B030D-6E8A-4147-A177-3AD203B41FA5}">
                      <a16:colId xmlns:a16="http://schemas.microsoft.com/office/drawing/2014/main" val="344019226"/>
                    </a:ext>
                  </a:extLst>
                </a:gridCol>
                <a:gridCol w="518160">
                  <a:extLst>
                    <a:ext uri="{9D8B030D-6E8A-4147-A177-3AD203B41FA5}">
                      <a16:colId xmlns:a16="http://schemas.microsoft.com/office/drawing/2014/main" val="2902758484"/>
                    </a:ext>
                  </a:extLst>
                </a:gridCol>
                <a:gridCol w="601980">
                  <a:extLst>
                    <a:ext uri="{9D8B030D-6E8A-4147-A177-3AD203B41FA5}">
                      <a16:colId xmlns:a16="http://schemas.microsoft.com/office/drawing/2014/main" val="3613826829"/>
                    </a:ext>
                  </a:extLst>
                </a:gridCol>
                <a:gridCol w="491490">
                  <a:extLst>
                    <a:ext uri="{9D8B030D-6E8A-4147-A177-3AD203B41FA5}">
                      <a16:colId xmlns:a16="http://schemas.microsoft.com/office/drawing/2014/main" val="1190099378"/>
                    </a:ext>
                  </a:extLst>
                </a:gridCol>
                <a:gridCol w="483870">
                  <a:extLst>
                    <a:ext uri="{9D8B030D-6E8A-4147-A177-3AD203B41FA5}">
                      <a16:colId xmlns:a16="http://schemas.microsoft.com/office/drawing/2014/main" val="20008"/>
                    </a:ext>
                  </a:extLst>
                </a:gridCol>
                <a:gridCol w="1005840">
                  <a:extLst>
                    <a:ext uri="{9D8B030D-6E8A-4147-A177-3AD203B41FA5}">
                      <a16:colId xmlns:a16="http://schemas.microsoft.com/office/drawing/2014/main" val="20009"/>
                    </a:ext>
                  </a:extLst>
                </a:gridCol>
                <a:gridCol w="784860">
                  <a:extLst>
                    <a:ext uri="{9D8B030D-6E8A-4147-A177-3AD203B41FA5}">
                      <a16:colId xmlns:a16="http://schemas.microsoft.com/office/drawing/2014/main" val="2225912572"/>
                    </a:ext>
                  </a:extLst>
                </a:gridCol>
                <a:gridCol w="575310">
                  <a:extLst>
                    <a:ext uri="{9D8B030D-6E8A-4147-A177-3AD203B41FA5}">
                      <a16:colId xmlns:a16="http://schemas.microsoft.com/office/drawing/2014/main" val="20010"/>
                    </a:ext>
                  </a:extLst>
                </a:gridCol>
                <a:gridCol w="982980">
                  <a:extLst>
                    <a:ext uri="{9D8B030D-6E8A-4147-A177-3AD203B41FA5}">
                      <a16:colId xmlns:a16="http://schemas.microsoft.com/office/drawing/2014/main" val="20011"/>
                    </a:ext>
                  </a:extLst>
                </a:gridCol>
                <a:gridCol w="648961">
                  <a:extLst>
                    <a:ext uri="{9D8B030D-6E8A-4147-A177-3AD203B41FA5}">
                      <a16:colId xmlns:a16="http://schemas.microsoft.com/office/drawing/2014/main" val="236679130"/>
                    </a:ext>
                  </a:extLst>
                </a:gridCol>
              </a:tblGrid>
              <a:tr h="216000">
                <a:tc rowSpan="6">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1000" b="1" i="0" u="none" strike="noStrike" dirty="0">
                          <a:solidFill>
                            <a:srgbClr val="000000"/>
                          </a:solidFill>
                          <a:effectLst/>
                          <a:latin typeface="+mn-lt"/>
                        </a:rPr>
                        <a:t>Motor de Procesos </a:t>
                      </a:r>
                    </a:p>
                    <a:p>
                      <a:pPr algn="ctr" rtl="0" fontAlgn="ctr"/>
                      <a:r>
                        <a:rPr lang="es-ES" sz="1000" b="1" i="0" u="none" strike="noStrike" dirty="0">
                          <a:solidFill>
                            <a:srgbClr val="000000"/>
                          </a:solidFill>
                          <a:effectLst/>
                          <a:latin typeface="+mn-lt"/>
                        </a:rPr>
                        <a:t>Appian</a:t>
                      </a:r>
                    </a:p>
                  </a:txBody>
                  <a:tcPr marL="0" marR="0" marT="0" marB="0" vert="vert270" anchor="ctr">
                    <a:lnL w="6350" cap="flat" cmpd="sng" algn="ctr">
                      <a:solidFill>
                        <a:srgbClr val="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6161"/>
                    </a:solidFill>
                  </a:tcPr>
                </a:tc>
                <a:tc grid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i="0" u="none" strike="noStrike" dirty="0">
                          <a:solidFill>
                            <a:srgbClr val="000000"/>
                          </a:solidFill>
                          <a:effectLst/>
                          <a:latin typeface="+mn-lt"/>
                        </a:rPr>
                        <a:t>Servidores WEB</a:t>
                      </a:r>
                    </a:p>
                  </a:txBody>
                  <a:tcPr marL="9389" marR="9389" marT="9389" marB="0" anchor="ctr">
                    <a:lnL w="12700" cap="flat" cmpd="sng" algn="ctr">
                      <a:solidFill>
                        <a:sysClr val="window" lastClr="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6161"/>
                    </a:solidFill>
                  </a:tcPr>
                </a:tc>
                <a:tc hMerge="1">
                  <a:txBody>
                    <a:bodyPr/>
                    <a:lstStyle/>
                    <a:p>
                      <a:endParaRPr lang="es-ES"/>
                    </a:p>
                  </a:txBody>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RHEL 8  64 bits</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PRE</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2</a:t>
                      </a:r>
                    </a:p>
                  </a:txBody>
                  <a:tcPr marL="9389" marR="9389" marT="938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4</a:t>
                      </a:r>
                    </a:p>
                  </a:txBody>
                  <a:tcPr marL="9389" marR="9389" marT="938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8</a:t>
                      </a:r>
                    </a:p>
                  </a:txBody>
                  <a:tcPr marL="9389" marR="9389" marT="938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25</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64</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N/A</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Interno</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Intranet</a:t>
                      </a:r>
                    </a:p>
                  </a:txBody>
                  <a:tcPr marL="9389" marR="9389" marT="9389"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Apache Web Server</a:t>
                      </a:r>
                    </a:p>
                  </a:txBody>
                  <a:tcPr marL="9389" marR="9389" marT="938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Activo-Activo</a:t>
                      </a:r>
                    </a:p>
                  </a:txBody>
                  <a:tcPr marL="9389" marR="9389" marT="938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HW</a:t>
                      </a:r>
                    </a:p>
                  </a:txBody>
                  <a:tcPr marL="9389" marR="9389" marT="938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Horizontal y Vertical</a:t>
                      </a:r>
                    </a:p>
                  </a:txBody>
                  <a:tcPr marL="9389" marR="9389" marT="938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 </a:t>
                      </a:r>
                      <a:r>
                        <a:rPr lang="es-ES" sz="500" b="0" i="0" u="none" strike="noStrike" dirty="0" err="1">
                          <a:solidFill>
                            <a:srgbClr val="000000"/>
                          </a:solidFill>
                          <a:effectLst/>
                          <a:latin typeface="+mn-lt"/>
                        </a:rPr>
                        <a:t>mod_jk</a:t>
                      </a:r>
                      <a:r>
                        <a:rPr lang="es-ES" sz="500" b="0" i="0" u="none" strike="noStrike" dirty="0">
                          <a:solidFill>
                            <a:srgbClr val="000000"/>
                          </a:solidFill>
                          <a:effectLst/>
                          <a:latin typeface="+mn-lt"/>
                        </a:rPr>
                        <a:t> para conectarse a Tomcat</a:t>
                      </a:r>
                    </a:p>
                  </a:txBody>
                  <a:tcPr marL="9389" marR="9389" marT="938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extLst>
                  <a:ext uri="{0D108BD9-81ED-4DB2-BD59-A6C34878D82A}">
                    <a16:rowId xmlns:a16="http://schemas.microsoft.com/office/drawing/2014/main" val="10002"/>
                  </a:ext>
                </a:extLst>
              </a:tr>
              <a:tr h="216000">
                <a:tc vMerge="1">
                  <a:txBody>
                    <a:bodyPr/>
                    <a:lstStyle/>
                    <a:p>
                      <a:endParaRPr lang="es-ES" dirty="0"/>
                    </a:p>
                  </a:txBody>
                  <a:tcPr marL="0" marR="0" marT="0" marB="0" vert="vert27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rgbClr val="FF6161"/>
                    </a:solidFill>
                  </a:tcPr>
                </a:tc>
                <a:tc rowSpan="2" grid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i="0" u="none" strike="noStrike" dirty="0">
                          <a:solidFill>
                            <a:srgbClr val="000000"/>
                          </a:solidFill>
                          <a:effectLst/>
                          <a:latin typeface="+mn-lt"/>
                        </a:rPr>
                        <a:t>Servidores Aplicaciones</a:t>
                      </a:r>
                      <a:endParaRPr lang="en-US" sz="800" b="1" i="0" u="none" strike="noStrike" noProof="0" dirty="0">
                        <a:solidFill>
                          <a:srgbClr val="000000"/>
                        </a:solidFill>
                        <a:effectLst/>
                        <a:latin typeface="+mn-lt"/>
                      </a:endParaRPr>
                    </a:p>
                  </a:txBody>
                  <a:tcPr marL="9389" marR="9389" marT="9389" marB="0" anchor="ctr">
                    <a:lnL w="12700" cap="flat" cmpd="sng" algn="ctr">
                      <a:solidFill>
                        <a:sysClr val="window" lastClr="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6161"/>
                    </a:solidFill>
                  </a:tcPr>
                </a:tc>
                <a:tc rowSpan="2" hMerge="1">
                  <a:txBody>
                    <a:bodyPr/>
                    <a:lstStyle/>
                    <a:p>
                      <a:endParaRPr lang="es-ES"/>
                    </a:p>
                  </a:txBody>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RHEL 8  64 bits</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800" kern="1200" noProof="0" dirty="0">
                          <a:solidFill>
                            <a:schemeClr val="dk1"/>
                          </a:solidFill>
                          <a:effectLst/>
                          <a:latin typeface="+mn-lt"/>
                          <a:ea typeface="+mn-ea"/>
                          <a:cs typeface="+mn-cs"/>
                        </a:rPr>
                        <a:t>PRE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8</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32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50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256</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N/A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Interno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Intranet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algn="ctr" defTabSz="914400" rtl="0" eaLnBrk="1" fontAlgn="ctr" latinLnBrk="0" hangingPunct="1"/>
                      <a:r>
                        <a:rPr lang="es-ES" sz="800" b="0" i="0" u="none" strike="noStrike" kern="1200" dirty="0">
                          <a:solidFill>
                            <a:srgbClr val="000000"/>
                          </a:solidFill>
                          <a:effectLst/>
                          <a:latin typeface="+mn-lt"/>
                          <a:ea typeface="+mn-ea"/>
                          <a:cs typeface="+mn-cs"/>
                        </a:rPr>
                        <a:t>Appian 22.1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Activo-Activo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SW</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Horizontal y Vertical</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extLst>
                  <a:ext uri="{0D108BD9-81ED-4DB2-BD59-A6C34878D82A}">
                    <a16:rowId xmlns:a16="http://schemas.microsoft.com/office/drawing/2014/main" val="10003"/>
                  </a:ext>
                </a:extLst>
              </a:tr>
              <a:tr h="108000">
                <a:tc vMerge="1">
                  <a:txBody>
                    <a:bodyPr/>
                    <a:lstStyle/>
                    <a:p>
                      <a:endParaRPr lang="es-ES"/>
                    </a:p>
                  </a:txBody>
                  <a:tcPr/>
                </a:tc>
                <a:tc gridSpan="2" vMerge="1">
                  <a:txBody>
                    <a:bodyPr/>
                    <a:lstStyle/>
                    <a:p>
                      <a:pPr algn="ctr" rtl="0" fontAlgn="ctr"/>
                      <a:endParaRPr lang="en-US" sz="800" b="1" i="0" u="none" strike="noStrike" noProof="0" dirty="0">
                        <a:solidFill>
                          <a:srgbClr val="000000"/>
                        </a:solidFill>
                        <a:effectLst/>
                        <a:latin typeface="+mn-lt"/>
                      </a:endParaRPr>
                    </a:p>
                  </a:txBody>
                  <a:tcPr marL="9389" marR="9389" marT="938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6161"/>
                    </a:solidFill>
                  </a:tcPr>
                </a:tc>
                <a:tc hMerge="1" vMerge="1">
                  <a:txBody>
                    <a:bodyPr/>
                    <a:lstStyle/>
                    <a:p>
                      <a:endParaRPr lang="es-ES"/>
                    </a:p>
                  </a:txBody>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s-ES" sz="800" b="0" i="0" u="none" strike="noStrike" kern="1200" cap="none" spc="0" normalizeH="0" baseline="0" noProof="0" dirty="0">
                        <a:ln>
                          <a:noFill/>
                        </a:ln>
                        <a:solidFill>
                          <a:prstClr val="black"/>
                        </a:solidFill>
                        <a:effectLst/>
                        <a:uLnTx/>
                        <a:uFillTx/>
                        <a:latin typeface="Arial"/>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250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N/A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256</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NAS </a:t>
                      </a:r>
                      <a:r>
                        <a:rPr lang="es-ES" sz="800" b="1" kern="1200" dirty="0">
                          <a:solidFill>
                            <a:srgbClr val="FF0000"/>
                          </a:solidFill>
                          <a:effectLst/>
                          <a:latin typeface="+mn-lt"/>
                          <a:ea typeface="+mn-ea"/>
                          <a:cs typeface="+mn-cs"/>
                        </a:rPr>
                        <a:t>(2)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b="0" i="0" u="none" strike="noStrike" dirty="0">
                        <a:solidFill>
                          <a:srgbClr val="FF0000"/>
                        </a:solidFill>
                        <a:effectLst/>
                        <a:latin typeface="+mn-lt"/>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b="0" i="0" u="none" strike="noStrike" dirty="0">
                        <a:solidFill>
                          <a:srgbClr val="000000"/>
                        </a:solidFill>
                        <a:effectLst/>
                        <a:latin typeface="+mn-lt"/>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b="0" i="0" u="none" strike="noStrike" dirty="0">
                        <a:solidFill>
                          <a:srgbClr val="000000"/>
                        </a:solidFill>
                        <a:effectLst/>
                        <a:latin typeface="+mn-lt"/>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extLst>
                  <a:ext uri="{0D108BD9-81ED-4DB2-BD59-A6C34878D82A}">
                    <a16:rowId xmlns:a16="http://schemas.microsoft.com/office/drawing/2014/main" val="2131407672"/>
                  </a:ext>
                </a:extLst>
              </a:tr>
              <a:tr h="108000">
                <a:tc vMerge="1">
                  <a:txBody>
                    <a:bodyPr/>
                    <a:lstStyle/>
                    <a:p>
                      <a:endParaRPr lang="es-ES"/>
                    </a:p>
                  </a:txBody>
                  <a:tcPr>
                    <a:lnT w="12700" cap="flat" cmpd="sng" algn="ctr">
                      <a:solidFill>
                        <a:schemeClr val="bg1"/>
                      </a:solidFill>
                      <a:prstDash val="solid"/>
                      <a:round/>
                      <a:headEnd type="none" w="med" len="med"/>
                      <a:tailEnd type="none" w="med" len="med"/>
                    </a:lnT>
                  </a:tcPr>
                </a:tc>
                <a:tc rowSpan="2" grid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i="0" u="none" strike="noStrike" dirty="0">
                          <a:solidFill>
                            <a:srgbClr val="000000"/>
                          </a:solidFill>
                          <a:effectLst/>
                          <a:latin typeface="+mn-lt"/>
                        </a:rPr>
                        <a:t> Appian </a:t>
                      </a:r>
                      <a:r>
                        <a:rPr lang="en-US" sz="800" b="1" i="0" u="none" strike="noStrike" noProof="0" dirty="0">
                          <a:solidFill>
                            <a:srgbClr val="000000"/>
                          </a:solidFill>
                          <a:effectLst/>
                          <a:latin typeface="+mn-lt"/>
                        </a:rPr>
                        <a:t>Engines</a:t>
                      </a:r>
                    </a:p>
                  </a:txBody>
                  <a:tcPr marL="9389" marR="9389" marT="9389" marB="0" anchor="ctr">
                    <a:lnL w="12700" cap="flat" cmpd="sng" algn="ctr">
                      <a:solidFill>
                        <a:sysClr val="window" lastClr="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6161"/>
                    </a:solidFill>
                  </a:tcPr>
                </a:tc>
                <a:tc rowSpan="2" hMerge="1">
                  <a:txBody>
                    <a:bodyPr/>
                    <a:lstStyle/>
                    <a:p>
                      <a:endParaRPr lang="es-ES"/>
                    </a:p>
                  </a:txBody>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RHEL 8  64 bits</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800" kern="1200" noProof="0" dirty="0">
                          <a:solidFill>
                            <a:schemeClr val="dk1"/>
                          </a:solidFill>
                          <a:effectLst/>
                          <a:latin typeface="+mn-lt"/>
                          <a:ea typeface="+mn-ea"/>
                          <a:cs typeface="+mn-cs"/>
                        </a:rPr>
                        <a:t>PRE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8</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32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endParaRPr lang="es-ES"/>
                    </a:p>
                  </a:txBody>
                  <a:tcPr/>
                </a:tc>
                <a:tc vMerge="1">
                  <a:txBody>
                    <a:bodyPr/>
                    <a:lstStyle/>
                    <a:p>
                      <a:endParaRPr lang="es-ES"/>
                    </a:p>
                  </a:txBody>
                  <a:tcPr/>
                </a:tc>
                <a:tc vMerge="1">
                  <a:txBody>
                    <a:bodyPr/>
                    <a:lstStyle/>
                    <a:p>
                      <a:pPr algn="ctr" rtl="0" fontAlgn="ctr"/>
                      <a:endParaRPr lang="es-ES" sz="800" kern="1200" dirty="0">
                        <a:solidFill>
                          <a:srgbClr val="FF0000"/>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Intranet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algn="ctr" defTabSz="914400" rtl="0" eaLnBrk="1" fontAlgn="ctr" latinLnBrk="0" hangingPunct="1"/>
                      <a:r>
                        <a:rPr lang="es-ES" sz="800" b="0" i="0" u="none" strike="noStrike" kern="1200" dirty="0">
                          <a:solidFill>
                            <a:srgbClr val="000000"/>
                          </a:solidFill>
                          <a:effectLst/>
                          <a:latin typeface="+mn-lt"/>
                          <a:ea typeface="+mn-ea"/>
                          <a:cs typeface="+mn-cs"/>
                        </a:rPr>
                        <a:t>Appian 22.1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Activo-Activo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SW</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Horizontal y Vertical</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extLst>
                  <a:ext uri="{0D108BD9-81ED-4DB2-BD59-A6C34878D82A}">
                    <a16:rowId xmlns:a16="http://schemas.microsoft.com/office/drawing/2014/main" val="212879955"/>
                  </a:ext>
                </a:extLst>
              </a:tr>
              <a:tr h="216000">
                <a:tc vMerge="1">
                  <a:txBody>
                    <a:bodyPr/>
                    <a:lstStyle/>
                    <a:p>
                      <a:endParaRPr lang="es-ES"/>
                    </a:p>
                  </a:txBody>
                  <a:tcPr/>
                </a:tc>
                <a:tc gridSpan="2" vMerge="1">
                  <a:txBody>
                    <a:bodyPr/>
                    <a:lstStyle/>
                    <a:p>
                      <a:pPr algn="ctr" rtl="0" fontAlgn="ctr"/>
                      <a:endParaRPr lang="en-US" sz="800" b="1" i="0" u="none" strike="noStrike" noProof="0" dirty="0">
                        <a:solidFill>
                          <a:srgbClr val="000000"/>
                        </a:solidFill>
                        <a:effectLst/>
                        <a:latin typeface="+mn-lt"/>
                      </a:endParaRPr>
                    </a:p>
                  </a:txBody>
                  <a:tcPr marL="9389" marR="9389" marT="938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6161"/>
                    </a:solidFill>
                  </a:tcPr>
                </a:tc>
                <a:tc hMerge="1" vMerge="1">
                  <a:txBody>
                    <a:bodyPr/>
                    <a:lstStyle/>
                    <a:p>
                      <a:endParaRPr lang="es-ES"/>
                    </a:p>
                  </a:txBody>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s-ES" sz="800" b="0" i="0" u="none" strike="noStrike" kern="1200" cap="none" spc="0" normalizeH="0" baseline="0" noProof="0" dirty="0">
                        <a:ln>
                          <a:noFill/>
                        </a:ln>
                        <a:solidFill>
                          <a:prstClr val="black"/>
                        </a:solidFill>
                        <a:effectLst/>
                        <a:uLnTx/>
                        <a:uFillTx/>
                        <a:latin typeface="Arial"/>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50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256</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N/A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Interno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b="0" i="0" u="none" strike="noStrike" dirty="0">
                        <a:solidFill>
                          <a:srgbClr val="FF0000"/>
                        </a:solidFill>
                        <a:effectLst/>
                        <a:latin typeface="+mn-lt"/>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b="0" i="0" u="none" strike="noStrike" dirty="0">
                        <a:solidFill>
                          <a:srgbClr val="000000"/>
                        </a:solidFill>
                        <a:effectLst/>
                        <a:latin typeface="+mn-lt"/>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b="0" i="0" u="none" strike="noStrike" dirty="0">
                        <a:solidFill>
                          <a:srgbClr val="000000"/>
                        </a:solidFill>
                        <a:effectLst/>
                        <a:latin typeface="+mn-lt"/>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extLst>
                  <a:ext uri="{0D108BD9-81ED-4DB2-BD59-A6C34878D82A}">
                    <a16:rowId xmlns:a16="http://schemas.microsoft.com/office/drawing/2014/main" val="328547652"/>
                  </a:ext>
                </a:extLst>
              </a:tr>
              <a:tr h="216000">
                <a:tc vMerge="1">
                  <a:txBody>
                    <a:bodyPr/>
                    <a:lstStyle/>
                    <a:p>
                      <a:pPr algn="ctr" rtl="0" fontAlgn="ctr"/>
                      <a:endParaRPr lang="es-ES" sz="1400" b="1" i="0" u="none" strike="noStrike" dirty="0">
                        <a:solidFill>
                          <a:srgbClr val="000000"/>
                        </a:solidFill>
                        <a:effectLst/>
                        <a:latin typeface="Calibri" panose="020F0502020204030204" pitchFamily="34" charset="0"/>
                      </a:endParaRPr>
                    </a:p>
                  </a:txBody>
                  <a:tcPr marL="0" marR="0" marT="0" marB="0" vert="vert270" anchor="ctr">
                    <a:lnL w="635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9050" cap="flat" cmpd="sng" algn="ctr">
                      <a:noFill/>
                      <a:prstDash val="solid"/>
                      <a:round/>
                      <a:headEnd type="none" w="med" len="med"/>
                      <a:tailEnd type="none" w="med" len="med"/>
                    </a:lnB>
                    <a:solidFill>
                      <a:srgbClr val="FF6161"/>
                    </a:solidFill>
                  </a:tcPr>
                </a:tc>
                <a:tc grid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i="0" u="none" strike="noStrike" dirty="0">
                          <a:solidFill>
                            <a:srgbClr val="000000"/>
                          </a:solidFill>
                          <a:effectLst/>
                          <a:latin typeface="+mn-lt"/>
                        </a:rPr>
                        <a:t>Servidores BBDD de Producto</a:t>
                      </a:r>
                    </a:p>
                  </a:txBody>
                  <a:tcPr marL="9389" marR="9389" marT="9389" marB="0" anchor="ctr">
                    <a:lnL w="12700" cap="flat" cmpd="sng" algn="ctr">
                      <a:solidFill>
                        <a:sysClr val="window" lastClr="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6161"/>
                    </a:solidFill>
                  </a:tcPr>
                </a:tc>
                <a:tc hMerge="1">
                  <a:txBody>
                    <a:bodyPr/>
                    <a:lstStyle/>
                    <a:p>
                      <a:endParaRPr lang="es-ES"/>
                    </a:p>
                  </a:txBody>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RHEL 8  64 bits</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800" kern="1200" noProof="0" dirty="0">
                          <a:solidFill>
                            <a:schemeClr val="dk1"/>
                          </a:solidFill>
                          <a:effectLst/>
                          <a:latin typeface="+mn-lt"/>
                          <a:ea typeface="+mn-ea"/>
                          <a:cs typeface="+mn-cs"/>
                        </a:rPr>
                        <a:t>PRE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1</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2</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4</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0,5</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64</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32</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SAN</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Intranet</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Oracle 19c</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Clúster VMware</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N/A</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Vertical</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extLst>
                  <a:ext uri="{0D108BD9-81ED-4DB2-BD59-A6C34878D82A}">
                    <a16:rowId xmlns:a16="http://schemas.microsoft.com/office/drawing/2014/main" val="1838945697"/>
                  </a:ext>
                </a:extLst>
              </a:tr>
              <a:tr h="216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1000" b="1" i="0" u="none" strike="noStrike" kern="1200" dirty="0">
                          <a:solidFill>
                            <a:srgbClr val="000000"/>
                          </a:solidFill>
                          <a:effectLst/>
                          <a:latin typeface="+mn-lt"/>
                          <a:ea typeface="+mn-ea"/>
                          <a:cs typeface="+mn-cs"/>
                        </a:rPr>
                        <a:t>BBDD</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616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algn="ctr" defTabSz="914400" rtl="0" eaLnBrk="1" fontAlgn="ctr" latinLnBrk="0" hangingPunct="1"/>
                      <a:r>
                        <a:rPr lang="es-ES" sz="800" b="1" i="0" u="none" strike="noStrike" kern="1200" dirty="0">
                          <a:solidFill>
                            <a:srgbClr val="000000"/>
                          </a:solidFill>
                          <a:effectLst/>
                          <a:latin typeface="+mn-lt"/>
                          <a:ea typeface="+mn-ea"/>
                          <a:cs typeface="+mn-cs"/>
                        </a:rPr>
                        <a:t>Servidores BBDD de Aplicación</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616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800" b="1" i="0" u="none" strike="noStrike" kern="1200" dirty="0">
                          <a:solidFill>
                            <a:srgbClr val="000000"/>
                          </a:solidFill>
                          <a:effectLst/>
                          <a:latin typeface="+mn-lt"/>
                          <a:ea typeface="+mn-ea"/>
                          <a:cs typeface="+mn-cs"/>
                        </a:rPr>
                        <a:t>Extensión HC 2.0</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616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RHEL 8  64 bits</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800" kern="1200" noProof="0" dirty="0">
                          <a:solidFill>
                            <a:schemeClr val="dk1"/>
                          </a:solidFill>
                          <a:effectLst/>
                          <a:latin typeface="+mn-lt"/>
                          <a:ea typeface="+mn-ea"/>
                          <a:cs typeface="+mn-cs"/>
                        </a:rPr>
                        <a:t>PRE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1</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a:solidFill>
                            <a:srgbClr val="000000"/>
                          </a:solidFill>
                          <a:effectLst/>
                          <a:latin typeface="+mn-lt"/>
                        </a:rPr>
                        <a:t>2</a:t>
                      </a:r>
                      <a:endParaRPr lang="es-ES" sz="800" b="1" i="0" u="none" strike="noStrike" dirty="0">
                        <a:solidFill>
                          <a:srgbClr val="FF0000"/>
                        </a:solidFill>
                        <a:effectLst/>
                        <a:latin typeface="+mn-lt"/>
                      </a:endParaRP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4</a:t>
                      </a:r>
                      <a:endParaRPr lang="es-ES" sz="800" b="1" i="0" u="none" strike="noStrike" dirty="0">
                        <a:solidFill>
                          <a:srgbClr val="FF0000"/>
                        </a:solidFill>
                        <a:effectLst/>
                        <a:latin typeface="+mn-lt"/>
                      </a:endParaRP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500</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64</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512</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SAN</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Intranet</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Oracle 19c</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Clúster VMware</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N/A</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Vertical</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extLst>
                  <a:ext uri="{0D108BD9-81ED-4DB2-BD59-A6C34878D82A}">
                    <a16:rowId xmlns:a16="http://schemas.microsoft.com/office/drawing/2014/main" val="3557508464"/>
                  </a:ext>
                </a:extLst>
              </a:tr>
            </a:tbl>
          </a:graphicData>
        </a:graphic>
      </p:graphicFrame>
      <p:graphicFrame>
        <p:nvGraphicFramePr>
          <p:cNvPr id="20" name="Tabla 19">
            <a:extLst>
              <a:ext uri="{FF2B5EF4-FFF2-40B4-BE49-F238E27FC236}">
                <a16:creationId xmlns:a16="http://schemas.microsoft.com/office/drawing/2014/main" id="{2346E2C1-D5BA-456C-A923-4E6F04A99F9E}"/>
              </a:ext>
            </a:extLst>
          </p:cNvPr>
          <p:cNvGraphicFramePr>
            <a:graphicFrameLocks noGrp="1"/>
          </p:cNvGraphicFramePr>
          <p:nvPr>
            <p:extLst>
              <p:ext uri="{D42A27DB-BD31-4B8C-83A1-F6EECF244321}">
                <p14:modId xmlns:p14="http://schemas.microsoft.com/office/powerpoint/2010/main" val="353292644"/>
              </p:ext>
            </p:extLst>
          </p:nvPr>
        </p:nvGraphicFramePr>
        <p:xfrm>
          <a:off x="304270" y="3807780"/>
          <a:ext cx="11490684" cy="1323840"/>
        </p:xfrm>
        <a:graphic>
          <a:graphicData uri="http://schemas.openxmlformats.org/drawingml/2006/table">
            <a:tbl>
              <a:tblPr/>
              <a:tblGrid>
                <a:gridCol w="504132">
                  <a:extLst>
                    <a:ext uri="{9D8B030D-6E8A-4147-A177-3AD203B41FA5}">
                      <a16:colId xmlns:a16="http://schemas.microsoft.com/office/drawing/2014/main" val="574038759"/>
                    </a:ext>
                  </a:extLst>
                </a:gridCol>
                <a:gridCol w="898478">
                  <a:extLst>
                    <a:ext uri="{9D8B030D-6E8A-4147-A177-3AD203B41FA5}">
                      <a16:colId xmlns:a16="http://schemas.microsoft.com/office/drawing/2014/main" val="2691114785"/>
                    </a:ext>
                  </a:extLst>
                </a:gridCol>
                <a:gridCol w="872758">
                  <a:extLst>
                    <a:ext uri="{9D8B030D-6E8A-4147-A177-3AD203B41FA5}">
                      <a16:colId xmlns:a16="http://schemas.microsoft.com/office/drawing/2014/main" val="1103660764"/>
                    </a:ext>
                  </a:extLst>
                </a:gridCol>
                <a:gridCol w="912065">
                  <a:extLst>
                    <a:ext uri="{9D8B030D-6E8A-4147-A177-3AD203B41FA5}">
                      <a16:colId xmlns:a16="http://schemas.microsoft.com/office/drawing/2014/main" val="782293173"/>
                    </a:ext>
                  </a:extLst>
                </a:gridCol>
                <a:gridCol w="525780">
                  <a:extLst>
                    <a:ext uri="{9D8B030D-6E8A-4147-A177-3AD203B41FA5}">
                      <a16:colId xmlns:a16="http://schemas.microsoft.com/office/drawing/2014/main" val="2126947607"/>
                    </a:ext>
                  </a:extLst>
                </a:gridCol>
                <a:gridCol w="284630">
                  <a:extLst>
                    <a:ext uri="{9D8B030D-6E8A-4147-A177-3AD203B41FA5}">
                      <a16:colId xmlns:a16="http://schemas.microsoft.com/office/drawing/2014/main" val="3560310373"/>
                    </a:ext>
                  </a:extLst>
                </a:gridCol>
                <a:gridCol w="361506">
                  <a:extLst>
                    <a:ext uri="{9D8B030D-6E8A-4147-A177-3AD203B41FA5}">
                      <a16:colId xmlns:a16="http://schemas.microsoft.com/office/drawing/2014/main" val="8720772"/>
                    </a:ext>
                  </a:extLst>
                </a:gridCol>
                <a:gridCol w="496864">
                  <a:extLst>
                    <a:ext uri="{9D8B030D-6E8A-4147-A177-3AD203B41FA5}">
                      <a16:colId xmlns:a16="http://schemas.microsoft.com/office/drawing/2014/main" val="2758713952"/>
                    </a:ext>
                  </a:extLst>
                </a:gridCol>
                <a:gridCol w="544830">
                  <a:extLst>
                    <a:ext uri="{9D8B030D-6E8A-4147-A177-3AD203B41FA5}">
                      <a16:colId xmlns:a16="http://schemas.microsoft.com/office/drawing/2014/main" val="3428386810"/>
                    </a:ext>
                  </a:extLst>
                </a:gridCol>
                <a:gridCol w="518160">
                  <a:extLst>
                    <a:ext uri="{9D8B030D-6E8A-4147-A177-3AD203B41FA5}">
                      <a16:colId xmlns:a16="http://schemas.microsoft.com/office/drawing/2014/main" val="376323818"/>
                    </a:ext>
                  </a:extLst>
                </a:gridCol>
                <a:gridCol w="601980">
                  <a:extLst>
                    <a:ext uri="{9D8B030D-6E8A-4147-A177-3AD203B41FA5}">
                      <a16:colId xmlns:a16="http://schemas.microsoft.com/office/drawing/2014/main" val="3056961553"/>
                    </a:ext>
                  </a:extLst>
                </a:gridCol>
                <a:gridCol w="491490">
                  <a:extLst>
                    <a:ext uri="{9D8B030D-6E8A-4147-A177-3AD203B41FA5}">
                      <a16:colId xmlns:a16="http://schemas.microsoft.com/office/drawing/2014/main" val="1245174421"/>
                    </a:ext>
                  </a:extLst>
                </a:gridCol>
                <a:gridCol w="483870">
                  <a:extLst>
                    <a:ext uri="{9D8B030D-6E8A-4147-A177-3AD203B41FA5}">
                      <a16:colId xmlns:a16="http://schemas.microsoft.com/office/drawing/2014/main" val="2074411568"/>
                    </a:ext>
                  </a:extLst>
                </a:gridCol>
                <a:gridCol w="1005840">
                  <a:extLst>
                    <a:ext uri="{9D8B030D-6E8A-4147-A177-3AD203B41FA5}">
                      <a16:colId xmlns:a16="http://schemas.microsoft.com/office/drawing/2014/main" val="447258691"/>
                    </a:ext>
                  </a:extLst>
                </a:gridCol>
                <a:gridCol w="784860">
                  <a:extLst>
                    <a:ext uri="{9D8B030D-6E8A-4147-A177-3AD203B41FA5}">
                      <a16:colId xmlns:a16="http://schemas.microsoft.com/office/drawing/2014/main" val="343431148"/>
                    </a:ext>
                  </a:extLst>
                </a:gridCol>
                <a:gridCol w="575310">
                  <a:extLst>
                    <a:ext uri="{9D8B030D-6E8A-4147-A177-3AD203B41FA5}">
                      <a16:colId xmlns:a16="http://schemas.microsoft.com/office/drawing/2014/main" val="4231475544"/>
                    </a:ext>
                  </a:extLst>
                </a:gridCol>
                <a:gridCol w="982980">
                  <a:extLst>
                    <a:ext uri="{9D8B030D-6E8A-4147-A177-3AD203B41FA5}">
                      <a16:colId xmlns:a16="http://schemas.microsoft.com/office/drawing/2014/main" val="850174939"/>
                    </a:ext>
                  </a:extLst>
                </a:gridCol>
                <a:gridCol w="645151">
                  <a:extLst>
                    <a:ext uri="{9D8B030D-6E8A-4147-A177-3AD203B41FA5}">
                      <a16:colId xmlns:a16="http://schemas.microsoft.com/office/drawing/2014/main" val="1109387743"/>
                    </a:ext>
                  </a:extLst>
                </a:gridCol>
              </a:tblGrid>
              <a:tr h="216000">
                <a:tc rowSpan="6">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1000" b="1" i="0" u="none" strike="noStrike" dirty="0">
                          <a:solidFill>
                            <a:srgbClr val="000000"/>
                          </a:solidFill>
                          <a:effectLst/>
                          <a:latin typeface="+mn-lt"/>
                        </a:rPr>
                        <a:t>Motor de Procesos </a:t>
                      </a:r>
                    </a:p>
                    <a:p>
                      <a:pPr algn="ctr" rtl="0" fontAlgn="ctr"/>
                      <a:r>
                        <a:rPr lang="es-ES" sz="1000" b="1" i="0" u="none" strike="noStrike" dirty="0">
                          <a:solidFill>
                            <a:srgbClr val="000000"/>
                          </a:solidFill>
                          <a:effectLst/>
                          <a:latin typeface="+mn-lt"/>
                        </a:rPr>
                        <a:t>Appian</a:t>
                      </a:r>
                    </a:p>
                  </a:txBody>
                  <a:tcPr marL="0" marR="0" marT="0" marB="0" vert="vert270" anchor="ctr">
                    <a:lnL w="6350" cap="flat" cmpd="sng" algn="ctr">
                      <a:solidFill>
                        <a:srgbClr val="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6161"/>
                    </a:solidFill>
                  </a:tcPr>
                </a:tc>
                <a:tc grid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i="0" u="none" strike="noStrike" dirty="0">
                          <a:solidFill>
                            <a:srgbClr val="000000"/>
                          </a:solidFill>
                          <a:effectLst/>
                          <a:latin typeface="+mn-lt"/>
                        </a:rPr>
                        <a:t>Servidores WEB</a:t>
                      </a:r>
                    </a:p>
                  </a:txBody>
                  <a:tcPr marL="9389" marR="9389" marT="9389" marB="0" anchor="ctr">
                    <a:lnL w="12700" cap="flat" cmpd="sng" algn="ctr">
                      <a:solidFill>
                        <a:sysClr val="window" lastClr="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6161"/>
                    </a:solidFill>
                  </a:tcPr>
                </a:tc>
                <a:tc hMerge="1">
                  <a:txBody>
                    <a:bodyPr/>
                    <a:lstStyle/>
                    <a:p>
                      <a:endParaRPr lang="es-ES"/>
                    </a:p>
                  </a:txBody>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RHEL 8  64 bits</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PRO</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2</a:t>
                      </a:r>
                    </a:p>
                  </a:txBody>
                  <a:tcPr marL="9389" marR="9389" marT="938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8</a:t>
                      </a:r>
                    </a:p>
                  </a:txBody>
                  <a:tcPr marL="9389" marR="9389" marT="938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32</a:t>
                      </a:r>
                    </a:p>
                  </a:txBody>
                  <a:tcPr marL="9389" marR="9389" marT="938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100</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256</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N/A</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Interno</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Intranet</a:t>
                      </a:r>
                    </a:p>
                  </a:txBody>
                  <a:tcPr marL="9389" marR="9389" marT="9389"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Apache Web Server</a:t>
                      </a:r>
                    </a:p>
                  </a:txBody>
                  <a:tcPr marL="9389" marR="9389" marT="938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Activo-Activo</a:t>
                      </a:r>
                    </a:p>
                  </a:txBody>
                  <a:tcPr marL="9389" marR="9389" marT="938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HW</a:t>
                      </a:r>
                    </a:p>
                  </a:txBody>
                  <a:tcPr marL="9389" marR="9389" marT="938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Horizontal y Vertical</a:t>
                      </a:r>
                    </a:p>
                  </a:txBody>
                  <a:tcPr marL="9389" marR="9389" marT="938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 </a:t>
                      </a:r>
                      <a:r>
                        <a:rPr lang="es-ES" sz="500" b="0" i="0" u="none" strike="noStrike" dirty="0" err="1">
                          <a:solidFill>
                            <a:srgbClr val="000000"/>
                          </a:solidFill>
                          <a:effectLst/>
                          <a:latin typeface="+mn-lt"/>
                        </a:rPr>
                        <a:t>mod_jk</a:t>
                      </a:r>
                      <a:r>
                        <a:rPr lang="es-ES" sz="500" b="0" i="0" u="none" strike="noStrike" dirty="0">
                          <a:solidFill>
                            <a:srgbClr val="000000"/>
                          </a:solidFill>
                          <a:effectLst/>
                          <a:latin typeface="+mn-lt"/>
                        </a:rPr>
                        <a:t> para conectarse a Tomcat</a:t>
                      </a:r>
                    </a:p>
                  </a:txBody>
                  <a:tcPr marL="9389" marR="9389" marT="938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extLst>
                  <a:ext uri="{0D108BD9-81ED-4DB2-BD59-A6C34878D82A}">
                    <a16:rowId xmlns:a16="http://schemas.microsoft.com/office/drawing/2014/main" val="3229017773"/>
                  </a:ext>
                </a:extLst>
              </a:tr>
              <a:tr h="216000">
                <a:tc vMerge="1">
                  <a:txBody>
                    <a:bodyPr/>
                    <a:lstStyle/>
                    <a:p>
                      <a:endParaRPr lang="es-ES" dirty="0"/>
                    </a:p>
                  </a:txBody>
                  <a:tcPr marL="0" marR="0" marT="0" marB="0" vert="vert27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rgbClr val="FF6161"/>
                    </a:solidFill>
                  </a:tcPr>
                </a:tc>
                <a:tc rowSpan="2" grid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i="0" u="none" strike="noStrike" dirty="0">
                          <a:solidFill>
                            <a:srgbClr val="000000"/>
                          </a:solidFill>
                          <a:effectLst/>
                          <a:latin typeface="+mn-lt"/>
                        </a:rPr>
                        <a:t>Servidores Aplicaciones</a:t>
                      </a:r>
                      <a:endParaRPr lang="en-US" sz="800" b="1" i="0" u="none" strike="noStrike" noProof="0" dirty="0">
                        <a:solidFill>
                          <a:srgbClr val="000000"/>
                        </a:solidFill>
                        <a:effectLst/>
                        <a:latin typeface="+mn-lt"/>
                      </a:endParaRPr>
                    </a:p>
                  </a:txBody>
                  <a:tcPr marL="9389" marR="9389" marT="9389" marB="0" anchor="ctr">
                    <a:lnL w="12700" cap="flat" cmpd="sng" algn="ctr">
                      <a:solidFill>
                        <a:sysClr val="window" lastClr="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6161"/>
                    </a:solidFill>
                  </a:tcPr>
                </a:tc>
                <a:tc rowSpan="2" hMerge="1">
                  <a:txBody>
                    <a:bodyPr/>
                    <a:lstStyle/>
                    <a:p>
                      <a:endParaRPr lang="es-ES"/>
                    </a:p>
                  </a:txBody>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RHEL 8  64 bits</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PRO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16</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128</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200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512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800" kern="1200" dirty="0">
                          <a:solidFill>
                            <a:schemeClr val="dk1"/>
                          </a:solidFill>
                          <a:effectLst/>
                          <a:latin typeface="+mn-lt"/>
                          <a:ea typeface="+mn-ea"/>
                          <a:cs typeface="+mn-cs"/>
                        </a:rPr>
                        <a:t>N/A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Interno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Intranet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algn="ctr" defTabSz="914400" rtl="0" eaLnBrk="1" fontAlgn="ctr" latinLnBrk="0" hangingPunct="1"/>
                      <a:r>
                        <a:rPr lang="es-ES" sz="800" b="0" i="0" u="none" strike="noStrike" kern="1200" dirty="0">
                          <a:solidFill>
                            <a:srgbClr val="000000"/>
                          </a:solidFill>
                          <a:effectLst/>
                          <a:latin typeface="+mn-lt"/>
                          <a:ea typeface="+mn-ea"/>
                          <a:cs typeface="+mn-cs"/>
                        </a:rPr>
                        <a:t>Appian 22.1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Activo-Activo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SW</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Horizontal y Vertical</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extLst>
                  <a:ext uri="{0D108BD9-81ED-4DB2-BD59-A6C34878D82A}">
                    <a16:rowId xmlns:a16="http://schemas.microsoft.com/office/drawing/2014/main" val="504832320"/>
                  </a:ext>
                </a:extLst>
              </a:tr>
              <a:tr h="108000">
                <a:tc vMerge="1">
                  <a:txBody>
                    <a:bodyPr/>
                    <a:lstStyle/>
                    <a:p>
                      <a:endParaRPr lang="es-ES"/>
                    </a:p>
                  </a:txBody>
                  <a:tcPr/>
                </a:tc>
                <a:tc gridSpan="2" vMerge="1">
                  <a:txBody>
                    <a:bodyPr/>
                    <a:lstStyle/>
                    <a:p>
                      <a:pPr algn="ctr" rtl="0" fontAlgn="ctr"/>
                      <a:endParaRPr lang="en-US" sz="800" b="1" i="0" u="none" strike="noStrike" noProof="0" dirty="0">
                        <a:solidFill>
                          <a:srgbClr val="000000"/>
                        </a:solidFill>
                        <a:effectLst/>
                        <a:latin typeface="+mn-lt"/>
                      </a:endParaRPr>
                    </a:p>
                  </a:txBody>
                  <a:tcPr marL="9389" marR="9389" marT="938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6161"/>
                    </a:solidFill>
                  </a:tcPr>
                </a:tc>
                <a:tc hMerge="1" vMerge="1">
                  <a:txBody>
                    <a:bodyPr/>
                    <a:lstStyle/>
                    <a:p>
                      <a:endParaRPr lang="es-ES"/>
                    </a:p>
                  </a:txBody>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s-ES" sz="800" b="0" i="0" u="none" strike="noStrike" kern="1200" cap="none" spc="0" normalizeH="0" baseline="0" noProof="0" dirty="0">
                        <a:ln>
                          <a:noFill/>
                        </a:ln>
                        <a:solidFill>
                          <a:prstClr val="black"/>
                        </a:solidFill>
                        <a:effectLst/>
                        <a:uLnTx/>
                        <a:uFillTx/>
                        <a:latin typeface="Arial"/>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1000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800" kern="1200" dirty="0">
                          <a:solidFill>
                            <a:schemeClr val="dk1"/>
                          </a:solidFill>
                          <a:effectLst/>
                          <a:latin typeface="+mn-lt"/>
                          <a:ea typeface="+mn-ea"/>
                          <a:cs typeface="+mn-cs"/>
                        </a:rPr>
                        <a:t>N/A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512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NAS </a:t>
                      </a:r>
                      <a:r>
                        <a:rPr lang="es-ES" sz="800" b="1" kern="1200" dirty="0">
                          <a:solidFill>
                            <a:srgbClr val="FF0000"/>
                          </a:solidFill>
                          <a:effectLst/>
                          <a:latin typeface="+mn-lt"/>
                          <a:ea typeface="+mn-ea"/>
                          <a:cs typeface="+mn-cs"/>
                        </a:rPr>
                        <a:t>(2)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b="0" i="0" u="none" strike="noStrike" dirty="0">
                        <a:solidFill>
                          <a:srgbClr val="FF0000"/>
                        </a:solidFill>
                        <a:effectLst/>
                        <a:latin typeface="+mn-lt"/>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b="0" i="0" u="none" strike="noStrike" dirty="0">
                        <a:solidFill>
                          <a:srgbClr val="000000"/>
                        </a:solidFill>
                        <a:effectLst/>
                        <a:latin typeface="+mn-lt"/>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b="0" i="0" u="none" strike="noStrike" dirty="0">
                        <a:solidFill>
                          <a:srgbClr val="000000"/>
                        </a:solidFill>
                        <a:effectLst/>
                        <a:latin typeface="+mn-lt"/>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extLst>
                  <a:ext uri="{0D108BD9-81ED-4DB2-BD59-A6C34878D82A}">
                    <a16:rowId xmlns:a16="http://schemas.microsoft.com/office/drawing/2014/main" val="3344905158"/>
                  </a:ext>
                </a:extLst>
              </a:tr>
              <a:tr h="108000">
                <a:tc vMerge="1">
                  <a:txBody>
                    <a:bodyPr/>
                    <a:lstStyle/>
                    <a:p>
                      <a:endParaRPr lang="es-ES"/>
                    </a:p>
                  </a:txBody>
                  <a:tcPr>
                    <a:lnT w="12700" cap="flat" cmpd="sng" algn="ctr">
                      <a:solidFill>
                        <a:schemeClr val="bg1"/>
                      </a:solidFill>
                      <a:prstDash val="solid"/>
                      <a:round/>
                      <a:headEnd type="none" w="med" len="med"/>
                      <a:tailEnd type="none" w="med" len="med"/>
                    </a:lnT>
                  </a:tcPr>
                </a:tc>
                <a:tc rowSpan="2" grid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i="0" u="none" strike="noStrike" dirty="0">
                          <a:solidFill>
                            <a:srgbClr val="000000"/>
                          </a:solidFill>
                          <a:effectLst/>
                          <a:latin typeface="+mn-lt"/>
                        </a:rPr>
                        <a:t> Appian </a:t>
                      </a:r>
                      <a:r>
                        <a:rPr lang="en-US" sz="800" b="1" i="0" u="none" strike="noStrike" noProof="0" dirty="0">
                          <a:solidFill>
                            <a:srgbClr val="000000"/>
                          </a:solidFill>
                          <a:effectLst/>
                          <a:latin typeface="+mn-lt"/>
                        </a:rPr>
                        <a:t>Engines</a:t>
                      </a:r>
                    </a:p>
                  </a:txBody>
                  <a:tcPr marL="9389" marR="9389" marT="9389" marB="0" anchor="ctr">
                    <a:lnL w="12700" cap="flat" cmpd="sng" algn="ctr">
                      <a:solidFill>
                        <a:sysClr val="window" lastClr="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6161"/>
                    </a:solidFill>
                  </a:tcPr>
                </a:tc>
                <a:tc rowSpan="2" hMerge="1">
                  <a:txBody>
                    <a:bodyPr/>
                    <a:lstStyle/>
                    <a:p>
                      <a:endParaRPr lang="es-ES"/>
                    </a:p>
                  </a:txBody>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RHEL 8  64 bits</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PRO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16</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128</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endParaRPr lang="es-ES"/>
                    </a:p>
                  </a:txBody>
                  <a:tcPr/>
                </a:tc>
                <a:tc vMerge="1">
                  <a:txBody>
                    <a:bodyPr/>
                    <a:lstStyle/>
                    <a:p>
                      <a:endParaRPr lang="es-ES"/>
                    </a:p>
                  </a:txBody>
                  <a:tcPr/>
                </a:tc>
                <a:tc vMerge="1">
                  <a:txBody>
                    <a:bodyPr/>
                    <a:lstStyle/>
                    <a:p>
                      <a:pPr algn="ctr" rtl="0" fontAlgn="ctr"/>
                      <a:endParaRPr lang="es-ES" sz="800" kern="1200" dirty="0">
                        <a:solidFill>
                          <a:srgbClr val="FF0000"/>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Intranet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algn="ctr" defTabSz="914400" rtl="0" eaLnBrk="1" fontAlgn="ctr" latinLnBrk="0" hangingPunct="1"/>
                      <a:r>
                        <a:rPr lang="es-ES" sz="800" b="0" i="0" u="none" strike="noStrike" kern="1200" dirty="0">
                          <a:solidFill>
                            <a:srgbClr val="000000"/>
                          </a:solidFill>
                          <a:effectLst/>
                          <a:latin typeface="+mn-lt"/>
                          <a:ea typeface="+mn-ea"/>
                          <a:cs typeface="+mn-cs"/>
                        </a:rPr>
                        <a:t>Appian 22.1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Activo-Activo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SW</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Horizontal y Vertical</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extLst>
                  <a:ext uri="{0D108BD9-81ED-4DB2-BD59-A6C34878D82A}">
                    <a16:rowId xmlns:a16="http://schemas.microsoft.com/office/drawing/2014/main" val="3411821668"/>
                  </a:ext>
                </a:extLst>
              </a:tr>
              <a:tr h="216000">
                <a:tc vMerge="1">
                  <a:txBody>
                    <a:bodyPr/>
                    <a:lstStyle/>
                    <a:p>
                      <a:endParaRPr lang="es-ES"/>
                    </a:p>
                  </a:txBody>
                  <a:tcPr/>
                </a:tc>
                <a:tc gridSpan="2" vMerge="1">
                  <a:txBody>
                    <a:bodyPr/>
                    <a:lstStyle/>
                    <a:p>
                      <a:pPr algn="ctr" rtl="0" fontAlgn="ctr"/>
                      <a:endParaRPr lang="en-US" sz="800" b="1" i="0" u="none" strike="noStrike" noProof="0" dirty="0">
                        <a:solidFill>
                          <a:srgbClr val="000000"/>
                        </a:solidFill>
                        <a:effectLst/>
                        <a:latin typeface="+mn-lt"/>
                      </a:endParaRPr>
                    </a:p>
                  </a:txBody>
                  <a:tcPr marL="9389" marR="9389" marT="938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6161"/>
                    </a:solidFill>
                  </a:tcPr>
                </a:tc>
                <a:tc hMerge="1" vMerge="1">
                  <a:txBody>
                    <a:bodyPr/>
                    <a:lstStyle/>
                    <a:p>
                      <a:endParaRPr lang="es-ES"/>
                    </a:p>
                  </a:txBody>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s-ES" sz="800" b="0" i="0" u="none" strike="noStrike" kern="1200" cap="none" spc="0" normalizeH="0" baseline="0" noProof="0" dirty="0">
                        <a:ln>
                          <a:noFill/>
                        </a:ln>
                        <a:solidFill>
                          <a:prstClr val="black"/>
                        </a:solidFill>
                        <a:effectLst/>
                        <a:uLnTx/>
                        <a:uFillTx/>
                        <a:latin typeface="Arial"/>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200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512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800" kern="1200" dirty="0">
                          <a:solidFill>
                            <a:schemeClr val="dk1"/>
                          </a:solidFill>
                          <a:effectLst/>
                          <a:latin typeface="+mn-lt"/>
                          <a:ea typeface="+mn-ea"/>
                          <a:cs typeface="+mn-cs"/>
                        </a:rPr>
                        <a:t>N/A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Interno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b="0" i="0" u="none" strike="noStrike" dirty="0">
                        <a:solidFill>
                          <a:srgbClr val="FF0000"/>
                        </a:solidFill>
                        <a:effectLst/>
                        <a:latin typeface="+mn-lt"/>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b="0" i="0" u="none" strike="noStrike" dirty="0">
                        <a:solidFill>
                          <a:srgbClr val="000000"/>
                        </a:solidFill>
                        <a:effectLst/>
                        <a:latin typeface="+mn-lt"/>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b="0" i="0" u="none" strike="noStrike" dirty="0">
                        <a:solidFill>
                          <a:srgbClr val="000000"/>
                        </a:solidFill>
                        <a:effectLst/>
                        <a:latin typeface="+mn-lt"/>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8E8"/>
                    </a:solidFill>
                  </a:tcPr>
                </a:tc>
                <a:extLst>
                  <a:ext uri="{0D108BD9-81ED-4DB2-BD59-A6C34878D82A}">
                    <a16:rowId xmlns:a16="http://schemas.microsoft.com/office/drawing/2014/main" val="1175983776"/>
                  </a:ext>
                </a:extLst>
              </a:tr>
              <a:tr h="216000">
                <a:tc vMerge="1">
                  <a:txBody>
                    <a:bodyPr/>
                    <a:lstStyle/>
                    <a:p>
                      <a:pPr algn="ctr" rtl="0" fontAlgn="ctr"/>
                      <a:endParaRPr lang="es-ES" sz="1400" b="1" i="0" u="none" strike="noStrike" dirty="0">
                        <a:solidFill>
                          <a:srgbClr val="000000"/>
                        </a:solidFill>
                        <a:effectLst/>
                        <a:latin typeface="Calibri" panose="020F0502020204030204" pitchFamily="34" charset="0"/>
                      </a:endParaRPr>
                    </a:p>
                  </a:txBody>
                  <a:tcPr marL="0" marR="0" marT="0" marB="0" vert="vert270" anchor="ctr">
                    <a:lnL w="6350"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9050" cap="flat" cmpd="sng" algn="ctr">
                      <a:noFill/>
                      <a:prstDash val="solid"/>
                      <a:round/>
                      <a:headEnd type="none" w="med" len="med"/>
                      <a:tailEnd type="none" w="med" len="med"/>
                    </a:lnB>
                    <a:solidFill>
                      <a:srgbClr val="FF6161"/>
                    </a:solidFill>
                  </a:tcPr>
                </a:tc>
                <a:tc grid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i="0" u="none" strike="noStrike" dirty="0">
                          <a:solidFill>
                            <a:srgbClr val="000000"/>
                          </a:solidFill>
                          <a:effectLst/>
                          <a:latin typeface="+mn-lt"/>
                        </a:rPr>
                        <a:t>Servidores BBDD de Producto</a:t>
                      </a:r>
                    </a:p>
                  </a:txBody>
                  <a:tcPr marL="9389" marR="9389" marT="9389" marB="0" anchor="ctr">
                    <a:lnL w="12700" cap="flat" cmpd="sng" algn="ctr">
                      <a:solidFill>
                        <a:sysClr val="window" lastClr="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6161"/>
                    </a:solidFill>
                  </a:tcPr>
                </a:tc>
                <a:tc hMerge="1">
                  <a:txBody>
                    <a:bodyPr/>
                    <a:lstStyle/>
                    <a:p>
                      <a:endParaRPr lang="es-ES"/>
                    </a:p>
                  </a:txBody>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RHEL 8  64 bits</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PRO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1</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4</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8</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1</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64</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32</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SAN</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Intranet</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Oracle 19c</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Clúster VMware</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N/A</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Vertical</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extLst>
                  <a:ext uri="{0D108BD9-81ED-4DB2-BD59-A6C34878D82A}">
                    <a16:rowId xmlns:a16="http://schemas.microsoft.com/office/drawing/2014/main" val="1595077166"/>
                  </a:ext>
                </a:extLst>
              </a:tr>
              <a:tr h="216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1000" b="1" i="0" u="none" strike="noStrike" kern="1200" dirty="0">
                          <a:solidFill>
                            <a:srgbClr val="000000"/>
                          </a:solidFill>
                          <a:effectLst/>
                          <a:latin typeface="+mn-lt"/>
                          <a:ea typeface="+mn-ea"/>
                          <a:cs typeface="+mn-cs"/>
                        </a:rPr>
                        <a:t>BBDD</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616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algn="ctr" defTabSz="914400" rtl="0" eaLnBrk="1" fontAlgn="ctr" latinLnBrk="0" hangingPunct="1"/>
                      <a:r>
                        <a:rPr lang="es-ES" sz="800" b="1" i="0" u="none" strike="noStrike" kern="1200" dirty="0">
                          <a:solidFill>
                            <a:srgbClr val="000000"/>
                          </a:solidFill>
                          <a:effectLst/>
                          <a:latin typeface="+mn-lt"/>
                          <a:ea typeface="+mn-ea"/>
                          <a:cs typeface="+mn-cs"/>
                        </a:rPr>
                        <a:t>Servidores BBDD de Aplicación</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616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algn="ctr" defTabSz="914400" rtl="0" eaLnBrk="1" fontAlgn="ctr" latinLnBrk="0" hangingPunct="1"/>
                      <a:r>
                        <a:rPr lang="es-ES" sz="800" b="1" i="0" u="none" strike="noStrike" kern="1200" dirty="0">
                          <a:solidFill>
                            <a:srgbClr val="000000"/>
                          </a:solidFill>
                          <a:effectLst/>
                          <a:latin typeface="+mn-lt"/>
                          <a:ea typeface="+mn-ea"/>
                          <a:cs typeface="+mn-cs"/>
                        </a:rPr>
                        <a:t>Extensión HC 2.0</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616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RHEL 8  64 bits</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PRO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1</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4 </a:t>
                      </a:r>
                      <a:r>
                        <a:rPr lang="es-ES" sz="800" b="1" i="0" u="none" strike="noStrike" dirty="0">
                          <a:solidFill>
                            <a:srgbClr val="FF0000"/>
                          </a:solidFill>
                          <a:effectLst/>
                          <a:latin typeface="+mn-lt"/>
                        </a:rPr>
                        <a:t>(3)</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8 </a:t>
                      </a:r>
                      <a:r>
                        <a:rPr lang="es-ES" sz="800" b="1" i="0" u="none" strike="noStrike" dirty="0">
                          <a:solidFill>
                            <a:srgbClr val="FF0000"/>
                          </a:solidFill>
                          <a:effectLst/>
                          <a:latin typeface="+mn-lt"/>
                        </a:rPr>
                        <a:t>(3)</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500</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64</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a:solidFill>
                            <a:srgbClr val="000000"/>
                          </a:solidFill>
                          <a:effectLst/>
                          <a:latin typeface="+mn-lt"/>
                        </a:rPr>
                        <a:t>512</a:t>
                      </a:r>
                      <a:endParaRPr lang="es-ES" sz="800" b="0" i="0" u="none" strike="noStrike" dirty="0">
                        <a:solidFill>
                          <a:srgbClr val="000000"/>
                        </a:solidFill>
                        <a:effectLst/>
                        <a:latin typeface="+mn-lt"/>
                      </a:endParaRP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SAN</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Intranet</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Oracle 19c</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Clúster VMware</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N/A</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Vertical</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extLst>
                  <a:ext uri="{0D108BD9-81ED-4DB2-BD59-A6C34878D82A}">
                    <a16:rowId xmlns:a16="http://schemas.microsoft.com/office/drawing/2014/main" val="3700781428"/>
                  </a:ext>
                </a:extLst>
              </a:tr>
            </a:tbl>
          </a:graphicData>
        </a:graphic>
      </p:graphicFrame>
      <p:graphicFrame>
        <p:nvGraphicFramePr>
          <p:cNvPr id="21" name="Tabla 20">
            <a:extLst>
              <a:ext uri="{FF2B5EF4-FFF2-40B4-BE49-F238E27FC236}">
                <a16:creationId xmlns:a16="http://schemas.microsoft.com/office/drawing/2014/main" id="{B6CE0F2B-FD47-4262-AECA-8CB003F78F91}"/>
              </a:ext>
            </a:extLst>
          </p:cNvPr>
          <p:cNvGraphicFramePr>
            <a:graphicFrameLocks noGrp="1"/>
          </p:cNvGraphicFramePr>
          <p:nvPr>
            <p:extLst>
              <p:ext uri="{D42A27DB-BD31-4B8C-83A1-F6EECF244321}">
                <p14:modId xmlns:p14="http://schemas.microsoft.com/office/powerpoint/2010/main" val="4093311268"/>
              </p:ext>
            </p:extLst>
          </p:nvPr>
        </p:nvGraphicFramePr>
        <p:xfrm>
          <a:off x="313779" y="934707"/>
          <a:ext cx="11490684" cy="1435530"/>
        </p:xfrm>
        <a:graphic>
          <a:graphicData uri="http://schemas.openxmlformats.org/drawingml/2006/table">
            <a:tbl>
              <a:tblPr/>
              <a:tblGrid>
                <a:gridCol w="504132">
                  <a:extLst>
                    <a:ext uri="{9D8B030D-6E8A-4147-A177-3AD203B41FA5}">
                      <a16:colId xmlns:a16="http://schemas.microsoft.com/office/drawing/2014/main" val="20000"/>
                    </a:ext>
                  </a:extLst>
                </a:gridCol>
                <a:gridCol w="885618">
                  <a:extLst>
                    <a:ext uri="{9D8B030D-6E8A-4147-A177-3AD203B41FA5}">
                      <a16:colId xmlns:a16="http://schemas.microsoft.com/office/drawing/2014/main" val="3727174841"/>
                    </a:ext>
                  </a:extLst>
                </a:gridCol>
                <a:gridCol w="885618">
                  <a:extLst>
                    <a:ext uri="{9D8B030D-6E8A-4147-A177-3AD203B41FA5}">
                      <a16:colId xmlns:a16="http://schemas.microsoft.com/office/drawing/2014/main" val="2920054101"/>
                    </a:ext>
                  </a:extLst>
                </a:gridCol>
                <a:gridCol w="912242">
                  <a:extLst>
                    <a:ext uri="{9D8B030D-6E8A-4147-A177-3AD203B41FA5}">
                      <a16:colId xmlns:a16="http://schemas.microsoft.com/office/drawing/2014/main" val="20001"/>
                    </a:ext>
                  </a:extLst>
                </a:gridCol>
                <a:gridCol w="531628">
                  <a:extLst>
                    <a:ext uri="{9D8B030D-6E8A-4147-A177-3AD203B41FA5}">
                      <a16:colId xmlns:a16="http://schemas.microsoft.com/office/drawing/2014/main" val="20002"/>
                    </a:ext>
                  </a:extLst>
                </a:gridCol>
                <a:gridCol w="278605">
                  <a:extLst>
                    <a:ext uri="{9D8B030D-6E8A-4147-A177-3AD203B41FA5}">
                      <a16:colId xmlns:a16="http://schemas.microsoft.com/office/drawing/2014/main" val="20003"/>
                    </a:ext>
                  </a:extLst>
                </a:gridCol>
                <a:gridCol w="361506">
                  <a:extLst>
                    <a:ext uri="{9D8B030D-6E8A-4147-A177-3AD203B41FA5}">
                      <a16:colId xmlns:a16="http://schemas.microsoft.com/office/drawing/2014/main" val="20004"/>
                    </a:ext>
                  </a:extLst>
                </a:gridCol>
                <a:gridCol w="493054">
                  <a:extLst>
                    <a:ext uri="{9D8B030D-6E8A-4147-A177-3AD203B41FA5}">
                      <a16:colId xmlns:a16="http://schemas.microsoft.com/office/drawing/2014/main" val="20005"/>
                    </a:ext>
                  </a:extLst>
                </a:gridCol>
                <a:gridCol w="541020">
                  <a:extLst>
                    <a:ext uri="{9D8B030D-6E8A-4147-A177-3AD203B41FA5}">
                      <a16:colId xmlns:a16="http://schemas.microsoft.com/office/drawing/2014/main" val="344019226"/>
                    </a:ext>
                  </a:extLst>
                </a:gridCol>
                <a:gridCol w="514350">
                  <a:extLst>
                    <a:ext uri="{9D8B030D-6E8A-4147-A177-3AD203B41FA5}">
                      <a16:colId xmlns:a16="http://schemas.microsoft.com/office/drawing/2014/main" val="1751847693"/>
                    </a:ext>
                  </a:extLst>
                </a:gridCol>
                <a:gridCol w="605790">
                  <a:extLst>
                    <a:ext uri="{9D8B030D-6E8A-4147-A177-3AD203B41FA5}">
                      <a16:colId xmlns:a16="http://schemas.microsoft.com/office/drawing/2014/main" val="134153170"/>
                    </a:ext>
                  </a:extLst>
                </a:gridCol>
                <a:gridCol w="491490">
                  <a:extLst>
                    <a:ext uri="{9D8B030D-6E8A-4147-A177-3AD203B41FA5}">
                      <a16:colId xmlns:a16="http://schemas.microsoft.com/office/drawing/2014/main" val="1190099378"/>
                    </a:ext>
                  </a:extLst>
                </a:gridCol>
                <a:gridCol w="483870">
                  <a:extLst>
                    <a:ext uri="{9D8B030D-6E8A-4147-A177-3AD203B41FA5}">
                      <a16:colId xmlns:a16="http://schemas.microsoft.com/office/drawing/2014/main" val="20008"/>
                    </a:ext>
                  </a:extLst>
                </a:gridCol>
                <a:gridCol w="1009650">
                  <a:extLst>
                    <a:ext uri="{9D8B030D-6E8A-4147-A177-3AD203B41FA5}">
                      <a16:colId xmlns:a16="http://schemas.microsoft.com/office/drawing/2014/main" val="20009"/>
                    </a:ext>
                  </a:extLst>
                </a:gridCol>
                <a:gridCol w="781050">
                  <a:extLst>
                    <a:ext uri="{9D8B030D-6E8A-4147-A177-3AD203B41FA5}">
                      <a16:colId xmlns:a16="http://schemas.microsoft.com/office/drawing/2014/main" val="2225912572"/>
                    </a:ext>
                  </a:extLst>
                </a:gridCol>
                <a:gridCol w="579120">
                  <a:extLst>
                    <a:ext uri="{9D8B030D-6E8A-4147-A177-3AD203B41FA5}">
                      <a16:colId xmlns:a16="http://schemas.microsoft.com/office/drawing/2014/main" val="20010"/>
                    </a:ext>
                  </a:extLst>
                </a:gridCol>
                <a:gridCol w="979170">
                  <a:extLst>
                    <a:ext uri="{9D8B030D-6E8A-4147-A177-3AD203B41FA5}">
                      <a16:colId xmlns:a16="http://schemas.microsoft.com/office/drawing/2014/main" val="20011"/>
                    </a:ext>
                  </a:extLst>
                </a:gridCol>
                <a:gridCol w="652771">
                  <a:extLst>
                    <a:ext uri="{9D8B030D-6E8A-4147-A177-3AD203B41FA5}">
                      <a16:colId xmlns:a16="http://schemas.microsoft.com/office/drawing/2014/main" val="236679130"/>
                    </a:ext>
                  </a:extLst>
                </a:gridCol>
              </a:tblGrid>
              <a:tr h="145936">
                <a:tc rowSpan="2" gridSpan="3">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kern="1200" dirty="0">
                          <a:solidFill>
                            <a:schemeClr val="lt1"/>
                          </a:solidFill>
                          <a:effectLst/>
                          <a:latin typeface="+mn-lt"/>
                          <a:ea typeface="+mn-ea"/>
                          <a:cs typeface="+mn-cs"/>
                        </a:rPr>
                        <a:t>Infraestructura</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rowSpan="2" hMerge="1">
                  <a:txBody>
                    <a:bodyPr/>
                    <a:lstStyle/>
                    <a:p>
                      <a:endParaRPr lang="es-ES"/>
                    </a:p>
                  </a:txBody>
                  <a:tcPr/>
                </a:tc>
                <a:tc rowSpan="2" hMerge="1">
                  <a:txBody>
                    <a:bodyPr/>
                    <a:lstStyle/>
                    <a:p>
                      <a:endParaRPr lang="es-ES"/>
                    </a:p>
                  </a:txBody>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kern="1200" dirty="0">
                          <a:solidFill>
                            <a:schemeClr val="lt1"/>
                          </a:solidFill>
                          <a:effectLst/>
                          <a:latin typeface="+mn-lt"/>
                          <a:ea typeface="+mn-ea"/>
                          <a:cs typeface="+mn-cs"/>
                        </a:rPr>
                        <a:t>Sistema Operativo</a:t>
                      </a:r>
                    </a:p>
                  </a:txBody>
                  <a:tcPr marL="0" marR="0" marT="0" marB="0" anchor="ctr">
                    <a:lnL w="19050" cap="flat" cmpd="sng" algn="ctr">
                      <a:solidFill>
                        <a:srgbClr val="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kern="1200" dirty="0">
                          <a:solidFill>
                            <a:schemeClr val="lt1"/>
                          </a:solidFill>
                          <a:effectLst/>
                          <a:latin typeface="+mn-lt"/>
                          <a:ea typeface="+mn-ea"/>
                          <a:cs typeface="+mn-cs"/>
                        </a:rPr>
                        <a:t>Entorno</a:t>
                      </a: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kern="1200" dirty="0">
                          <a:solidFill>
                            <a:schemeClr val="lt1"/>
                          </a:solidFill>
                          <a:effectLst/>
                          <a:latin typeface="+mn-lt"/>
                          <a:ea typeface="+mn-ea"/>
                          <a:cs typeface="+mn-cs"/>
                        </a:rPr>
                        <a:t>Nº Serv.</a:t>
                      </a: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kern="1200" dirty="0">
                          <a:solidFill>
                            <a:schemeClr val="lt1"/>
                          </a:solidFill>
                          <a:effectLst/>
                          <a:latin typeface="+mn-lt"/>
                          <a:ea typeface="+mn-ea"/>
                          <a:cs typeface="+mn-cs"/>
                        </a:rPr>
                        <a:t>Cores/ Serv</a:t>
                      </a: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kern="1200" dirty="0" err="1">
                          <a:solidFill>
                            <a:schemeClr val="lt1"/>
                          </a:solidFill>
                          <a:effectLst/>
                          <a:latin typeface="+mn-lt"/>
                          <a:ea typeface="+mn-ea"/>
                          <a:cs typeface="+mn-cs"/>
                        </a:rPr>
                        <a:t>Mem</a:t>
                      </a:r>
                      <a:r>
                        <a:rPr lang="es-ES" sz="800" b="1" kern="1200" dirty="0">
                          <a:solidFill>
                            <a:schemeClr val="lt1"/>
                          </a:solidFill>
                          <a:effectLst/>
                          <a:latin typeface="+mn-lt"/>
                          <a:ea typeface="+mn-ea"/>
                          <a:cs typeface="+mn-cs"/>
                        </a:rPr>
                        <a:t>/ Serv (Gb)</a:t>
                      </a: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gridSpan="4">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kern="1200" dirty="0">
                          <a:solidFill>
                            <a:schemeClr val="lt1"/>
                          </a:solidFill>
                          <a:effectLst/>
                          <a:latin typeface="+mn-lt"/>
                          <a:ea typeface="+mn-ea"/>
                          <a:cs typeface="+mn-cs"/>
                        </a:rPr>
                        <a:t>Almacenamiento (Gb)</a:t>
                      </a: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hMerge="1">
                  <a:txBody>
                    <a:bodyPr/>
                    <a:lstStyle/>
                    <a:p>
                      <a:endParaRPr lang="es-ES"/>
                    </a:p>
                  </a:txBody>
                  <a:tcPr/>
                </a:tc>
                <a:tc hMerge="1">
                  <a:txBody>
                    <a:bodyPr/>
                    <a:lstStyle/>
                    <a:p>
                      <a:endParaRPr lang="es-ES"/>
                    </a:p>
                  </a:txBody>
                  <a:tcPr/>
                </a:tc>
                <a:tc hMerge="1">
                  <a:txBody>
                    <a:bodyPr/>
                    <a:lstStyle/>
                    <a:p>
                      <a:pPr algn="ctr" rtl="0" fontAlgn="ctr"/>
                      <a:endParaRPr lang="es-ES" sz="800" b="1" kern="1200" dirty="0">
                        <a:solidFill>
                          <a:schemeClr val="lt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0000"/>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kern="1200" dirty="0">
                          <a:solidFill>
                            <a:schemeClr val="lt1"/>
                          </a:solidFill>
                          <a:effectLst/>
                          <a:latin typeface="+mn-lt"/>
                          <a:ea typeface="+mn-ea"/>
                          <a:cs typeface="+mn-cs"/>
                        </a:rPr>
                        <a:t>Red</a:t>
                      </a: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kern="1200" dirty="0">
                          <a:solidFill>
                            <a:schemeClr val="lt1"/>
                          </a:solidFill>
                          <a:effectLst/>
                          <a:latin typeface="+mn-lt"/>
                          <a:ea typeface="+mn-ea"/>
                          <a:cs typeface="+mn-cs"/>
                        </a:rPr>
                        <a:t>Producto</a:t>
                      </a: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kern="1200" dirty="0">
                          <a:solidFill>
                            <a:schemeClr val="lt1"/>
                          </a:solidFill>
                          <a:effectLst/>
                          <a:latin typeface="+mn-lt"/>
                          <a:ea typeface="+mn-ea"/>
                          <a:cs typeface="+mn-cs"/>
                        </a:rPr>
                        <a:t>HA</a:t>
                      </a: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kern="1200" dirty="0">
                          <a:solidFill>
                            <a:schemeClr val="lt1"/>
                          </a:solidFill>
                          <a:effectLst/>
                          <a:latin typeface="+mn-lt"/>
                          <a:ea typeface="+mn-ea"/>
                          <a:cs typeface="+mn-cs"/>
                        </a:rPr>
                        <a:t>Balanceo</a:t>
                      </a: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kern="1200" dirty="0">
                          <a:solidFill>
                            <a:schemeClr val="lt1"/>
                          </a:solidFill>
                          <a:effectLst/>
                          <a:latin typeface="+mn-lt"/>
                          <a:ea typeface="+mn-ea"/>
                          <a:cs typeface="+mn-cs"/>
                        </a:rPr>
                        <a:t>Escalabilidad</a:t>
                      </a: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kern="1200" dirty="0">
                          <a:solidFill>
                            <a:schemeClr val="lt1"/>
                          </a:solidFill>
                          <a:effectLst/>
                          <a:latin typeface="+mn-lt"/>
                          <a:ea typeface="+mn-ea"/>
                          <a:cs typeface="+mn-cs"/>
                        </a:rPr>
                        <a:t>Otro SW</a:t>
                      </a:r>
                    </a:p>
                  </a:txBody>
                  <a:tcPr marL="0" marR="0" marT="0" marB="0" anchor="ctr">
                    <a:lnL w="12700" cap="flat" cmpd="sng" algn="ctr">
                      <a:solidFill>
                        <a:sysClr val="window" lastClr="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3843331708"/>
                  </a:ext>
                </a:extLst>
              </a:tr>
              <a:tr h="215028">
                <a:tc gridSpan="3" vMerge="1">
                  <a:txBody>
                    <a:bodyPr/>
                    <a:lstStyle/>
                    <a:p>
                      <a:pPr algn="ctr" rtl="0" fontAlgn="ctr"/>
                      <a:endParaRPr lang="es-ES" sz="800" b="1" kern="1200" dirty="0">
                        <a:solidFill>
                          <a:schemeClr val="lt1"/>
                        </a:solidFill>
                        <a:effectLst/>
                        <a:latin typeface="+mn-lt"/>
                        <a:ea typeface="+mn-ea"/>
                        <a:cs typeface="+mn-cs"/>
                      </a:endParaRP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0000"/>
                    </a:solidFill>
                  </a:tcPr>
                </a:tc>
                <a:tc hMerge="1" vMerge="1">
                  <a:txBody>
                    <a:bodyPr/>
                    <a:lstStyle/>
                    <a:p>
                      <a:pPr algn="ctr" rtl="0" fontAlgn="ctr"/>
                      <a:endParaRPr lang="es-ES" sz="800" b="1" kern="1200" dirty="0">
                        <a:solidFill>
                          <a:schemeClr val="lt1"/>
                        </a:solidFill>
                        <a:effectLst/>
                        <a:latin typeface="+mn-lt"/>
                        <a:ea typeface="+mn-ea"/>
                        <a:cs typeface="+mn-cs"/>
                      </a:endParaRP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0000"/>
                    </a:solidFill>
                  </a:tcPr>
                </a:tc>
                <a:tc hMerge="1" vMerge="1">
                  <a:txBody>
                    <a:bodyPr/>
                    <a:lstStyle/>
                    <a:p>
                      <a:endParaRPr lang="es-ES"/>
                    </a:p>
                  </a:txBody>
                  <a:tcPr/>
                </a:tc>
                <a:tc vMerge="1">
                  <a:txBody>
                    <a:bodyPr/>
                    <a:lstStyle/>
                    <a:p>
                      <a:pPr algn="ctr" rtl="0" fontAlgn="ctr"/>
                      <a:endParaRPr lang="es-ES" sz="800" b="1" kern="1200" dirty="0">
                        <a:solidFill>
                          <a:schemeClr val="lt1"/>
                        </a:solidFill>
                        <a:effectLst/>
                        <a:latin typeface="+mn-lt"/>
                        <a:ea typeface="+mn-ea"/>
                        <a:cs typeface="+mn-cs"/>
                      </a:endParaRPr>
                    </a:p>
                  </a:txBody>
                  <a:tcPr marL="0" marR="0" marT="0" marB="0" anchor="ctr">
                    <a:lnL w="190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0000"/>
                    </a:solidFill>
                  </a:tcPr>
                </a:tc>
                <a:tc vMerge="1">
                  <a:txBody>
                    <a:bodyPr/>
                    <a:lstStyle/>
                    <a:p>
                      <a:pPr algn="ctr" rtl="0" fontAlgn="ctr"/>
                      <a:endParaRPr lang="es-ES" sz="800" b="1" kern="1200" dirty="0">
                        <a:solidFill>
                          <a:schemeClr val="lt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0000"/>
                    </a:solidFill>
                  </a:tcPr>
                </a:tc>
                <a:tc vMerge="1">
                  <a:txBody>
                    <a:bodyPr/>
                    <a:lstStyle/>
                    <a:p>
                      <a:pPr algn="ctr" rtl="0" fontAlgn="ctr"/>
                      <a:endParaRPr lang="es-ES" sz="800" b="1" kern="1200" dirty="0">
                        <a:solidFill>
                          <a:schemeClr val="lt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0000"/>
                    </a:solidFill>
                  </a:tcPr>
                </a:tc>
                <a:tc vMerge="1">
                  <a:txBody>
                    <a:bodyPr/>
                    <a:lstStyle/>
                    <a:p>
                      <a:pPr algn="ctr" rtl="0" fontAlgn="ctr"/>
                      <a:endParaRPr lang="es-ES" sz="800" b="1" kern="1200" dirty="0">
                        <a:solidFill>
                          <a:schemeClr val="lt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0000"/>
                    </a:solidFill>
                  </a:tcPr>
                </a:tc>
                <a:tc vMerge="1">
                  <a:txBody>
                    <a:bodyPr/>
                    <a:lstStyle/>
                    <a:p>
                      <a:pPr algn="ctr" rtl="0" fontAlgn="ctr"/>
                      <a:endParaRPr lang="es-ES" sz="800" b="1" kern="1200" dirty="0">
                        <a:solidFill>
                          <a:schemeClr val="lt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0000"/>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kern="1200" dirty="0">
                          <a:solidFill>
                            <a:schemeClr val="lt1"/>
                          </a:solidFill>
                          <a:effectLst/>
                          <a:latin typeface="+mn-lt"/>
                          <a:ea typeface="+mn-ea"/>
                          <a:cs typeface="+mn-cs"/>
                        </a:rPr>
                        <a:t>Estimado</a:t>
                      </a: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kern="1200" dirty="0">
                          <a:solidFill>
                            <a:schemeClr val="lt1"/>
                          </a:solidFill>
                          <a:effectLst/>
                          <a:latin typeface="+mn-lt"/>
                          <a:ea typeface="+mn-ea"/>
                          <a:cs typeface="+mn-cs"/>
                        </a:rPr>
                        <a:t>Flavor</a:t>
                      </a: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kern="1200" dirty="0">
                          <a:solidFill>
                            <a:schemeClr val="lt1"/>
                          </a:solidFill>
                          <a:effectLst/>
                          <a:latin typeface="+mn-lt"/>
                          <a:ea typeface="+mn-ea"/>
                          <a:cs typeface="+mn-cs"/>
                        </a:rPr>
                        <a:t>Block Storage</a:t>
                      </a: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kern="1200" dirty="0">
                          <a:solidFill>
                            <a:schemeClr val="lt1"/>
                          </a:solidFill>
                          <a:effectLst/>
                          <a:latin typeface="+mn-lt"/>
                          <a:ea typeface="+mn-ea"/>
                          <a:cs typeface="+mn-cs"/>
                        </a:rPr>
                        <a:t>Tipo</a:t>
                      </a: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vMerge="1">
                  <a:txBody>
                    <a:bodyPr/>
                    <a:lstStyle/>
                    <a:p>
                      <a:pPr algn="ctr" rtl="0" fontAlgn="ctr"/>
                      <a:endParaRPr lang="es-ES" sz="800" b="1" kern="1200" dirty="0">
                        <a:solidFill>
                          <a:schemeClr val="lt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0000"/>
                    </a:solidFill>
                  </a:tcPr>
                </a:tc>
                <a:tc vMerge="1">
                  <a:txBody>
                    <a:bodyPr/>
                    <a:lstStyle/>
                    <a:p>
                      <a:pPr algn="ctr" rtl="0" fontAlgn="ctr"/>
                      <a:endParaRPr lang="es-ES" sz="800" b="1" kern="1200" dirty="0">
                        <a:solidFill>
                          <a:schemeClr val="lt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0000"/>
                    </a:solidFill>
                  </a:tcPr>
                </a:tc>
                <a:tc vMerge="1">
                  <a:txBody>
                    <a:bodyPr/>
                    <a:lstStyle/>
                    <a:p>
                      <a:pPr algn="ctr" rtl="0" fontAlgn="ctr"/>
                      <a:endParaRPr lang="es-ES" sz="800" b="1" kern="1200" dirty="0">
                        <a:solidFill>
                          <a:schemeClr val="lt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0000"/>
                    </a:solidFill>
                  </a:tcPr>
                </a:tc>
                <a:tc vMerge="1">
                  <a:txBody>
                    <a:bodyPr/>
                    <a:lstStyle/>
                    <a:p>
                      <a:pPr algn="ctr" rtl="0" fontAlgn="ctr"/>
                      <a:endParaRPr lang="es-ES" sz="800" b="1" kern="1200" dirty="0">
                        <a:solidFill>
                          <a:schemeClr val="lt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0000"/>
                    </a:solidFill>
                  </a:tcPr>
                </a:tc>
                <a:tc vMerge="1">
                  <a:txBody>
                    <a:bodyPr/>
                    <a:lstStyle/>
                    <a:p>
                      <a:pPr algn="ctr" rtl="0" fontAlgn="ctr"/>
                      <a:endParaRPr lang="es-ES" sz="800" b="1" kern="1200" dirty="0">
                        <a:solidFill>
                          <a:schemeClr val="lt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0000"/>
                    </a:solidFill>
                  </a:tcPr>
                </a:tc>
                <a:tc vMerge="1">
                  <a:txBody>
                    <a:bodyPr/>
                    <a:lstStyle/>
                    <a:p>
                      <a:pPr algn="ctr" rtl="0" fontAlgn="ctr"/>
                      <a:endParaRPr lang="es-ES" sz="800" b="1" kern="1200" dirty="0">
                        <a:solidFill>
                          <a:schemeClr val="lt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0000"/>
                    </a:solidFill>
                  </a:tcPr>
                </a:tc>
                <a:extLst>
                  <a:ext uri="{0D108BD9-81ED-4DB2-BD59-A6C34878D82A}">
                    <a16:rowId xmlns:a16="http://schemas.microsoft.com/office/drawing/2014/main" val="10000"/>
                  </a:ext>
                </a:extLst>
              </a:tr>
              <a:tr h="196888">
                <a:tc rowSpan="4">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1000" b="1" i="0" u="none" strike="noStrike" kern="1200" dirty="0">
                          <a:solidFill>
                            <a:srgbClr val="000000"/>
                          </a:solidFill>
                          <a:effectLst/>
                          <a:latin typeface="+mn-lt"/>
                          <a:ea typeface="+mn-ea"/>
                          <a:cs typeface="+mn-cs"/>
                        </a:rPr>
                        <a:t>Motor de</a:t>
                      </a:r>
                    </a:p>
                    <a:p>
                      <a:pPr algn="ctr" rtl="0" fontAlgn="ctr"/>
                      <a:r>
                        <a:rPr lang="es-ES" sz="1000" b="1" i="0" u="none" strike="noStrike" kern="1200" dirty="0">
                          <a:solidFill>
                            <a:srgbClr val="000000"/>
                          </a:solidFill>
                          <a:effectLst/>
                          <a:latin typeface="+mn-lt"/>
                          <a:ea typeface="+mn-ea"/>
                          <a:cs typeface="+mn-cs"/>
                        </a:rPr>
                        <a:t>Procesos</a:t>
                      </a:r>
                    </a:p>
                    <a:p>
                      <a:pPr marL="0" marR="0" lvl="0" indent="0" algn="ctr" defTabSz="914400" rtl="0" eaLnBrk="1" fontAlgn="ctr" latinLnBrk="0" hangingPunct="1">
                        <a:lnSpc>
                          <a:spcPct val="100000"/>
                        </a:lnSpc>
                        <a:spcBef>
                          <a:spcPts val="0"/>
                        </a:spcBef>
                        <a:spcAft>
                          <a:spcPts val="0"/>
                        </a:spcAft>
                        <a:buClrTx/>
                        <a:buSzTx/>
                        <a:buFontTx/>
                        <a:buNone/>
                        <a:tabLst/>
                        <a:defRPr/>
                      </a:pPr>
                      <a:r>
                        <a:rPr lang="es-ES" sz="1000" b="1" i="0" u="none" strike="noStrike" dirty="0">
                          <a:solidFill>
                            <a:srgbClr val="000000"/>
                          </a:solidFill>
                          <a:effectLst/>
                          <a:latin typeface="+mn-lt"/>
                        </a:rPr>
                        <a:t>Appian</a:t>
                      </a:r>
                    </a:p>
                  </a:txBody>
                  <a:tcPr marL="0" marR="0" marT="0" marB="0" vert="vert27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6161"/>
                    </a:solidFill>
                  </a:tcPr>
                </a:tc>
                <a:tc grid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1" i="0" u="none" strike="noStrike" dirty="0">
                          <a:solidFill>
                            <a:srgbClr val="000000"/>
                          </a:solidFill>
                          <a:effectLst/>
                          <a:latin typeface="+mn-lt"/>
                        </a:rPr>
                        <a:t>Servidores WEB</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6161"/>
                    </a:solidFill>
                  </a:tcPr>
                </a:tc>
                <a:tc hMerge="1">
                  <a:txBody>
                    <a:bodyPr/>
                    <a:lstStyle/>
                    <a:p>
                      <a:endParaRPr lang="es-ES"/>
                    </a:p>
                  </a:txBody>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RHEL 8  64 bits</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800" kern="1200" noProof="0" dirty="0">
                          <a:solidFill>
                            <a:schemeClr val="dk1"/>
                          </a:solidFill>
                          <a:effectLst/>
                          <a:latin typeface="+mn-lt"/>
                          <a:ea typeface="+mn-ea"/>
                          <a:cs typeface="+mn-cs"/>
                        </a:rPr>
                        <a:t>CERT </a:t>
                      </a:r>
                      <a:r>
                        <a:rPr kumimoji="0" lang="es-ES" sz="800" b="0" i="0" u="none" strike="noStrike" kern="1200" cap="none" spc="0" normalizeH="0" baseline="0" noProof="0" dirty="0">
                          <a:ln>
                            <a:noFill/>
                          </a:ln>
                          <a:solidFill>
                            <a:srgbClr val="FF0000"/>
                          </a:solidFill>
                          <a:effectLst/>
                          <a:uLnTx/>
                          <a:uFillTx/>
                          <a:latin typeface="Arial"/>
                          <a:ea typeface="+mn-ea"/>
                          <a:cs typeface="+mn-cs"/>
                        </a:rPr>
                        <a:t>(1)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1</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2</a:t>
                      </a:r>
                      <a:endParaRPr lang="es-ES" sz="800" b="1" i="0" u="none" strike="noStrike" dirty="0">
                        <a:solidFill>
                          <a:srgbClr val="FF0000"/>
                        </a:solidFill>
                        <a:effectLst/>
                        <a:latin typeface="+mn-lt"/>
                      </a:endParaRP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4</a:t>
                      </a:r>
                      <a:endParaRPr lang="es-ES" sz="800" b="1" i="0" u="none" strike="noStrike" dirty="0">
                        <a:solidFill>
                          <a:srgbClr val="FF0000"/>
                        </a:solidFill>
                        <a:effectLst/>
                        <a:latin typeface="+mn-lt"/>
                      </a:endParaRP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25</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64</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128</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Interno</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Intranet</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Apache Web Server</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Activo-Pasivo</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N/A</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800" b="0" i="0" u="none" strike="noStrike" dirty="0">
                          <a:solidFill>
                            <a:srgbClr val="000000"/>
                          </a:solidFill>
                          <a:effectLst/>
                          <a:latin typeface="+mn-lt"/>
                        </a:rPr>
                        <a:t>Vertical</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900" b="0" i="0" u="none" strike="noStrike" dirty="0">
                          <a:solidFill>
                            <a:srgbClr val="000000"/>
                          </a:solidFill>
                          <a:effectLst/>
                          <a:latin typeface="+mn-lt"/>
                        </a:rPr>
                        <a:t> </a:t>
                      </a:r>
                      <a:r>
                        <a:rPr lang="es-ES" sz="500" b="0" i="0" u="none" strike="noStrike" kern="1200" dirty="0" err="1">
                          <a:solidFill>
                            <a:srgbClr val="000000"/>
                          </a:solidFill>
                          <a:effectLst/>
                          <a:latin typeface="+mn-lt"/>
                          <a:ea typeface="+mn-ea"/>
                          <a:cs typeface="+mn-cs"/>
                        </a:rPr>
                        <a:t>mod_jk</a:t>
                      </a:r>
                      <a:r>
                        <a:rPr lang="es-ES" sz="500" b="0" i="0" u="none" strike="noStrike" kern="1200" dirty="0">
                          <a:solidFill>
                            <a:srgbClr val="000000"/>
                          </a:solidFill>
                          <a:effectLst/>
                          <a:latin typeface="+mn-lt"/>
                          <a:ea typeface="+mn-ea"/>
                          <a:cs typeface="+mn-cs"/>
                        </a:rPr>
                        <a:t> para conectarse a Tomcat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extLst>
                  <a:ext uri="{0D108BD9-81ED-4DB2-BD59-A6C34878D82A}">
                    <a16:rowId xmlns:a16="http://schemas.microsoft.com/office/drawing/2014/main" val="3557508464"/>
                  </a:ext>
                </a:extLst>
              </a:tr>
              <a:tr h="259180">
                <a:tc vMerge="1">
                  <a:txBody>
                    <a:bodyPr/>
                    <a:lstStyle/>
                    <a:p>
                      <a:pPr algn="ctr" rtl="0" fontAlgn="ctr"/>
                      <a:endParaRPr lang="es-ES" sz="1000" b="1" i="0" u="none" strike="noStrike" kern="1200" dirty="0">
                        <a:solidFill>
                          <a:srgbClr val="000000"/>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6161"/>
                    </a:solidFill>
                  </a:tcPr>
                </a:tc>
                <a:tc rowSpan="2" grid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800" b="1" i="0" u="none" strike="noStrike" dirty="0">
                          <a:solidFill>
                            <a:srgbClr val="000000"/>
                          </a:solidFill>
                          <a:effectLst/>
                          <a:latin typeface="+mn-lt"/>
                        </a:rPr>
                        <a:t>Servidor Stand Alone</a:t>
                      </a:r>
                    </a:p>
                    <a:p>
                      <a:pPr marL="0" marR="0" lvl="0" indent="0" algn="ctr" defTabSz="914400" rtl="0" eaLnBrk="1" fontAlgn="ctr" latinLnBrk="0" hangingPunct="1">
                        <a:lnSpc>
                          <a:spcPct val="100000"/>
                        </a:lnSpc>
                        <a:spcBef>
                          <a:spcPts val="0"/>
                        </a:spcBef>
                        <a:spcAft>
                          <a:spcPts val="0"/>
                        </a:spcAft>
                        <a:buClrTx/>
                        <a:buSzTx/>
                        <a:buFontTx/>
                        <a:buNone/>
                        <a:tabLst/>
                        <a:defRPr/>
                      </a:pPr>
                      <a:r>
                        <a:rPr lang="es-ES" sz="800" b="1" i="0" u="none" strike="noStrike" dirty="0">
                          <a:solidFill>
                            <a:srgbClr val="000000"/>
                          </a:solidFill>
                          <a:effectLst/>
                          <a:latin typeface="+mn-lt"/>
                        </a:rPr>
                        <a:t>(Servidores Aplicaciones</a:t>
                      </a:r>
                    </a:p>
                    <a:p>
                      <a:pPr marL="0" marR="0" lvl="0" indent="0" algn="ctr" defTabSz="914400" rtl="0" eaLnBrk="1" fontAlgn="ctr" latinLnBrk="0" hangingPunct="1">
                        <a:lnSpc>
                          <a:spcPct val="100000"/>
                        </a:lnSpc>
                        <a:spcBef>
                          <a:spcPts val="0"/>
                        </a:spcBef>
                        <a:spcAft>
                          <a:spcPts val="0"/>
                        </a:spcAft>
                        <a:buClrTx/>
                        <a:buSzTx/>
                        <a:buFontTx/>
                        <a:buNone/>
                        <a:tabLst/>
                        <a:defRPr/>
                      </a:pPr>
                      <a:r>
                        <a:rPr lang="es-ES" sz="800" b="1" i="0" u="none" strike="noStrike" dirty="0">
                          <a:solidFill>
                            <a:srgbClr val="000000"/>
                          </a:solidFill>
                          <a:effectLst/>
                          <a:latin typeface="+mn-lt"/>
                        </a:rPr>
                        <a:t>+ Appian </a:t>
                      </a:r>
                      <a:r>
                        <a:rPr lang="en-US" sz="800" b="1" i="0" u="none" strike="noStrike" noProof="0" dirty="0">
                          <a:solidFill>
                            <a:srgbClr val="000000"/>
                          </a:solidFill>
                          <a:effectLst/>
                          <a:latin typeface="+mn-lt"/>
                        </a:rPr>
                        <a:t>Engines)</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6161"/>
                    </a:solidFill>
                  </a:tcPr>
                </a:tc>
                <a:tc rowSpan="2" hMerge="1">
                  <a:txBody>
                    <a:bodyPr/>
                    <a:lstStyle/>
                    <a:p>
                      <a:endParaRPr lang="es-ES"/>
                    </a:p>
                  </a:txBody>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800" kern="1200" dirty="0">
                          <a:solidFill>
                            <a:schemeClr val="dk1"/>
                          </a:solidFill>
                          <a:effectLst/>
                          <a:latin typeface="+mn-lt"/>
                          <a:ea typeface="+mn-ea"/>
                          <a:cs typeface="+mn-cs"/>
                        </a:rPr>
                        <a:t>RHEL 8  64 bits</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800" kern="1200" noProof="0" dirty="0">
                          <a:solidFill>
                            <a:schemeClr val="dk1"/>
                          </a:solidFill>
                          <a:effectLst/>
                          <a:latin typeface="+mn-lt"/>
                          <a:ea typeface="+mn-ea"/>
                          <a:cs typeface="+mn-cs"/>
                        </a:rPr>
                        <a:t>CERT </a:t>
                      </a:r>
                      <a:r>
                        <a:rPr kumimoji="0" lang="es-ES" sz="800" b="0" i="0" u="none" strike="noStrike" kern="1200" cap="none" spc="0" normalizeH="0" baseline="0" noProof="0" dirty="0">
                          <a:ln>
                            <a:noFill/>
                          </a:ln>
                          <a:solidFill>
                            <a:srgbClr val="FF0000"/>
                          </a:solidFill>
                          <a:effectLst/>
                          <a:uLnTx/>
                          <a:uFillTx/>
                          <a:latin typeface="Arial"/>
                          <a:ea typeface="+mn-ea"/>
                          <a:cs typeface="+mn-cs"/>
                        </a:rPr>
                        <a:t>(1)</a:t>
                      </a:r>
                      <a:endParaRPr kumimoji="0" lang="es-ES" sz="800" b="0" i="0" u="none" strike="noStrike" kern="1200" cap="none" spc="0" normalizeH="0" baseline="0" noProof="0" dirty="0">
                        <a:ln>
                          <a:noFill/>
                        </a:ln>
                        <a:solidFill>
                          <a:prstClr val="black"/>
                        </a:solidFill>
                        <a:effectLst/>
                        <a:uLnTx/>
                        <a:uFillTx/>
                        <a:latin typeface="Arial"/>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1</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chemeClr val="tx1"/>
                          </a:solidFill>
                          <a:effectLst/>
                          <a:latin typeface="+mn-lt"/>
                        </a:rPr>
                        <a:t>8</a:t>
                      </a:r>
                      <a:endParaRPr lang="es-ES" sz="800" b="1" kern="1200" dirty="0">
                        <a:solidFill>
                          <a:srgbClr val="FF0000"/>
                        </a:solidFill>
                        <a:effectLst/>
                        <a:latin typeface="+mn-lt"/>
                        <a:ea typeface="+mn-ea"/>
                        <a:cs typeface="+mn-cs"/>
                      </a:endParaRP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chemeClr val="tx1"/>
                          </a:solidFill>
                          <a:effectLst/>
                          <a:latin typeface="+mn-lt"/>
                        </a:rPr>
                        <a:t>32</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250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N/A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256</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NAS </a:t>
                      </a:r>
                      <a:r>
                        <a:rPr lang="es-ES" sz="800" b="1" kern="1200" dirty="0">
                          <a:solidFill>
                            <a:srgbClr val="FF0000"/>
                          </a:solidFill>
                          <a:effectLst/>
                          <a:latin typeface="+mn-lt"/>
                          <a:ea typeface="+mn-ea"/>
                          <a:cs typeface="+mn-cs"/>
                        </a:rPr>
                        <a:t>(2)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rowSpan="2">
                  <a:txBody>
                    <a:bodyPr/>
                    <a:lstStyle/>
                    <a:p>
                      <a:pPr algn="ctr"/>
                      <a:r>
                        <a:rPr lang="es-ES" sz="800" kern="1200" dirty="0">
                          <a:solidFill>
                            <a:schemeClr val="dk1"/>
                          </a:solidFill>
                          <a:effectLst/>
                          <a:latin typeface="+mn-lt"/>
                          <a:ea typeface="+mn-ea"/>
                          <a:cs typeface="+mn-cs"/>
                        </a:rPr>
                        <a:t>Intranet</a:t>
                      </a:r>
                      <a:endParaRPr lang="es-ES" sz="800" b="0" kern="1200" dirty="0">
                        <a:solidFill>
                          <a:schemeClr val="tx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8E8"/>
                    </a:solidFill>
                  </a:tcPr>
                </a:tc>
                <a:tc rowSpan="2">
                  <a:txBody>
                    <a:bodyPr/>
                    <a:lstStyle/>
                    <a:p>
                      <a:pPr algn="ctr" rtl="0" fontAlgn="ctr"/>
                      <a:r>
                        <a:rPr lang="es-ES" sz="800" b="0" i="0" u="none" strike="noStrike" kern="1200" dirty="0">
                          <a:solidFill>
                            <a:srgbClr val="000000"/>
                          </a:solidFill>
                          <a:effectLst/>
                          <a:latin typeface="+mn-lt"/>
                          <a:ea typeface="+mn-ea"/>
                          <a:cs typeface="+mn-cs"/>
                        </a:rPr>
                        <a:t>Appian 22.1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8E8"/>
                    </a:solidFill>
                  </a:tcPr>
                </a:tc>
                <a:tc rowSpan="2">
                  <a:txBody>
                    <a:bodyPr/>
                    <a:lstStyle/>
                    <a:p>
                      <a:pPr algn="ctr"/>
                      <a:r>
                        <a:rPr lang="es-ES" sz="800" b="0" i="0" u="none" strike="noStrike" dirty="0">
                          <a:solidFill>
                            <a:srgbClr val="000000"/>
                          </a:solidFill>
                          <a:effectLst/>
                          <a:latin typeface="+mn-lt"/>
                        </a:rPr>
                        <a:t>Activo-Pasivo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8E8"/>
                    </a:solidFill>
                  </a:tcPr>
                </a:tc>
                <a:tc rowSpan="2">
                  <a:txBody>
                    <a:bodyPr/>
                    <a:lstStyle/>
                    <a:p>
                      <a:pPr algn="ctr"/>
                      <a:r>
                        <a:rPr lang="es-ES" sz="800" kern="1200" dirty="0">
                          <a:solidFill>
                            <a:schemeClr val="dk1"/>
                          </a:solidFill>
                          <a:effectLst/>
                          <a:latin typeface="+mn-lt"/>
                          <a:ea typeface="+mn-ea"/>
                          <a:cs typeface="+mn-cs"/>
                        </a:rPr>
                        <a:t>N/A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8E8"/>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800" b="0" i="0" u="none" strike="noStrike" dirty="0">
                          <a:solidFill>
                            <a:srgbClr val="000000"/>
                          </a:solidFill>
                          <a:effectLst/>
                          <a:latin typeface="+mn-lt"/>
                        </a:rPr>
                        <a:t>Vertical</a:t>
                      </a:r>
                    </a:p>
                    <a:p>
                      <a:pPr algn="ctr"/>
                      <a:endParaRPr lang="es-ES" sz="800" b="0" kern="1200" dirty="0">
                        <a:solidFill>
                          <a:schemeClr val="tx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8E8"/>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endParaRPr lang="es-ES" sz="800" kern="1200" dirty="0">
                        <a:solidFill>
                          <a:schemeClr val="dk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extLst>
                  <a:ext uri="{0D108BD9-81ED-4DB2-BD59-A6C34878D82A}">
                    <a16:rowId xmlns:a16="http://schemas.microsoft.com/office/drawing/2014/main" val="473667543"/>
                  </a:ext>
                </a:extLst>
              </a:tr>
              <a:tr h="111206">
                <a:tc vMerge="1">
                  <a:txBody>
                    <a:bodyPr/>
                    <a:lstStyle/>
                    <a:p>
                      <a:pPr algn="ctr" rtl="0" fontAlgn="ctr"/>
                      <a:endParaRPr lang="es-ES" sz="1000" b="1" i="0" u="none" strike="noStrike" kern="1200" dirty="0">
                        <a:solidFill>
                          <a:srgbClr val="000000"/>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noFill/>
                      <a:prstDash val="solid"/>
                      <a:round/>
                      <a:headEnd type="none" w="med" len="med"/>
                      <a:tailEnd type="none" w="med" len="med"/>
                    </a:lnB>
                    <a:solidFill>
                      <a:srgbClr val="FF6161"/>
                    </a:solidFill>
                  </a:tcPr>
                </a:tc>
                <a:tc gridSpan="2"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800" b="1" i="0" u="none" strike="noStrike" noProof="0" dirty="0">
                        <a:solidFill>
                          <a:srgbClr val="000000"/>
                        </a:solidFill>
                        <a:effectLst/>
                        <a:latin typeface="+mn-lt"/>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6161"/>
                    </a:solidFill>
                  </a:tcPr>
                </a:tc>
                <a:tc hMerge="1" vMerge="1">
                  <a:txBody>
                    <a:bodyPr/>
                    <a:lstStyle/>
                    <a:p>
                      <a:endParaRPr lang="es-ES"/>
                    </a:p>
                  </a:txBody>
                  <a:tcP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s-ES" sz="800" kern="1200" dirty="0">
                        <a:solidFill>
                          <a:schemeClr val="dk1"/>
                        </a:solidFill>
                        <a:effectLst/>
                        <a:latin typeface="+mn-lt"/>
                        <a:ea typeface="+mn-ea"/>
                        <a:cs typeface="+mn-cs"/>
                      </a:endParaRPr>
                    </a:p>
                  </a:txBody>
                  <a:tcPr marL="0" marR="0" marT="0"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8E8"/>
                    </a:solidFill>
                  </a:tcP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s-ES" sz="800" b="0" i="0" u="none" strike="noStrike" kern="1200" cap="none" spc="0" normalizeH="0" baseline="0" noProof="0" dirty="0">
                        <a:ln>
                          <a:noFill/>
                        </a:ln>
                        <a:solidFill>
                          <a:prstClr val="black"/>
                        </a:solidFill>
                        <a:effectLst/>
                        <a:uLnTx/>
                        <a:uFillTx/>
                        <a:latin typeface="Arial"/>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b="0" i="0" u="none" strike="noStrike" dirty="0">
                        <a:solidFill>
                          <a:srgbClr val="000000"/>
                        </a:solidFill>
                        <a:effectLst/>
                        <a:latin typeface="+mn-lt"/>
                      </a:endParaRP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b="0" i="0" u="none" strike="noStrike" dirty="0">
                        <a:solidFill>
                          <a:schemeClr val="tx1"/>
                        </a:solidFill>
                        <a:effectLst/>
                        <a:latin typeface="+mn-lt"/>
                      </a:endParaRP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8E8"/>
                    </a:solidFill>
                  </a:tcPr>
                </a:tc>
                <a:tc vMerge="1">
                  <a:txBody>
                    <a:bodyPr/>
                    <a:lstStyle/>
                    <a:p>
                      <a:pPr algn="ctr" rtl="0" fontAlgn="ctr"/>
                      <a:endParaRPr lang="es-ES" sz="800" b="0" i="0" u="none" strike="noStrike" dirty="0">
                        <a:solidFill>
                          <a:schemeClr val="tx1"/>
                        </a:solidFill>
                        <a:effectLst/>
                        <a:latin typeface="+mn-lt"/>
                      </a:endParaRP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kern="1200" dirty="0">
                          <a:solidFill>
                            <a:schemeClr val="tx1"/>
                          </a:solidFill>
                          <a:effectLst/>
                          <a:latin typeface="+mn-lt"/>
                          <a:ea typeface="+mn-ea"/>
                          <a:cs typeface="+mn-cs"/>
                        </a:rPr>
                        <a:t>50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s-ES" sz="800" b="0" kern="1200" dirty="0">
                          <a:solidFill>
                            <a:schemeClr val="tx1"/>
                          </a:solidFill>
                          <a:effectLst/>
                          <a:latin typeface="+mn-lt"/>
                          <a:ea typeface="+mn-ea"/>
                          <a:cs typeface="+mn-cs"/>
                        </a:rPr>
                        <a:t>256</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s-ES" sz="800" b="0" kern="1200" dirty="0">
                          <a:solidFill>
                            <a:schemeClr val="tx1"/>
                          </a:solidFill>
                          <a:effectLst/>
                          <a:latin typeface="+mn-lt"/>
                          <a:ea typeface="+mn-ea"/>
                          <a:cs typeface="+mn-cs"/>
                        </a:rPr>
                        <a:t>N/A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Interno</a:t>
                      </a:r>
                      <a:endParaRPr lang="es-ES" sz="800" b="0" kern="1200" dirty="0">
                        <a:solidFill>
                          <a:schemeClr val="tx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s-ES" sz="800" kern="1200" dirty="0">
                          <a:solidFill>
                            <a:schemeClr val="dk1"/>
                          </a:solidFill>
                          <a:effectLst/>
                          <a:latin typeface="+mn-lt"/>
                          <a:ea typeface="+mn-ea"/>
                          <a:cs typeface="+mn-cs"/>
                        </a:rPr>
                        <a:t>Intranet</a:t>
                      </a:r>
                      <a:endParaRPr lang="es-ES" sz="800" b="0" kern="1200" dirty="0">
                        <a:solidFill>
                          <a:schemeClr val="tx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kern="1200" dirty="0">
                          <a:solidFill>
                            <a:srgbClr val="000000"/>
                          </a:solidFill>
                          <a:effectLst/>
                          <a:latin typeface="+mn-lt"/>
                          <a:ea typeface="+mn-ea"/>
                          <a:cs typeface="+mn-cs"/>
                        </a:rPr>
                        <a:t>Appian 22.1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s-ES" sz="800" b="0" i="0" u="none" strike="noStrike" dirty="0">
                          <a:solidFill>
                            <a:srgbClr val="000000"/>
                          </a:solidFill>
                          <a:effectLst/>
                          <a:latin typeface="+mn-lt"/>
                        </a:rPr>
                        <a:t>Activo-Pasivo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s-ES" sz="800" kern="1200" dirty="0">
                          <a:solidFill>
                            <a:schemeClr val="dk1"/>
                          </a:solidFill>
                          <a:effectLst/>
                          <a:latin typeface="+mn-lt"/>
                          <a:ea typeface="+mn-ea"/>
                          <a:cs typeface="+mn-cs"/>
                        </a:rPr>
                        <a:t>N/A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800" b="0" i="0" u="none" strike="noStrike" dirty="0">
                          <a:solidFill>
                            <a:srgbClr val="000000"/>
                          </a:solidFill>
                          <a:effectLst/>
                          <a:latin typeface="+mn-lt"/>
                        </a:rPr>
                        <a:t>Vertical</a:t>
                      </a:r>
                    </a:p>
                    <a:p>
                      <a:pPr algn="ctr"/>
                      <a:endParaRPr lang="es-ES" sz="800" b="0" kern="1200" dirty="0">
                        <a:solidFill>
                          <a:schemeClr val="tx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vMerge="1">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endParaRPr lang="es-ES" sz="800" b="0" kern="1200" dirty="0">
                        <a:solidFill>
                          <a:schemeClr val="tx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extLst>
                  <a:ext uri="{0D108BD9-81ED-4DB2-BD59-A6C34878D82A}">
                    <a16:rowId xmlns:a16="http://schemas.microsoft.com/office/drawing/2014/main" val="3535399745"/>
                  </a:ext>
                </a:extLst>
              </a:tr>
              <a:tr h="236266">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s-ES" sz="1000" b="1" i="0" u="none" strike="noStrike" dirty="0">
                        <a:solidFill>
                          <a:srgbClr val="000000"/>
                        </a:solidFill>
                        <a:effectLst/>
                        <a:latin typeface="+mn-lt"/>
                      </a:endParaRPr>
                    </a:p>
                  </a:txBody>
                  <a:tcPr marL="0" marR="0" marT="0" marB="0" vert="vert27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6161"/>
                    </a:solidFill>
                  </a:tcPr>
                </a:tc>
                <a:tc grid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800" b="1" i="0" u="none" strike="noStrike" dirty="0">
                          <a:solidFill>
                            <a:srgbClr val="000000"/>
                          </a:solidFill>
                          <a:effectLst/>
                          <a:latin typeface="+mn-lt"/>
                        </a:rPr>
                        <a:t>Servidores BBDD </a:t>
                      </a:r>
                      <a:endParaRPr lang="en-US" sz="800" b="1" i="0" u="none" strike="noStrike" noProof="0" dirty="0">
                        <a:solidFill>
                          <a:srgbClr val="000000"/>
                        </a:solidFill>
                        <a:effectLst/>
                        <a:latin typeface="+mn-lt"/>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6161"/>
                    </a:solidFill>
                  </a:tcPr>
                </a:tc>
                <a:tc hMerge="1">
                  <a:txBody>
                    <a:bodyPr/>
                    <a:lstStyle/>
                    <a:p>
                      <a:endParaRPr lang="es-ES"/>
                    </a:p>
                  </a:txBody>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800" kern="1200" dirty="0">
                          <a:solidFill>
                            <a:schemeClr val="dk1"/>
                          </a:solidFill>
                          <a:effectLst/>
                          <a:latin typeface="+mn-lt"/>
                          <a:ea typeface="+mn-ea"/>
                          <a:cs typeface="+mn-cs"/>
                        </a:rPr>
                        <a:t>RHEL 8  64 bits</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800" kern="1200" noProof="0" dirty="0">
                          <a:solidFill>
                            <a:schemeClr val="dk1"/>
                          </a:solidFill>
                          <a:effectLst/>
                          <a:latin typeface="+mn-lt"/>
                          <a:ea typeface="+mn-ea"/>
                          <a:cs typeface="+mn-cs"/>
                        </a:rPr>
                        <a:t>CERT </a:t>
                      </a:r>
                      <a:r>
                        <a:rPr kumimoji="0" lang="es-ES" sz="800" b="0" i="0" u="none" strike="noStrike" kern="1200" cap="none" spc="0" normalizeH="0" baseline="0" noProof="0" dirty="0">
                          <a:ln>
                            <a:noFill/>
                          </a:ln>
                          <a:solidFill>
                            <a:srgbClr val="FF0000"/>
                          </a:solidFill>
                          <a:effectLst/>
                          <a:uLnTx/>
                          <a:uFillTx/>
                          <a:latin typeface="Arial"/>
                          <a:ea typeface="+mn-ea"/>
                          <a:cs typeface="+mn-cs"/>
                        </a:rPr>
                        <a:t>(1)</a:t>
                      </a:r>
                      <a:endParaRPr kumimoji="0" lang="es-ES" sz="800" b="0" i="0" u="none" strike="noStrike" kern="1200" cap="none" spc="0" normalizeH="0" baseline="0" noProof="0" dirty="0">
                        <a:ln>
                          <a:noFill/>
                        </a:ln>
                        <a:solidFill>
                          <a:prstClr val="black"/>
                        </a:solidFill>
                        <a:effectLst/>
                        <a:uLnTx/>
                        <a:uFillTx/>
                        <a:latin typeface="Arial"/>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1</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chemeClr val="tx1"/>
                          </a:solidFill>
                          <a:effectLst/>
                          <a:latin typeface="+mn-lt"/>
                        </a:rPr>
                        <a:t>2</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chemeClr val="tx1"/>
                          </a:solidFill>
                          <a:effectLst/>
                          <a:latin typeface="+mn-lt"/>
                        </a:rPr>
                        <a:t>4</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kern="1200" dirty="0">
                          <a:solidFill>
                            <a:schemeClr val="tx1"/>
                          </a:solidFill>
                          <a:effectLst/>
                          <a:latin typeface="+mn-lt"/>
                          <a:ea typeface="+mn-ea"/>
                          <a:cs typeface="+mn-cs"/>
                        </a:rPr>
                        <a:t>0,5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s-ES" sz="800" b="0" kern="1200" dirty="0">
                          <a:solidFill>
                            <a:schemeClr val="tx1"/>
                          </a:solidFill>
                          <a:effectLst/>
                          <a:latin typeface="+mn-lt"/>
                          <a:ea typeface="+mn-ea"/>
                          <a:cs typeface="+mn-cs"/>
                        </a:rPr>
                        <a:t>64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s-ES" sz="800" b="0" kern="1200" dirty="0">
                          <a:solidFill>
                            <a:schemeClr val="tx1"/>
                          </a:solidFill>
                          <a:effectLst/>
                          <a:latin typeface="+mn-lt"/>
                          <a:ea typeface="+mn-ea"/>
                          <a:cs typeface="+mn-cs"/>
                        </a:rPr>
                        <a:t>32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kern="1200" dirty="0">
                          <a:solidFill>
                            <a:schemeClr val="tx1"/>
                          </a:solidFill>
                          <a:effectLst/>
                          <a:latin typeface="+mn-lt"/>
                          <a:ea typeface="+mn-ea"/>
                          <a:cs typeface="+mn-cs"/>
                        </a:rPr>
                        <a:t>SAN</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s-ES" sz="800" b="0" kern="1200" dirty="0">
                          <a:solidFill>
                            <a:schemeClr val="tx1"/>
                          </a:solidFill>
                          <a:effectLst/>
                          <a:latin typeface="+mn-lt"/>
                          <a:ea typeface="+mn-ea"/>
                          <a:cs typeface="+mn-cs"/>
                        </a:rPr>
                        <a:t>Intranet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800" b="0" i="0" u="none" strike="noStrike" dirty="0">
                          <a:solidFill>
                            <a:srgbClr val="000000"/>
                          </a:solidFill>
                          <a:effectLst/>
                          <a:latin typeface="+mn-lt"/>
                        </a:rPr>
                        <a:t>Oracle 19c</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800" b="0" i="0" u="none" strike="noStrike" dirty="0">
                          <a:solidFill>
                            <a:srgbClr val="000000"/>
                          </a:solidFill>
                          <a:effectLst/>
                          <a:latin typeface="+mn-lt"/>
                        </a:rPr>
                        <a:t>Clúster VMware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s-ES" sz="800" b="0" kern="1200" dirty="0">
                          <a:solidFill>
                            <a:schemeClr val="tx1"/>
                          </a:solidFill>
                          <a:effectLst/>
                          <a:latin typeface="+mn-lt"/>
                          <a:ea typeface="+mn-ea"/>
                          <a:cs typeface="+mn-cs"/>
                        </a:rPr>
                        <a:t>N/A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s-ES" sz="800" b="0" i="0" u="none" strike="noStrike" dirty="0">
                          <a:solidFill>
                            <a:srgbClr val="000000"/>
                          </a:solidFill>
                          <a:effectLst/>
                          <a:latin typeface="+mn-lt"/>
                        </a:rPr>
                        <a:t>Vertical</a:t>
                      </a:r>
                      <a:endParaRPr lang="es-ES" sz="800" b="0" kern="1200" dirty="0">
                        <a:solidFill>
                          <a:schemeClr val="tx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endParaRPr lang="es-ES" sz="800" b="0" kern="1200" dirty="0">
                        <a:solidFill>
                          <a:schemeClr val="tx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extLst>
                  <a:ext uri="{0D108BD9-81ED-4DB2-BD59-A6C34878D82A}">
                    <a16:rowId xmlns:a16="http://schemas.microsoft.com/office/drawing/2014/main" val="2304858968"/>
                  </a:ext>
                </a:extLst>
              </a:tr>
              <a:tr h="236266">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1000" b="1" i="0" u="none" strike="noStrike" kern="1200" dirty="0">
                          <a:solidFill>
                            <a:srgbClr val="000000"/>
                          </a:solidFill>
                          <a:effectLst/>
                          <a:latin typeface="+mn-lt"/>
                          <a:ea typeface="+mn-ea"/>
                          <a:cs typeface="+mn-cs"/>
                        </a:rPr>
                        <a:t>BBDD</a:t>
                      </a:r>
                      <a:endParaRPr lang="es-ES" sz="1000" b="1" i="0" u="none" strike="noStrike" dirty="0">
                        <a:solidFill>
                          <a:srgbClr val="000000"/>
                        </a:solidFill>
                        <a:effectLst/>
                        <a:latin typeface="+mn-lt"/>
                      </a:endParaRP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616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800" b="1" i="0" u="none" strike="noStrike" kern="1200" dirty="0">
                          <a:solidFill>
                            <a:srgbClr val="000000"/>
                          </a:solidFill>
                          <a:effectLst/>
                          <a:latin typeface="+mn-lt"/>
                          <a:ea typeface="+mn-ea"/>
                          <a:cs typeface="+mn-cs"/>
                        </a:rPr>
                        <a:t>Servidores BBDD de Aplicación</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616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800" b="1" i="0" u="none" strike="noStrike" kern="1200" dirty="0">
                          <a:solidFill>
                            <a:srgbClr val="000000"/>
                          </a:solidFill>
                          <a:effectLst/>
                          <a:latin typeface="+mn-lt"/>
                          <a:ea typeface="+mn-ea"/>
                          <a:cs typeface="+mn-cs"/>
                        </a:rPr>
                        <a:t>Extensión HC 2.0</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616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kern="1200" dirty="0">
                          <a:solidFill>
                            <a:schemeClr val="dk1"/>
                          </a:solidFill>
                          <a:effectLst/>
                          <a:latin typeface="+mn-lt"/>
                          <a:ea typeface="+mn-ea"/>
                          <a:cs typeface="+mn-cs"/>
                        </a:rPr>
                        <a:t>RHEL 8  64 bits</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800" kern="1200" noProof="0" dirty="0">
                          <a:solidFill>
                            <a:schemeClr val="dk1"/>
                          </a:solidFill>
                          <a:effectLst/>
                          <a:latin typeface="+mn-lt"/>
                          <a:ea typeface="+mn-ea"/>
                          <a:cs typeface="+mn-cs"/>
                        </a:rPr>
                        <a:t>CERT </a:t>
                      </a:r>
                      <a:r>
                        <a:rPr kumimoji="0" lang="es-ES" sz="800" b="0" i="0" u="none" strike="noStrike" kern="1200" cap="none" spc="0" normalizeH="0" baseline="0" noProof="0" dirty="0">
                          <a:ln>
                            <a:noFill/>
                          </a:ln>
                          <a:solidFill>
                            <a:srgbClr val="FF0000"/>
                          </a:solidFill>
                          <a:effectLst/>
                          <a:uLnTx/>
                          <a:uFillTx/>
                          <a:latin typeface="Arial"/>
                          <a:ea typeface="+mn-ea"/>
                          <a:cs typeface="+mn-cs"/>
                        </a:rPr>
                        <a:t>(1)</a:t>
                      </a:r>
                      <a:endParaRPr kumimoji="0" lang="es-ES" sz="800" b="0" i="0" u="none" strike="noStrike" kern="1200" cap="none" spc="0" normalizeH="0" baseline="0" noProof="0" dirty="0">
                        <a:ln>
                          <a:noFill/>
                        </a:ln>
                        <a:solidFill>
                          <a:prstClr val="black"/>
                        </a:solidFill>
                        <a:effectLst/>
                        <a:uLnTx/>
                        <a:uFillTx/>
                        <a:latin typeface="Arial"/>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1</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1</a:t>
                      </a:r>
                      <a:endParaRPr lang="es-ES" sz="800" b="1" i="0" u="none" strike="noStrike" dirty="0">
                        <a:solidFill>
                          <a:srgbClr val="FF0000"/>
                        </a:solidFill>
                        <a:effectLst/>
                        <a:latin typeface="+mn-lt"/>
                      </a:endParaRP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2</a:t>
                      </a:r>
                      <a:endParaRPr lang="es-ES" sz="800" b="1" i="0" u="none" strike="noStrike" dirty="0">
                        <a:solidFill>
                          <a:srgbClr val="FF0000"/>
                        </a:solidFill>
                        <a:effectLst/>
                        <a:latin typeface="+mn-lt"/>
                      </a:endParaRP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500</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64</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512</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SAN</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Intranet</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Oracle 19c</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Clúster VMware</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N/A</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s-ES" sz="800" b="0" i="0" u="none" strike="noStrike" dirty="0">
                          <a:solidFill>
                            <a:srgbClr val="000000"/>
                          </a:solidFill>
                          <a:effectLst/>
                          <a:latin typeface="+mn-lt"/>
                        </a:rPr>
                        <a:t>Vertical</a:t>
                      </a:r>
                    </a:p>
                  </a:txBody>
                  <a:tcPr marL="9389" marR="9389" marT="938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endParaRPr lang="es-ES" sz="800" b="0" kern="1200" dirty="0">
                        <a:solidFill>
                          <a:schemeClr val="tx1"/>
                        </a:solidFill>
                        <a:effectLst/>
                        <a:latin typeface="+mn-lt"/>
                        <a:ea typeface="+mn-ea"/>
                        <a:cs typeface="+mn-cs"/>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E8E8"/>
                    </a:solidFill>
                  </a:tcPr>
                </a:tc>
                <a:extLst>
                  <a:ext uri="{0D108BD9-81ED-4DB2-BD59-A6C34878D82A}">
                    <a16:rowId xmlns:a16="http://schemas.microsoft.com/office/drawing/2014/main" val="4082191908"/>
                  </a:ext>
                </a:extLst>
              </a:tr>
            </a:tbl>
          </a:graphicData>
        </a:graphic>
      </p:graphicFrame>
      <p:pic>
        <p:nvPicPr>
          <p:cNvPr id="22" name="Ojo" descr="MCj04377970000[1]">
            <a:hlinkClick r:id="" action="ppaction://noaction"/>
            <a:extLst>
              <a:ext uri="{FF2B5EF4-FFF2-40B4-BE49-F238E27FC236}">
                <a16:creationId xmlns:a16="http://schemas.microsoft.com/office/drawing/2014/main" id="{FDA42919-6B94-459F-8CB5-7C891841098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73476" y="5189879"/>
            <a:ext cx="331818" cy="324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09227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2 Marcador de pie de página"/>
          <p:cNvSpPr txBox="1">
            <a:spLocks/>
          </p:cNvSpPr>
          <p:nvPr/>
        </p:nvSpPr>
        <p:spPr>
          <a:xfrm>
            <a:off x="0" y="42180"/>
            <a:ext cx="8928514" cy="442035"/>
          </a:xfrm>
          <a:prstGeom prst="rect">
            <a:avLst/>
          </a:prstGeom>
        </p:spPr>
        <p:txBody>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2400" dirty="0">
                <a:solidFill>
                  <a:srgbClr val="FF0000"/>
                </a:solidFill>
                <a:latin typeface="Gadugi" panose="020B0502040204020203" pitchFamily="34" charset="0"/>
              </a:rPr>
              <a:t>Hardware, Software y Alta Disponibilidad</a:t>
            </a:r>
          </a:p>
        </p:txBody>
      </p:sp>
      <p:sp>
        <p:nvSpPr>
          <p:cNvPr id="2" name="Rectángulo 1">
            <a:extLst>
              <a:ext uri="{FF2B5EF4-FFF2-40B4-BE49-F238E27FC236}">
                <a16:creationId xmlns:a16="http://schemas.microsoft.com/office/drawing/2014/main" id="{3F380023-6E84-4AD7-B1FB-64A83492B468}"/>
              </a:ext>
            </a:extLst>
          </p:cNvPr>
          <p:cNvSpPr/>
          <p:nvPr/>
        </p:nvSpPr>
        <p:spPr>
          <a:xfrm>
            <a:off x="489364" y="663304"/>
            <a:ext cx="11125200" cy="701731"/>
          </a:xfrm>
          <a:prstGeom prst="rect">
            <a:avLst/>
          </a:prstGeom>
        </p:spPr>
        <p:txBody>
          <a:bodyPr wrap="square">
            <a:spAutoFit/>
          </a:bodyPr>
          <a:lstStyle/>
          <a:p>
            <a:pPr defTabSz="844083"/>
            <a:endParaRPr lang="es-ES" altLang="es-ES" dirty="0">
              <a:solidFill>
                <a:schemeClr val="bg1">
                  <a:lumMod val="50000"/>
                </a:schemeClr>
              </a:solidFill>
              <a:latin typeface="Arial" charset="0"/>
              <a:cs typeface="Arial" charset="0"/>
            </a:endParaRPr>
          </a:p>
          <a:p>
            <a:pPr fontAlgn="t">
              <a:spcBef>
                <a:spcPct val="20000"/>
              </a:spcBef>
              <a:spcAft>
                <a:spcPct val="0"/>
              </a:spcAft>
              <a:defRPr/>
            </a:pPr>
            <a:endParaRPr lang="it-IT" dirty="0">
              <a:solidFill>
                <a:schemeClr val="bg1">
                  <a:lumMod val="50000"/>
                </a:schemeClr>
              </a:solidFill>
              <a:latin typeface="Arial" charset="0"/>
              <a:cs typeface="Arial" charset="0"/>
            </a:endParaRPr>
          </a:p>
        </p:txBody>
      </p:sp>
      <p:sp>
        <p:nvSpPr>
          <p:cNvPr id="11" name="Rectangle 1">
            <a:extLst>
              <a:ext uri="{FF2B5EF4-FFF2-40B4-BE49-F238E27FC236}">
                <a16:creationId xmlns:a16="http://schemas.microsoft.com/office/drawing/2014/main" id="{4511CB86-772B-4F71-84F1-1A2D4ED0C004}"/>
              </a:ext>
            </a:extLst>
          </p:cNvPr>
          <p:cNvSpPr>
            <a:spLocks noChangeArrowheads="1"/>
          </p:cNvSpPr>
          <p:nvPr/>
        </p:nvSpPr>
        <p:spPr bwMode="auto">
          <a:xfrm>
            <a:off x="2577376" y="3260294"/>
            <a:ext cx="170525" cy="341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4406" tIns="42203" rIns="84406" bIns="42203" numCol="1" anchor="ctr" anchorCtr="0" compatLnSpc="1">
            <a:prstTxWarp prst="textNoShape">
              <a:avLst/>
            </a:prstTxWarp>
            <a:spAutoFit/>
          </a:bodyPr>
          <a:lstStyle/>
          <a:p>
            <a:endParaRPr lang="es-ES" sz="1662" dirty="0"/>
          </a:p>
        </p:txBody>
      </p:sp>
      <p:sp>
        <p:nvSpPr>
          <p:cNvPr id="15" name="Rectangle 156">
            <a:extLst>
              <a:ext uri="{FF2B5EF4-FFF2-40B4-BE49-F238E27FC236}">
                <a16:creationId xmlns:a16="http://schemas.microsoft.com/office/drawing/2014/main" id="{CBDC93E5-958C-4782-9262-8EE90CDE8682}"/>
              </a:ext>
            </a:extLst>
          </p:cNvPr>
          <p:cNvSpPr>
            <a:spLocks noChangeArrowheads="1"/>
          </p:cNvSpPr>
          <p:nvPr/>
        </p:nvSpPr>
        <p:spPr bwMode="auto">
          <a:xfrm>
            <a:off x="994280" y="663304"/>
            <a:ext cx="10620284" cy="62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844083"/>
            <a:r>
              <a:rPr lang="es-ES" altLang="es-ES" sz="923" dirty="0">
                <a:solidFill>
                  <a:srgbClr val="000000"/>
                </a:solidFill>
                <a:latin typeface="Calibri" panose="020F0502020204030204" pitchFamily="34" charset="0"/>
              </a:rPr>
              <a:t> </a:t>
            </a:r>
            <a:endParaRPr lang="es-ES" altLang="es-ES" sz="1477" dirty="0">
              <a:solidFill>
                <a:srgbClr val="000000"/>
              </a:solidFill>
              <a:latin typeface="Calibri" panose="020F0502020204030204" pitchFamily="34" charset="0"/>
            </a:endParaRPr>
          </a:p>
          <a:p>
            <a:pPr lvl="0">
              <a:buClrTx/>
            </a:pPr>
            <a:r>
              <a:rPr lang="es-ES" altLang="es-ES" sz="2000" u="sng" dirty="0">
                <a:solidFill>
                  <a:srgbClr val="808080"/>
                </a:solidFill>
                <a:latin typeface="Arial"/>
              </a:rPr>
              <a:t>Almacenamiento S3</a:t>
            </a:r>
            <a:r>
              <a:rPr lang="es-ES" altLang="es-ES" sz="2000" dirty="0">
                <a:solidFill>
                  <a:srgbClr val="808080"/>
                </a:solidFill>
                <a:latin typeface="Arial"/>
              </a:rPr>
              <a:t>: </a:t>
            </a:r>
          </a:p>
          <a:p>
            <a:pPr lvl="0">
              <a:buClrTx/>
            </a:pPr>
            <a:endParaRPr lang="es-ES" altLang="es-ES" sz="1477" dirty="0">
              <a:solidFill>
                <a:srgbClr val="808080"/>
              </a:solidFill>
              <a:latin typeface="Arial"/>
            </a:endParaRPr>
          </a:p>
          <a:p>
            <a:pPr algn="l"/>
            <a:r>
              <a:rPr lang="es-ES" sz="1600" b="1" i="0" dirty="0">
                <a:solidFill>
                  <a:srgbClr val="242424"/>
                </a:solidFill>
                <a:effectLst/>
                <a:latin typeface="Segoe UI" panose="020B0502040204020203" pitchFamily="34" charset="0"/>
              </a:rPr>
              <a:t>Tipo de S3 a desplegar </a:t>
            </a:r>
            <a:r>
              <a:rPr lang="es-ES" sz="1600" b="0" i="0" dirty="0">
                <a:solidFill>
                  <a:srgbClr val="242424"/>
                </a:solidFill>
                <a:effectLst/>
                <a:latin typeface="Segoe UI" panose="020B0502040204020203" pitchFamily="34" charset="0"/>
              </a:rPr>
              <a:t>(</a:t>
            </a:r>
            <a:r>
              <a:rPr lang="es-ES" sz="1600" b="0" i="0" dirty="0" err="1">
                <a:solidFill>
                  <a:srgbClr val="242424"/>
                </a:solidFill>
                <a:effectLst/>
                <a:latin typeface="Segoe UI" panose="020B0502040204020203" pitchFamily="34" charset="0"/>
              </a:rPr>
              <a:t>Shared</a:t>
            </a:r>
            <a:r>
              <a:rPr lang="es-ES" sz="1600" b="0" i="0" dirty="0">
                <a:solidFill>
                  <a:srgbClr val="242424"/>
                </a:solidFill>
                <a:effectLst/>
                <a:latin typeface="Segoe UI" panose="020B0502040204020203" pitchFamily="34" charset="0"/>
              </a:rPr>
              <a:t> o </a:t>
            </a:r>
            <a:r>
              <a:rPr lang="es-ES" sz="1600" b="0" i="0" dirty="0" err="1">
                <a:solidFill>
                  <a:srgbClr val="242424"/>
                </a:solidFill>
                <a:effectLst/>
                <a:latin typeface="Segoe UI" panose="020B0502040204020203" pitchFamily="34" charset="0"/>
              </a:rPr>
              <a:t>Dedicated</a:t>
            </a:r>
            <a:r>
              <a:rPr lang="es-ES" sz="1600" b="0" i="0" dirty="0">
                <a:solidFill>
                  <a:srgbClr val="242424"/>
                </a:solidFill>
                <a:effectLst/>
                <a:latin typeface="Segoe UI" panose="020B0502040204020203" pitchFamily="34" charset="0"/>
              </a:rPr>
              <a:t>):  </a:t>
            </a:r>
          </a:p>
          <a:p>
            <a:pPr algn="l"/>
            <a:endParaRPr lang="es-ES" sz="1600" dirty="0">
              <a:solidFill>
                <a:srgbClr val="242424"/>
              </a:solidFill>
              <a:latin typeface="Segoe UI" panose="020B0502040204020203" pitchFamily="34" charset="0"/>
            </a:endParaRPr>
          </a:p>
          <a:p>
            <a:pPr algn="l"/>
            <a:r>
              <a:rPr lang="es-ES" sz="1600" b="0" i="0" dirty="0">
                <a:solidFill>
                  <a:srgbClr val="242424"/>
                </a:solidFill>
                <a:effectLst/>
                <a:latin typeface="Segoe UI" panose="020B0502040204020203" pitchFamily="34" charset="0"/>
              </a:rPr>
              <a:t>             -  Compartido para entornos CERT y PRE con </a:t>
            </a:r>
            <a:r>
              <a:rPr lang="es-ES" sz="1600" b="0" i="0" dirty="0" err="1">
                <a:solidFill>
                  <a:srgbClr val="242424"/>
                </a:solidFill>
                <a:effectLst/>
                <a:latin typeface="Segoe UI" panose="020B0502040204020203" pitchFamily="34" charset="0"/>
              </a:rPr>
              <a:t>Buckets</a:t>
            </a:r>
            <a:endParaRPr lang="es-ES" sz="1600" b="0" i="0" dirty="0">
              <a:solidFill>
                <a:srgbClr val="242424"/>
              </a:solidFill>
              <a:effectLst/>
              <a:latin typeface="Segoe UI" panose="020B0502040204020203" pitchFamily="34" charset="0"/>
            </a:endParaRPr>
          </a:p>
          <a:p>
            <a:pPr algn="l"/>
            <a:r>
              <a:rPr lang="es-ES" sz="1600" dirty="0">
                <a:solidFill>
                  <a:srgbClr val="242424"/>
                </a:solidFill>
                <a:latin typeface="Segoe UI" panose="020B0502040204020203" pitchFamily="34" charset="0"/>
              </a:rPr>
              <a:t>             -  Dedicado para entorno de PRO.</a:t>
            </a:r>
            <a:endParaRPr lang="es-ES" sz="1600" b="0" i="0" dirty="0">
              <a:solidFill>
                <a:srgbClr val="242424"/>
              </a:solidFill>
              <a:effectLst/>
              <a:latin typeface="Segoe UI" panose="020B0502040204020203" pitchFamily="34" charset="0"/>
            </a:endParaRPr>
          </a:p>
          <a:p>
            <a:pPr algn="l"/>
            <a:endParaRPr lang="es-ES" sz="1600" b="0" i="0" dirty="0">
              <a:solidFill>
                <a:srgbClr val="242424"/>
              </a:solidFill>
              <a:effectLst/>
              <a:latin typeface="Segoe UI" panose="020B0502040204020203" pitchFamily="34" charset="0"/>
            </a:endParaRPr>
          </a:p>
          <a:p>
            <a:pPr algn="l"/>
            <a:r>
              <a:rPr lang="en-US" sz="1600" b="1" dirty="0" err="1">
                <a:solidFill>
                  <a:srgbClr val="242424"/>
                </a:solidFill>
                <a:effectLst/>
                <a:latin typeface="Segoe UI" panose="020B0502040204020203" pitchFamily="34" charset="0"/>
              </a:rPr>
              <a:t>Compartido</a:t>
            </a:r>
            <a:r>
              <a:rPr lang="en-US" sz="1600" b="1" dirty="0">
                <a:solidFill>
                  <a:srgbClr val="242424"/>
                </a:solidFill>
                <a:effectLst/>
                <a:latin typeface="Segoe UI" panose="020B0502040204020203" pitchFamily="34" charset="0"/>
              </a:rPr>
              <a:t> (Shared Connectors)</a:t>
            </a:r>
            <a:r>
              <a:rPr lang="en-US" sz="1600" dirty="0">
                <a:solidFill>
                  <a:srgbClr val="242424"/>
                </a:solidFill>
                <a:effectLst/>
                <a:latin typeface="Segoe UI" panose="020B0502040204020203" pitchFamily="34" charset="0"/>
              </a:rPr>
              <a:t> = </a:t>
            </a:r>
            <a:r>
              <a:rPr lang="en-US" sz="1600" dirty="0">
                <a:solidFill>
                  <a:srgbClr val="000000"/>
                </a:solidFill>
                <a:effectLst/>
                <a:latin typeface="Segoe UI" panose="020B0502040204020203" pitchFamily="34" charset="0"/>
              </a:rPr>
              <a:t>Shared Infra between different clients</a:t>
            </a:r>
            <a:r>
              <a:rPr lang="en-US" sz="1600" dirty="0">
                <a:solidFill>
                  <a:srgbClr val="242424"/>
                </a:solidFill>
                <a:effectLst/>
                <a:latin typeface="Segoe UI" panose="020B0502040204020203" pitchFamily="34" charset="0"/>
              </a:rPr>
              <a:t> - </a:t>
            </a:r>
            <a:r>
              <a:rPr lang="en-US" sz="1600" dirty="0">
                <a:solidFill>
                  <a:srgbClr val="000000"/>
                </a:solidFill>
                <a:effectLst/>
                <a:latin typeface="Segoe UI" panose="020B0502040204020203" pitchFamily="34" charset="0"/>
              </a:rPr>
              <a:t>Standard Connectivity. Only for S3 Applications with Standard performance</a:t>
            </a:r>
            <a:endParaRPr lang="en-US" sz="1400" dirty="0">
              <a:solidFill>
                <a:srgbClr val="242424"/>
              </a:solidFill>
              <a:effectLst/>
              <a:latin typeface="Segoe UI" panose="020B0502040204020203" pitchFamily="34" charset="0"/>
            </a:endParaRPr>
          </a:p>
          <a:p>
            <a:pPr algn="l"/>
            <a:r>
              <a:rPr lang="en-US" sz="1600" dirty="0">
                <a:solidFill>
                  <a:srgbClr val="242424"/>
                </a:solidFill>
                <a:effectLst/>
                <a:latin typeface="Segoe UI" panose="020B0502040204020203" pitchFamily="34" charset="0"/>
              </a:rPr>
              <a:t> </a:t>
            </a:r>
            <a:r>
              <a:rPr lang="en-US" sz="1600" b="1" dirty="0" err="1">
                <a:solidFill>
                  <a:srgbClr val="242424"/>
                </a:solidFill>
                <a:effectLst/>
                <a:latin typeface="Segoe UI" panose="020B0502040204020203" pitchFamily="34" charset="0"/>
              </a:rPr>
              <a:t>Dedicado</a:t>
            </a:r>
            <a:r>
              <a:rPr lang="en-US" sz="1600" b="1" dirty="0">
                <a:solidFill>
                  <a:srgbClr val="242424"/>
                </a:solidFill>
                <a:effectLst/>
                <a:latin typeface="Segoe UI" panose="020B0502040204020203" pitchFamily="34" charset="0"/>
              </a:rPr>
              <a:t> (Dedicated Connectors) </a:t>
            </a:r>
            <a:r>
              <a:rPr lang="en-US" sz="1600" dirty="0">
                <a:solidFill>
                  <a:srgbClr val="242424"/>
                </a:solidFill>
                <a:effectLst/>
                <a:latin typeface="Segoe UI" panose="020B0502040204020203" pitchFamily="34" charset="0"/>
              </a:rPr>
              <a:t>= Exclusive Infra only for a specific client. For this type of connectivity, a previous approval (Director) is a must. It is only recommended for applications with very high performance (Only NFS).</a:t>
            </a:r>
            <a:endParaRPr lang="en-US" sz="1400" dirty="0">
              <a:solidFill>
                <a:srgbClr val="242424"/>
              </a:solidFill>
              <a:effectLst/>
              <a:latin typeface="Segoe UI" panose="020B0502040204020203" pitchFamily="34" charset="0"/>
            </a:endParaRPr>
          </a:p>
          <a:p>
            <a:pPr algn="l"/>
            <a:endParaRPr lang="es-ES" sz="1600" dirty="0">
              <a:solidFill>
                <a:srgbClr val="242424"/>
              </a:solidFill>
              <a:latin typeface="Segoe UI" panose="020B0502040204020203" pitchFamily="34" charset="0"/>
            </a:endParaRPr>
          </a:p>
          <a:p>
            <a:pPr algn="l"/>
            <a:endParaRPr lang="es-ES" sz="1600" b="0" i="0" dirty="0">
              <a:solidFill>
                <a:srgbClr val="242424"/>
              </a:solidFill>
              <a:effectLst/>
              <a:latin typeface="Segoe UI" panose="020B0502040204020203" pitchFamily="34" charset="0"/>
            </a:endParaRPr>
          </a:p>
          <a:p>
            <a:pPr algn="l"/>
            <a:r>
              <a:rPr lang="es-ES" sz="1600" b="1" i="0" dirty="0">
                <a:solidFill>
                  <a:srgbClr val="242424"/>
                </a:solidFill>
                <a:effectLst/>
                <a:latin typeface="Segoe UI" panose="020B0502040204020203" pitchFamily="34" charset="0"/>
              </a:rPr>
              <a:t>Número de S3</a:t>
            </a:r>
            <a:r>
              <a:rPr lang="es-ES" sz="1600" b="0" i="0" dirty="0">
                <a:solidFill>
                  <a:srgbClr val="242424"/>
                </a:solidFill>
                <a:effectLst/>
                <a:latin typeface="Segoe UI" panose="020B0502040204020203" pitchFamily="34" charset="0"/>
              </a:rPr>
              <a:t> : CERT, PRE y PRO</a:t>
            </a:r>
          </a:p>
          <a:p>
            <a:pPr algn="l"/>
            <a:endParaRPr lang="es-ES" sz="1600" dirty="0">
              <a:solidFill>
                <a:srgbClr val="242424"/>
              </a:solidFill>
              <a:latin typeface="Segoe UI" panose="020B0502040204020203" pitchFamily="34" charset="0"/>
            </a:endParaRPr>
          </a:p>
          <a:p>
            <a:pPr algn="l"/>
            <a:r>
              <a:rPr lang="es-ES" sz="1600" b="1" i="0" dirty="0">
                <a:solidFill>
                  <a:srgbClr val="242424"/>
                </a:solidFill>
                <a:effectLst/>
                <a:latin typeface="Segoe UI" panose="020B0502040204020203" pitchFamily="34" charset="0"/>
              </a:rPr>
              <a:t>Tamaño estándar:</a:t>
            </a:r>
          </a:p>
          <a:p>
            <a:pPr algn="l"/>
            <a:r>
              <a:rPr lang="es-ES" sz="1600" b="1" dirty="0">
                <a:solidFill>
                  <a:srgbClr val="242424"/>
                </a:solidFill>
                <a:latin typeface="Segoe UI" panose="020B0502040204020203" pitchFamily="34" charset="0"/>
              </a:rPr>
              <a:t>                 - </a:t>
            </a:r>
            <a:r>
              <a:rPr lang="es-ES" sz="1600" b="1" i="0" dirty="0">
                <a:solidFill>
                  <a:srgbClr val="242424"/>
                </a:solidFill>
                <a:effectLst/>
                <a:latin typeface="Segoe UI" panose="020B0502040204020203" pitchFamily="34" charset="0"/>
              </a:rPr>
              <a:t> </a:t>
            </a:r>
            <a:r>
              <a:rPr lang="es-ES" sz="1600" b="0" i="0" dirty="0">
                <a:solidFill>
                  <a:srgbClr val="242424"/>
                </a:solidFill>
                <a:effectLst/>
                <a:latin typeface="Segoe UI" panose="020B0502040204020203" pitchFamily="34" charset="0"/>
              </a:rPr>
              <a:t>512 MB para CERT </a:t>
            </a:r>
            <a:r>
              <a:rPr lang="es-ES" sz="1600" b="0" i="0">
                <a:solidFill>
                  <a:srgbClr val="242424"/>
                </a:solidFill>
                <a:effectLst/>
                <a:latin typeface="Segoe UI" panose="020B0502040204020203" pitchFamily="34" charset="0"/>
              </a:rPr>
              <a:t>y pre(</a:t>
            </a:r>
            <a:r>
              <a:rPr lang="es-ES" sz="1600" b="0" i="0" dirty="0">
                <a:solidFill>
                  <a:srgbClr val="242424"/>
                </a:solidFill>
                <a:effectLst/>
                <a:latin typeface="Segoe UI" panose="020B0502040204020203" pitchFamily="34" charset="0"/>
              </a:rPr>
              <a:t>compartido para ambos).</a:t>
            </a:r>
          </a:p>
          <a:p>
            <a:pPr algn="l"/>
            <a:r>
              <a:rPr lang="es-ES" sz="1600" dirty="0">
                <a:solidFill>
                  <a:srgbClr val="242424"/>
                </a:solidFill>
                <a:latin typeface="Segoe UI" panose="020B0502040204020203" pitchFamily="34" charset="0"/>
              </a:rPr>
              <a:t>                 -  1 TB para PRO.</a:t>
            </a:r>
            <a:r>
              <a:rPr lang="es-ES" sz="1600" b="0" i="0" dirty="0">
                <a:solidFill>
                  <a:srgbClr val="242424"/>
                </a:solidFill>
                <a:effectLst/>
                <a:latin typeface="Segoe UI" panose="020B0502040204020203" pitchFamily="34" charset="0"/>
              </a:rPr>
              <a:t>.</a:t>
            </a:r>
          </a:p>
          <a:p>
            <a:pPr algn="l"/>
            <a:r>
              <a:rPr lang="en-US" sz="1800" dirty="0">
                <a:solidFill>
                  <a:srgbClr val="242424"/>
                </a:solidFill>
                <a:effectLst/>
                <a:latin typeface="Segoe UI" panose="020B0502040204020203" pitchFamily="34" charset="0"/>
              </a:rPr>
              <a:t> </a:t>
            </a:r>
            <a:endParaRPr lang="es-ES" sz="1600" dirty="0">
              <a:solidFill>
                <a:srgbClr val="242424"/>
              </a:solidFill>
              <a:latin typeface="Segoe UI" panose="020B0502040204020203" pitchFamily="34" charset="0"/>
            </a:endParaRPr>
          </a:p>
          <a:p>
            <a:pPr algn="l"/>
            <a:endParaRPr lang="es-ES" sz="1600" dirty="0">
              <a:solidFill>
                <a:srgbClr val="242424"/>
              </a:solidFill>
              <a:latin typeface="Segoe UI" panose="020B0502040204020203" pitchFamily="34" charset="0"/>
            </a:endParaRPr>
          </a:p>
          <a:p>
            <a:pPr algn="l"/>
            <a:r>
              <a:rPr lang="es-ES" sz="1600" dirty="0">
                <a:solidFill>
                  <a:srgbClr val="242424"/>
                </a:solidFill>
                <a:latin typeface="Segoe UI" panose="020B0502040204020203" pitchFamily="34" charset="0"/>
              </a:rPr>
              <a:t>NOTA: Desde proyecto se indicará i</a:t>
            </a:r>
            <a:r>
              <a:rPr lang="es-ES" sz="1600" b="0" i="0" dirty="0">
                <a:solidFill>
                  <a:srgbClr val="242424"/>
                </a:solidFill>
                <a:effectLst/>
                <a:latin typeface="Segoe UI" panose="020B0502040204020203" pitchFamily="34" charset="0"/>
              </a:rPr>
              <a:t>nformación de contacto (Nombre y Apellidos, Email y User ID del responsable).</a:t>
            </a:r>
          </a:p>
          <a:p>
            <a:endParaRPr lang="es-ES" altLang="es-ES" sz="1477" dirty="0">
              <a:solidFill>
                <a:srgbClr val="000000"/>
              </a:solidFill>
              <a:latin typeface="Calibri" panose="020F0502020204030204" pitchFamily="34" charset="0"/>
            </a:endParaRPr>
          </a:p>
          <a:p>
            <a:pPr marL="263776" indent="-263776" defTabSz="844083">
              <a:buFontTx/>
              <a:buChar char="-"/>
            </a:pPr>
            <a:endParaRPr lang="es-ES" altLang="es-ES" sz="1477" dirty="0">
              <a:solidFill>
                <a:srgbClr val="000000"/>
              </a:solidFill>
              <a:latin typeface="Calibri" panose="020F0502020204030204" pitchFamily="34" charset="0"/>
            </a:endParaRPr>
          </a:p>
          <a:p>
            <a:pPr marL="263776" indent="-263776" defTabSz="844083">
              <a:buFontTx/>
              <a:buChar char="-"/>
            </a:pPr>
            <a:endParaRPr lang="es-ES" altLang="es-ES" sz="1477" dirty="0">
              <a:solidFill>
                <a:srgbClr val="000000"/>
              </a:solidFill>
              <a:latin typeface="Calibri" panose="020F0502020204030204" pitchFamily="34" charset="0"/>
            </a:endParaRPr>
          </a:p>
          <a:p>
            <a:pPr defTabSz="844083"/>
            <a:endParaRPr lang="es-ES" altLang="es-ES" sz="1477" dirty="0"/>
          </a:p>
        </p:txBody>
      </p:sp>
    </p:spTree>
    <p:extLst>
      <p:ext uri="{BB962C8B-B14F-4D97-AF65-F5344CB8AC3E}">
        <p14:creationId xmlns:p14="http://schemas.microsoft.com/office/powerpoint/2010/main" val="25500759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66EF84CC-FBE6-4927-A2EF-CB4E6E916B49}"/>
              </a:ext>
            </a:extLst>
          </p:cNvPr>
          <p:cNvSpPr txBox="1">
            <a:spLocks/>
          </p:cNvSpPr>
          <p:nvPr/>
        </p:nvSpPr>
        <p:spPr>
          <a:xfrm>
            <a:off x="722518" y="626373"/>
            <a:ext cx="5449681" cy="2852737"/>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kern="1200">
                <a:solidFill>
                  <a:schemeClr val="accent1"/>
                </a:solidFill>
                <a:latin typeface="+mj-lt"/>
                <a:ea typeface="+mj-ea"/>
                <a:cs typeface="+mj-cs"/>
              </a:defRPr>
            </a:lvl1pPr>
          </a:lstStyle>
          <a:p>
            <a:r>
              <a:rPr lang="es-ES" dirty="0">
                <a:solidFill>
                  <a:srgbClr val="EB0000"/>
                </a:solidFill>
                <a:ea typeface="Segoe UI" panose="020B0502040204020203" pitchFamily="34" charset="0"/>
                <a:cs typeface="Segoe UI" panose="020B0502040204020203" pitchFamily="34" charset="0"/>
              </a:rPr>
              <a:t>Referencias</a:t>
            </a:r>
          </a:p>
          <a:p>
            <a:endParaRPr lang="es-ES" dirty="0"/>
          </a:p>
        </p:txBody>
      </p:sp>
      <p:sp>
        <p:nvSpPr>
          <p:cNvPr id="5" name="Marcador de texto 3">
            <a:extLst>
              <a:ext uri="{FF2B5EF4-FFF2-40B4-BE49-F238E27FC236}">
                <a16:creationId xmlns:a16="http://schemas.microsoft.com/office/drawing/2014/main" id="{880C3E36-5432-4A4C-887F-1DAAFADAF1A3}"/>
              </a:ext>
            </a:extLst>
          </p:cNvPr>
          <p:cNvSpPr>
            <a:spLocks noGrp="1"/>
          </p:cNvSpPr>
          <p:nvPr>
            <p:ph type="body" sz="quarter" idx="14"/>
          </p:nvPr>
        </p:nvSpPr>
        <p:spPr>
          <a:xfrm>
            <a:off x="8945217" y="3270526"/>
            <a:ext cx="2958754" cy="2364961"/>
          </a:xfrm>
        </p:spPr>
        <p:txBody>
          <a:bodyPr>
            <a:normAutofit lnSpcReduction="10000"/>
          </a:bodyPr>
          <a:lstStyle/>
          <a:p>
            <a:r>
              <a:rPr lang="es-ES" dirty="0"/>
              <a:t>08</a:t>
            </a:r>
          </a:p>
        </p:txBody>
      </p:sp>
    </p:spTree>
    <p:extLst>
      <p:ext uri="{BB962C8B-B14F-4D97-AF65-F5344CB8AC3E}">
        <p14:creationId xmlns:p14="http://schemas.microsoft.com/office/powerpoint/2010/main" val="3911371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Group 28"/>
          <p:cNvGraphicFramePr>
            <a:graphicFrameLocks/>
          </p:cNvGraphicFramePr>
          <p:nvPr>
            <p:extLst>
              <p:ext uri="{D42A27DB-BD31-4B8C-83A1-F6EECF244321}">
                <p14:modId xmlns:p14="http://schemas.microsoft.com/office/powerpoint/2010/main" val="1385317081"/>
              </p:ext>
            </p:extLst>
          </p:nvPr>
        </p:nvGraphicFramePr>
        <p:xfrm>
          <a:off x="443354" y="1092712"/>
          <a:ext cx="11508015" cy="4453883"/>
        </p:xfrm>
        <a:graphic>
          <a:graphicData uri="http://schemas.openxmlformats.org/drawingml/2006/table">
            <a:tbl>
              <a:tblPr/>
              <a:tblGrid>
                <a:gridCol w="1319229">
                  <a:extLst>
                    <a:ext uri="{9D8B030D-6E8A-4147-A177-3AD203B41FA5}">
                      <a16:colId xmlns:a16="http://schemas.microsoft.com/office/drawing/2014/main" val="20000"/>
                    </a:ext>
                  </a:extLst>
                </a:gridCol>
                <a:gridCol w="4752517">
                  <a:extLst>
                    <a:ext uri="{9D8B030D-6E8A-4147-A177-3AD203B41FA5}">
                      <a16:colId xmlns:a16="http://schemas.microsoft.com/office/drawing/2014/main" val="20001"/>
                    </a:ext>
                  </a:extLst>
                </a:gridCol>
                <a:gridCol w="2020820">
                  <a:extLst>
                    <a:ext uri="{9D8B030D-6E8A-4147-A177-3AD203B41FA5}">
                      <a16:colId xmlns:a16="http://schemas.microsoft.com/office/drawing/2014/main" val="20002"/>
                    </a:ext>
                  </a:extLst>
                </a:gridCol>
                <a:gridCol w="3415449">
                  <a:extLst>
                    <a:ext uri="{9D8B030D-6E8A-4147-A177-3AD203B41FA5}">
                      <a16:colId xmlns:a16="http://schemas.microsoft.com/office/drawing/2014/main" val="20003"/>
                    </a:ext>
                  </a:extLst>
                </a:gridCol>
              </a:tblGrid>
              <a:tr h="243754">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en-GB" sz="1300" b="1" i="0" u="none" strike="noStrike" cap="none" normalizeH="0" baseline="0" dirty="0">
                          <a:ln>
                            <a:noFill/>
                          </a:ln>
                          <a:solidFill>
                            <a:schemeClr val="bg1"/>
                          </a:solidFill>
                          <a:effectLst/>
                          <a:latin typeface="Arial" charset="0"/>
                        </a:rPr>
                        <a:t>Ref</a:t>
                      </a:r>
                    </a:p>
                  </a:txBody>
                  <a:tcPr marL="71993" marR="71993" marT="71929" marB="719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B0000"/>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en-GB" sz="1300" b="1" i="0" u="none" strike="noStrike" kern="1200" cap="none" normalizeH="0" baseline="0" dirty="0" err="1">
                          <a:ln>
                            <a:noFill/>
                          </a:ln>
                          <a:solidFill>
                            <a:schemeClr val="bg1"/>
                          </a:solidFill>
                          <a:effectLst/>
                          <a:latin typeface="Arial" charset="0"/>
                          <a:ea typeface="+mn-ea"/>
                          <a:cs typeface="+mn-cs"/>
                        </a:rPr>
                        <a:t>Nombre</a:t>
                      </a:r>
                      <a:r>
                        <a:rPr kumimoji="0" lang="en-GB" sz="1300" b="1" i="0" u="none" strike="noStrike" kern="1200" cap="none" normalizeH="0" baseline="0" dirty="0">
                          <a:ln>
                            <a:noFill/>
                          </a:ln>
                          <a:solidFill>
                            <a:schemeClr val="bg1"/>
                          </a:solidFill>
                          <a:effectLst/>
                          <a:latin typeface="Arial" charset="0"/>
                          <a:ea typeface="+mn-ea"/>
                          <a:cs typeface="+mn-cs"/>
                        </a:rPr>
                        <a:t> y </a:t>
                      </a:r>
                      <a:r>
                        <a:rPr kumimoji="0" lang="en-GB" sz="1300" b="1" i="0" u="none" strike="noStrike" kern="1200" cap="none" normalizeH="0" baseline="0" dirty="0" err="1">
                          <a:ln>
                            <a:noFill/>
                          </a:ln>
                          <a:solidFill>
                            <a:schemeClr val="bg1"/>
                          </a:solidFill>
                          <a:effectLst/>
                          <a:latin typeface="Arial" charset="0"/>
                          <a:ea typeface="+mn-ea"/>
                          <a:cs typeface="+mn-cs"/>
                        </a:rPr>
                        <a:t>Versión</a:t>
                      </a:r>
                      <a:endParaRPr kumimoji="0" lang="en-GB" sz="1300" b="1" i="0" u="none" strike="noStrike" kern="1200" cap="none" normalizeH="0" baseline="0" dirty="0">
                        <a:ln>
                          <a:noFill/>
                        </a:ln>
                        <a:solidFill>
                          <a:schemeClr val="bg1"/>
                        </a:solidFill>
                        <a:effectLst/>
                        <a:latin typeface="Arial" charset="0"/>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B0000"/>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en-GB" sz="1300" b="1" i="0" u="none" strike="noStrike" kern="1200" cap="none" normalizeH="0" baseline="0" dirty="0" err="1">
                          <a:ln>
                            <a:noFill/>
                          </a:ln>
                          <a:solidFill>
                            <a:schemeClr val="bg1"/>
                          </a:solidFill>
                          <a:effectLst/>
                          <a:latin typeface="Arial" charset="0"/>
                          <a:ea typeface="+mn-ea"/>
                          <a:cs typeface="+mn-cs"/>
                        </a:rPr>
                        <a:t>Documento</a:t>
                      </a:r>
                      <a:endParaRPr kumimoji="0" lang="en-GB" sz="1300" b="1" i="0" u="none" strike="noStrike" kern="1200" cap="none" normalizeH="0" baseline="0" dirty="0">
                        <a:ln>
                          <a:noFill/>
                        </a:ln>
                        <a:solidFill>
                          <a:schemeClr val="bg1"/>
                        </a:solidFill>
                        <a:effectLst/>
                        <a:latin typeface="Arial" charset="0"/>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B0000"/>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en-GB" sz="1300" b="1" i="0" u="none" strike="noStrike" cap="none" normalizeH="0" baseline="0" dirty="0" err="1">
                          <a:ln>
                            <a:noFill/>
                          </a:ln>
                          <a:solidFill>
                            <a:schemeClr val="bg1"/>
                          </a:solidFill>
                          <a:effectLst/>
                          <a:latin typeface="Arial" charset="0"/>
                        </a:rPr>
                        <a:t>Departamento</a:t>
                      </a:r>
                      <a:endParaRPr kumimoji="0" lang="en-GB" sz="1300" b="1" i="0" u="none" strike="noStrike" cap="none" normalizeH="0" baseline="0" dirty="0">
                        <a:ln>
                          <a:noFill/>
                        </a:ln>
                        <a:solidFill>
                          <a:schemeClr val="bg1"/>
                        </a:solidFill>
                        <a:effectLst/>
                        <a:latin typeface="Times New Roman" pitchFamily="18" charset="0"/>
                      </a:endParaRPr>
                    </a:p>
                  </a:txBody>
                  <a:tcPr marL="71993" marR="71993" marT="71929" marB="719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B0000"/>
                    </a:solidFill>
                  </a:tcPr>
                </a:tc>
                <a:extLst>
                  <a:ext uri="{0D108BD9-81ED-4DB2-BD59-A6C34878D82A}">
                    <a16:rowId xmlns:a16="http://schemas.microsoft.com/office/drawing/2014/main" val="10000"/>
                  </a:ext>
                </a:extLst>
              </a:tr>
              <a:tr h="777746">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kumimoji="0" lang="en-US" sz="1400" b="1" i="0" u="none" strike="noStrike" kern="1200" cap="none" normalizeH="0" baseline="0" dirty="0">
                          <a:ln>
                            <a:noFill/>
                          </a:ln>
                          <a:solidFill>
                            <a:schemeClr val="tx1"/>
                          </a:solidFill>
                          <a:effectLst/>
                          <a:latin typeface="Arial" pitchFamily="34" charset="0"/>
                          <a:ea typeface="+mn-ea"/>
                          <a:cs typeface="+mn-cs"/>
                        </a:rPr>
                        <a:t>[REF-1]</a:t>
                      </a:r>
                    </a:p>
                  </a:txBody>
                  <a:tcPr marL="71993" marR="71993" marT="71929" marB="719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2400"/>
                        </a:lnSpc>
                        <a:spcBef>
                          <a:spcPct val="20000"/>
                        </a:spcBef>
                        <a:spcAft>
                          <a:spcPct val="0"/>
                        </a:spcAft>
                        <a:buClrTx/>
                        <a:buSzTx/>
                        <a:buFontTx/>
                        <a:buNone/>
                        <a:tabLst/>
                      </a:pPr>
                      <a:r>
                        <a:rPr lang="es-ES" sz="1800" b="0" i="0" u="none" strike="noStrike" kern="1200" dirty="0">
                          <a:solidFill>
                            <a:schemeClr val="tx1"/>
                          </a:solidFill>
                          <a:effectLst/>
                          <a:latin typeface="+mn-lt"/>
                          <a:ea typeface="+mn-ea"/>
                          <a:cs typeface="+mn-cs"/>
                          <a:hlinkClick r:id="rId3" tooltip="Descargar"/>
                        </a:rPr>
                        <a:t>20210410 TCA DI Tramitación - Hágase Cliente Santander España ES V.5.2.pptx</a:t>
                      </a:r>
                      <a:endParaRPr kumimoji="0" lang="en-US" sz="1400" b="0" i="0" u="none" strike="noStrike" kern="1200" cap="none" normalizeH="0" baseline="0" dirty="0">
                        <a:ln>
                          <a:noFill/>
                        </a:ln>
                        <a:solidFill>
                          <a:schemeClr val="tx1"/>
                        </a:solidFill>
                        <a:effectLst/>
                        <a:latin typeface="Arial cuerpo"/>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endParaRPr kumimoji="0" lang="en-US" sz="1400" b="1" i="0" u="none" strike="noStrike" kern="1200" cap="none" normalizeH="0" baseline="0" dirty="0">
                        <a:ln>
                          <a:noFill/>
                        </a:ln>
                        <a:solidFill>
                          <a:schemeClr val="tx1"/>
                        </a:solidFill>
                        <a:effectLst/>
                        <a:latin typeface="Arial" pitchFamily="34" charset="0"/>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r>
                        <a:rPr lang="es-ES" sz="1800" kern="1200" dirty="0">
                          <a:solidFill>
                            <a:schemeClr val="tx1"/>
                          </a:solidFill>
                          <a:effectLst/>
                          <a:latin typeface="+mn-lt"/>
                          <a:ea typeface="+mn-ea"/>
                          <a:cs typeface="+mn-cs"/>
                        </a:rPr>
                        <a:t>Santander T&amp;O</a:t>
                      </a:r>
                    </a:p>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r>
                        <a:rPr lang="es-ES_tradnl" sz="1800" kern="1200" dirty="0">
                          <a:solidFill>
                            <a:schemeClr val="tx1"/>
                          </a:solidFill>
                          <a:effectLst/>
                          <a:latin typeface="+mn-lt"/>
                          <a:ea typeface="+mn-ea"/>
                          <a:cs typeface="+mn-cs"/>
                        </a:rPr>
                        <a:t>Arquitectura de Dominios</a:t>
                      </a:r>
                    </a:p>
                    <a:p>
                      <a:pPr marL="0" marR="0" lvl="0" indent="0" algn="l" defTabSz="914400" rtl="0" eaLnBrk="1" fontAlgn="base" latinLnBrk="0" hangingPunct="1">
                        <a:lnSpc>
                          <a:spcPts val="2400"/>
                        </a:lnSpc>
                        <a:spcBef>
                          <a:spcPct val="20000"/>
                        </a:spcBef>
                        <a:spcAft>
                          <a:spcPct val="0"/>
                        </a:spcAft>
                        <a:buClrTx/>
                        <a:buSzTx/>
                        <a:buFontTx/>
                        <a:buNone/>
                        <a:tabLst/>
                        <a:defRPr/>
                      </a:pPr>
                      <a:endParaRPr lang="es-ES" sz="1800" kern="1200" dirty="0">
                        <a:solidFill>
                          <a:schemeClr val="tx1"/>
                        </a:solidFill>
                        <a:effectLst/>
                        <a:latin typeface="+mn-lt"/>
                        <a:ea typeface="+mn-ea"/>
                        <a:cs typeface="+mn-cs"/>
                      </a:endParaRPr>
                    </a:p>
                  </a:txBody>
                  <a:tcPr marL="71993" marR="71993" marT="71929" marB="719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59297">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kumimoji="0" lang="en-US" sz="1400" b="1" i="0" u="none" strike="noStrike" kern="1200" cap="none" normalizeH="0" baseline="0" dirty="0">
                          <a:ln>
                            <a:noFill/>
                          </a:ln>
                          <a:solidFill>
                            <a:schemeClr val="tx1"/>
                          </a:solidFill>
                          <a:effectLst/>
                          <a:latin typeface="Arial" pitchFamily="34" charset="0"/>
                          <a:ea typeface="+mn-ea"/>
                          <a:cs typeface="+mn-cs"/>
                        </a:rPr>
                        <a:t>[REF-2]</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2400"/>
                        </a:lnSpc>
                        <a:spcBef>
                          <a:spcPct val="20000"/>
                        </a:spcBef>
                        <a:spcAft>
                          <a:spcPct val="0"/>
                        </a:spcAft>
                        <a:buClrTx/>
                        <a:buSzTx/>
                        <a:buFontTx/>
                        <a:buNone/>
                        <a:tabLst/>
                        <a:defRPr/>
                      </a:pPr>
                      <a:r>
                        <a:rPr lang="es-ES" sz="1800" b="0" i="0" u="sng" kern="1200" dirty="0">
                          <a:solidFill>
                            <a:schemeClr val="tx1"/>
                          </a:solidFill>
                          <a:effectLst/>
                          <a:latin typeface="+mn-lt"/>
                          <a:ea typeface="+mn-ea"/>
                          <a:cs typeface="+mn-cs"/>
                          <a:hlinkClick r:id="rId4" tooltip="Descargar"/>
                        </a:rPr>
                        <a:t>20210410 ASW IMACC-DT-</a:t>
                      </a:r>
                      <a:r>
                        <a:rPr lang="es-ES" sz="1800" b="0" i="0" u="sng" kern="1200" dirty="0" err="1">
                          <a:solidFill>
                            <a:schemeClr val="tx1"/>
                          </a:solidFill>
                          <a:effectLst/>
                          <a:latin typeface="+mn-lt"/>
                          <a:ea typeface="+mn-ea"/>
                          <a:cs typeface="+mn-cs"/>
                          <a:hlinkClick r:id="rId4" tooltip="Descargar"/>
                        </a:rPr>
                        <a:t>Supernet</a:t>
                      </a:r>
                      <a:r>
                        <a:rPr lang="es-ES" sz="1800" b="0" i="0" u="sng" kern="1200" dirty="0">
                          <a:solidFill>
                            <a:schemeClr val="tx1"/>
                          </a:solidFill>
                          <a:effectLst/>
                          <a:latin typeface="+mn-lt"/>
                          <a:ea typeface="+mn-ea"/>
                          <a:cs typeface="+mn-cs"/>
                          <a:hlinkClick r:id="rId4" tooltip="Descargar"/>
                        </a:rPr>
                        <a:t> - Tramitación Hágase Cliente-V4.3.pptx</a:t>
                      </a:r>
                      <a:endParaRPr kumimoji="0" lang="en-US" sz="1400" b="1" i="0" u="none" strike="noStrike" kern="1200" cap="none" normalizeH="0" baseline="0" dirty="0">
                        <a:ln>
                          <a:noFill/>
                        </a:ln>
                        <a:solidFill>
                          <a:schemeClr val="tx1"/>
                        </a:solidFill>
                        <a:effectLst/>
                        <a:latin typeface="Arial" pitchFamily="34" charset="0"/>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defRPr/>
                      </a:pPr>
                      <a:endParaRPr kumimoji="0" lang="en-US" sz="1400" b="1" i="0" u="none" strike="noStrike" kern="1200" cap="none" normalizeH="0" baseline="0" noProof="0" dirty="0">
                        <a:ln>
                          <a:noFill/>
                        </a:ln>
                        <a:solidFill>
                          <a:schemeClr val="tx1"/>
                        </a:solidFill>
                        <a:effectLst/>
                        <a:latin typeface="Arial" pitchFamily="34" charset="0"/>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r>
                        <a:rPr lang="es-ES" sz="1400" kern="1200" dirty="0">
                          <a:solidFill>
                            <a:schemeClr val="tx1"/>
                          </a:solidFill>
                          <a:effectLst/>
                          <a:latin typeface="+mn-lt"/>
                          <a:ea typeface="+mn-ea"/>
                          <a:cs typeface="+mn-cs"/>
                        </a:rPr>
                        <a:t>Santander T&amp;O</a:t>
                      </a:r>
                    </a:p>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r>
                        <a:rPr lang="es-ES_tradnl" sz="1400" kern="1200" dirty="0">
                          <a:solidFill>
                            <a:schemeClr val="tx1"/>
                          </a:solidFill>
                          <a:effectLst/>
                          <a:latin typeface="+mn-lt"/>
                          <a:ea typeface="+mn-ea"/>
                          <a:cs typeface="+mn-cs"/>
                        </a:rPr>
                        <a:t>Arquitectura de Dominios</a:t>
                      </a:r>
                    </a:p>
                    <a:p>
                      <a:pPr marL="0" marR="0" lvl="0" indent="0" algn="l" defTabSz="914400" rtl="0" eaLnBrk="1" fontAlgn="base" latinLnBrk="0" hangingPunct="1">
                        <a:lnSpc>
                          <a:spcPts val="2400"/>
                        </a:lnSpc>
                        <a:spcBef>
                          <a:spcPct val="20000"/>
                        </a:spcBef>
                        <a:spcAft>
                          <a:spcPct val="0"/>
                        </a:spcAft>
                        <a:buClrTx/>
                        <a:buSzTx/>
                        <a:buFontTx/>
                        <a:buNone/>
                        <a:tabLst/>
                        <a:defRPr/>
                      </a:pPr>
                      <a:endParaRPr kumimoji="0" lang="en-US" sz="1400" b="1" i="0" u="none" strike="noStrike" kern="1200" cap="none" normalizeH="0" baseline="0" noProof="0" dirty="0">
                        <a:ln>
                          <a:noFill/>
                        </a:ln>
                        <a:solidFill>
                          <a:schemeClr val="tx1"/>
                        </a:solidFill>
                        <a:effectLst/>
                        <a:latin typeface="Arial" pitchFamily="34" charset="0"/>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38728640"/>
                  </a:ext>
                </a:extLst>
              </a:tr>
              <a:tr h="437110">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kumimoji="0" lang="en-US" sz="1400" b="1" i="0" u="none" strike="noStrike" kern="1200" cap="none" normalizeH="0" baseline="0" dirty="0">
                          <a:ln>
                            <a:noFill/>
                          </a:ln>
                          <a:solidFill>
                            <a:schemeClr val="tx1"/>
                          </a:solidFill>
                          <a:effectLst/>
                          <a:latin typeface="Arial" pitchFamily="34" charset="0"/>
                          <a:ea typeface="+mn-ea"/>
                          <a:cs typeface="+mn-cs"/>
                        </a:rPr>
                        <a:t>[REF-3]</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2400"/>
                        </a:lnSpc>
                        <a:spcBef>
                          <a:spcPct val="20000"/>
                        </a:spcBef>
                        <a:spcAft>
                          <a:spcPct val="0"/>
                        </a:spcAft>
                        <a:buClrTx/>
                        <a:buSzTx/>
                        <a:buFontTx/>
                        <a:buNone/>
                        <a:tabLst/>
                        <a:defRPr/>
                      </a:pPr>
                      <a:r>
                        <a:rPr kumimoji="0" lang="en-US" sz="1400" b="1" i="0" u="none" strike="noStrike" kern="1200" cap="none" normalizeH="0" baseline="0" dirty="0">
                          <a:ln>
                            <a:noFill/>
                          </a:ln>
                          <a:solidFill>
                            <a:schemeClr val="tx1"/>
                          </a:solidFill>
                          <a:effectLst/>
                          <a:latin typeface="Arial" pitchFamily="34" charset="0"/>
                          <a:ea typeface="+mn-ea"/>
                          <a:cs typeface="+mn-cs"/>
                          <a:hlinkClick r:id="rId5"/>
                        </a:rPr>
                        <a:t>Chatbot </a:t>
                      </a:r>
                      <a:r>
                        <a:rPr kumimoji="0" lang="en-US" sz="1400" b="1" i="0" u="none" strike="noStrike" kern="1200" cap="none" normalizeH="0" baseline="0" dirty="0" err="1">
                          <a:ln>
                            <a:noFill/>
                          </a:ln>
                          <a:solidFill>
                            <a:schemeClr val="tx1"/>
                          </a:solidFill>
                          <a:effectLst/>
                          <a:latin typeface="Arial" pitchFamily="34" charset="0"/>
                          <a:ea typeface="+mn-ea"/>
                          <a:cs typeface="+mn-cs"/>
                          <a:hlinkClick r:id="rId5"/>
                        </a:rPr>
                        <a:t>Inbenta</a:t>
                      </a:r>
                      <a:r>
                        <a:rPr kumimoji="0" lang="en-US" sz="1400" b="1" i="0" u="none" strike="noStrike" kern="1200" cap="none" normalizeH="0" baseline="0" dirty="0">
                          <a:ln>
                            <a:noFill/>
                          </a:ln>
                          <a:solidFill>
                            <a:schemeClr val="tx1"/>
                          </a:solidFill>
                          <a:effectLst/>
                          <a:latin typeface="Arial" pitchFamily="34" charset="0"/>
                          <a:ea typeface="+mn-ea"/>
                          <a:cs typeface="+mn-cs"/>
                          <a:hlinkClick r:id="rId5"/>
                        </a:rPr>
                        <a:t> Seguridad</a:t>
                      </a:r>
                      <a:endParaRPr kumimoji="0" lang="en-US" sz="1400" b="1" i="0" u="none" strike="noStrike" kern="1200" cap="none" normalizeH="0" baseline="0" dirty="0">
                        <a:ln>
                          <a:noFill/>
                        </a:ln>
                        <a:solidFill>
                          <a:schemeClr val="tx1"/>
                        </a:solidFill>
                        <a:effectLst/>
                        <a:latin typeface="Arial" pitchFamily="34" charset="0"/>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defRPr/>
                      </a:pPr>
                      <a:endParaRPr kumimoji="0" lang="en-US" sz="1400" b="1" i="0" u="none" strike="noStrike" kern="1200" cap="none" normalizeH="0" baseline="0" noProof="0" dirty="0">
                        <a:ln>
                          <a:noFill/>
                        </a:ln>
                        <a:solidFill>
                          <a:schemeClr val="tx1"/>
                        </a:solidFill>
                        <a:effectLst/>
                        <a:latin typeface="Arial" pitchFamily="34" charset="0"/>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r>
                        <a:rPr lang="es-ES" sz="1400" kern="1200" dirty="0">
                          <a:solidFill>
                            <a:schemeClr val="tx1"/>
                          </a:solidFill>
                          <a:effectLst/>
                          <a:latin typeface="+mn-lt"/>
                          <a:ea typeface="+mn-ea"/>
                          <a:cs typeface="+mn-cs"/>
                        </a:rPr>
                        <a:t>Santander T&amp;O</a:t>
                      </a:r>
                    </a:p>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r>
                        <a:rPr lang="es-ES_tradnl" sz="1400" kern="1200" dirty="0">
                          <a:solidFill>
                            <a:schemeClr val="tx1"/>
                          </a:solidFill>
                          <a:effectLst/>
                          <a:latin typeface="+mn-lt"/>
                          <a:ea typeface="+mn-ea"/>
                          <a:cs typeface="+mn-cs"/>
                        </a:rPr>
                        <a:t>Arquitectura de Dominios</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90621556"/>
                  </a:ext>
                </a:extLst>
              </a:tr>
              <a:tr h="619603">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kumimoji="0" lang="en-US" sz="1400" b="1" i="0" u="none" strike="noStrike" kern="1200" cap="none" normalizeH="0" baseline="0" dirty="0">
                          <a:ln>
                            <a:noFill/>
                          </a:ln>
                          <a:solidFill>
                            <a:schemeClr val="tx1"/>
                          </a:solidFill>
                          <a:effectLst/>
                          <a:latin typeface="Arial" pitchFamily="34" charset="0"/>
                          <a:ea typeface="+mn-ea"/>
                          <a:cs typeface="+mn-cs"/>
                        </a:rPr>
                        <a:t>[REF– 4]</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2400"/>
                        </a:lnSpc>
                        <a:spcBef>
                          <a:spcPct val="20000"/>
                        </a:spcBef>
                        <a:spcAft>
                          <a:spcPct val="0"/>
                        </a:spcAft>
                        <a:buClrTx/>
                        <a:buSzTx/>
                        <a:buFontTx/>
                        <a:buNone/>
                        <a:tabLst/>
                        <a:defRPr/>
                      </a:pPr>
                      <a:r>
                        <a:rPr kumimoji="0" lang="en-US" sz="1400" b="1" i="0" u="none" strike="noStrike" kern="1200" cap="none" normalizeH="0" baseline="0" dirty="0">
                          <a:ln>
                            <a:noFill/>
                          </a:ln>
                          <a:solidFill>
                            <a:schemeClr val="tx1"/>
                          </a:solidFill>
                          <a:effectLst/>
                          <a:latin typeface="Arial" pitchFamily="34" charset="0"/>
                          <a:ea typeface="+mn-ea"/>
                          <a:cs typeface="+mn-cs"/>
                          <a:hlinkClick r:id="rId6"/>
                        </a:rPr>
                        <a:t>Chatbot </a:t>
                      </a:r>
                      <a:r>
                        <a:rPr kumimoji="0" lang="en-US" sz="1400" b="1" i="0" u="none" strike="noStrike" kern="1200" cap="none" normalizeH="0" baseline="0" dirty="0" err="1">
                          <a:ln>
                            <a:noFill/>
                          </a:ln>
                          <a:solidFill>
                            <a:schemeClr val="tx1"/>
                          </a:solidFill>
                          <a:effectLst/>
                          <a:latin typeface="Arial" pitchFamily="34" charset="0"/>
                          <a:ea typeface="+mn-ea"/>
                          <a:cs typeface="+mn-cs"/>
                          <a:hlinkClick r:id="rId6"/>
                        </a:rPr>
                        <a:t>Inbenta</a:t>
                      </a:r>
                      <a:r>
                        <a:rPr kumimoji="0" lang="en-US" sz="1400" b="1" i="0" u="none" strike="noStrike" kern="1200" cap="none" normalizeH="0" baseline="0" dirty="0">
                          <a:ln>
                            <a:noFill/>
                          </a:ln>
                          <a:solidFill>
                            <a:schemeClr val="tx1"/>
                          </a:solidFill>
                          <a:effectLst/>
                          <a:latin typeface="Arial" pitchFamily="34" charset="0"/>
                          <a:ea typeface="+mn-ea"/>
                          <a:cs typeface="+mn-cs"/>
                          <a:hlinkClick r:id="rId6"/>
                        </a:rPr>
                        <a:t> SLA</a:t>
                      </a:r>
                      <a:endParaRPr kumimoji="0" lang="en-US" sz="1400" b="1" i="0" u="none" strike="noStrike" kern="1200" cap="none" normalizeH="0" baseline="0" dirty="0">
                        <a:ln>
                          <a:noFill/>
                        </a:ln>
                        <a:solidFill>
                          <a:schemeClr val="tx1"/>
                        </a:solidFill>
                        <a:effectLst/>
                        <a:latin typeface="Arial" pitchFamily="34" charset="0"/>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defRPr/>
                      </a:pPr>
                      <a:endParaRPr kumimoji="0" lang="en-US" sz="1400" b="1" i="0" u="none" strike="noStrike" kern="1200" cap="none" normalizeH="0" baseline="0" noProof="0" dirty="0">
                        <a:ln>
                          <a:noFill/>
                        </a:ln>
                        <a:solidFill>
                          <a:schemeClr val="tx1"/>
                        </a:solidFill>
                        <a:effectLst/>
                        <a:latin typeface="Arial" pitchFamily="34" charset="0"/>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r>
                        <a:rPr lang="es-ES" sz="1400" kern="1200" dirty="0">
                          <a:solidFill>
                            <a:schemeClr val="tx1"/>
                          </a:solidFill>
                          <a:effectLst/>
                          <a:latin typeface="+mn-lt"/>
                          <a:ea typeface="+mn-ea"/>
                          <a:cs typeface="+mn-cs"/>
                        </a:rPr>
                        <a:t>Santander T&amp;O</a:t>
                      </a:r>
                    </a:p>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r>
                        <a:rPr lang="es-ES_tradnl" sz="1400" kern="1200" dirty="0">
                          <a:solidFill>
                            <a:schemeClr val="tx1"/>
                          </a:solidFill>
                          <a:effectLst/>
                          <a:latin typeface="+mn-lt"/>
                          <a:ea typeface="+mn-ea"/>
                          <a:cs typeface="+mn-cs"/>
                        </a:rPr>
                        <a:t>Arquitectura de Dominios</a:t>
                      </a:r>
                    </a:p>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lang="es-ES_tradnl" sz="1400" kern="1200" dirty="0">
                        <a:solidFill>
                          <a:schemeClr val="tx1"/>
                        </a:solidFill>
                        <a:effectLst/>
                        <a:latin typeface="+mn-lt"/>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67967202"/>
                  </a:ext>
                </a:extLst>
              </a:tr>
              <a:tr h="437110">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kumimoji="0" lang="en-US" sz="1400" b="1" i="0" u="none" strike="noStrike" kern="1200" cap="none" normalizeH="0" baseline="0" dirty="0">
                          <a:ln>
                            <a:noFill/>
                          </a:ln>
                          <a:solidFill>
                            <a:schemeClr val="tx1"/>
                          </a:solidFill>
                          <a:effectLst/>
                          <a:latin typeface="Arial" pitchFamily="34" charset="0"/>
                          <a:ea typeface="+mn-ea"/>
                          <a:cs typeface="+mn-cs"/>
                        </a:rPr>
                        <a:t>[REF– 5]</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2400"/>
                        </a:lnSpc>
                        <a:spcBef>
                          <a:spcPct val="20000"/>
                        </a:spcBef>
                        <a:spcAft>
                          <a:spcPct val="0"/>
                        </a:spcAft>
                        <a:buClrTx/>
                        <a:buSzTx/>
                        <a:buFontTx/>
                        <a:buNone/>
                        <a:tabLst/>
                        <a:defRPr/>
                      </a:pPr>
                      <a:r>
                        <a:rPr lang="en-US" sz="1600" b="0" i="0" u="none" strike="noStrike" kern="1200" baseline="0" dirty="0">
                          <a:solidFill>
                            <a:schemeClr val="bg1">
                              <a:lumMod val="50000"/>
                            </a:schemeClr>
                          </a:solidFill>
                          <a:effectLst/>
                          <a:latin typeface="Calibri"/>
                          <a:ea typeface="Tahoma" pitchFamily="34" charset="0"/>
                          <a:cs typeface="Tahoma" pitchFamily="34" charset="0"/>
                        </a:rPr>
                        <a:t>Proc </a:t>
                      </a:r>
                      <a:r>
                        <a:rPr lang="en-US" sz="1600" b="0" i="0" u="none" strike="noStrike" kern="1200" baseline="0" dirty="0" err="1">
                          <a:solidFill>
                            <a:schemeClr val="bg1">
                              <a:lumMod val="50000"/>
                            </a:schemeClr>
                          </a:solidFill>
                          <a:effectLst/>
                          <a:latin typeface="Calibri"/>
                          <a:ea typeface="Tahoma" pitchFamily="34" charset="0"/>
                          <a:cs typeface="Tahoma" pitchFamily="34" charset="0"/>
                        </a:rPr>
                        <a:t>Obboarding</a:t>
                      </a:r>
                      <a:r>
                        <a:rPr lang="en-US" sz="1600" b="0" i="0" u="none" strike="noStrike" kern="1200" baseline="0" dirty="0">
                          <a:solidFill>
                            <a:schemeClr val="bg1">
                              <a:lumMod val="50000"/>
                            </a:schemeClr>
                          </a:solidFill>
                          <a:effectLst/>
                          <a:latin typeface="Calibri"/>
                          <a:ea typeface="Tahoma" pitchFamily="34" charset="0"/>
                          <a:cs typeface="Tahoma" pitchFamily="34" charset="0"/>
                        </a:rPr>
                        <a:t> proceso</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defRPr/>
                      </a:pPr>
                      <a:endParaRPr kumimoji="0" lang="en-US" sz="1400" b="1" i="0" u="none" strike="noStrike" kern="1200" cap="none" normalizeH="0" baseline="0" noProof="0" dirty="0">
                        <a:ln>
                          <a:noFill/>
                        </a:ln>
                        <a:solidFill>
                          <a:schemeClr val="tx1"/>
                        </a:solidFill>
                        <a:effectLst/>
                        <a:latin typeface="Arial" pitchFamily="34" charset="0"/>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r>
                        <a:rPr lang="es-ES" sz="1400" kern="1200" dirty="0">
                          <a:solidFill>
                            <a:schemeClr val="tx1"/>
                          </a:solidFill>
                          <a:effectLst/>
                          <a:latin typeface="+mn-lt"/>
                          <a:ea typeface="+mn-ea"/>
                          <a:cs typeface="+mn-cs"/>
                        </a:rPr>
                        <a:t>Santander T&amp;O</a:t>
                      </a:r>
                    </a:p>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r>
                        <a:rPr lang="es-ES_tradnl" sz="1400" kern="1200" dirty="0">
                          <a:solidFill>
                            <a:schemeClr val="tx1"/>
                          </a:solidFill>
                          <a:effectLst/>
                          <a:latin typeface="+mn-lt"/>
                          <a:ea typeface="+mn-ea"/>
                          <a:cs typeface="+mn-cs"/>
                        </a:rPr>
                        <a:t>Arquitectura de Dominios</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13747444"/>
                  </a:ext>
                </a:extLst>
              </a:tr>
            </a:tbl>
          </a:graphicData>
        </a:graphic>
      </p:graphicFrame>
      <p:sp>
        <p:nvSpPr>
          <p:cNvPr id="7" name="Marcador de texto 1">
            <a:extLst>
              <a:ext uri="{FF2B5EF4-FFF2-40B4-BE49-F238E27FC236}">
                <a16:creationId xmlns:a16="http://schemas.microsoft.com/office/drawing/2014/main" id="{A93F12C2-64DF-4164-9447-E522C842B2B8}"/>
              </a:ext>
            </a:extLst>
          </p:cNvPr>
          <p:cNvSpPr>
            <a:spLocks noGrp="1"/>
          </p:cNvSpPr>
          <p:nvPr>
            <p:ph type="body" sz="quarter" idx="4294967295"/>
          </p:nvPr>
        </p:nvSpPr>
        <p:spPr>
          <a:xfrm>
            <a:off x="653140" y="406116"/>
            <a:ext cx="10833365" cy="341135"/>
          </a:xfrm>
        </p:spPr>
        <p:txBody>
          <a:bodyPr vert="horz" lIns="91440" tIns="45720" rIns="91440" bIns="45720" rtlCol="0">
            <a:noAutofit/>
          </a:bodyPr>
          <a:lstStyle/>
          <a:p>
            <a:pPr marL="0" indent="0">
              <a:buNone/>
            </a:pPr>
            <a:r>
              <a:rPr lang="es-ES" sz="1800" b="1" dirty="0">
                <a:solidFill>
                  <a:srgbClr val="EB0000"/>
                </a:solidFill>
                <a:ea typeface="Segoe UI" panose="020B0502040204020203" pitchFamily="34" charset="0"/>
                <a:cs typeface="Segoe UI" panose="020B0502040204020203" pitchFamily="34" charset="0"/>
              </a:rPr>
              <a:t>Referencias</a:t>
            </a:r>
          </a:p>
        </p:txBody>
      </p:sp>
      <p:sp>
        <p:nvSpPr>
          <p:cNvPr id="8" name="Marcador de texto 2">
            <a:extLst>
              <a:ext uri="{FF2B5EF4-FFF2-40B4-BE49-F238E27FC236}">
                <a16:creationId xmlns:a16="http://schemas.microsoft.com/office/drawing/2014/main" id="{8C22E9A8-5CF6-4CDA-9704-7DC4C7B9A18C}"/>
              </a:ext>
            </a:extLst>
          </p:cNvPr>
          <p:cNvSpPr>
            <a:spLocks noGrp="1"/>
          </p:cNvSpPr>
          <p:nvPr>
            <p:ph type="body" idx="13"/>
          </p:nvPr>
        </p:nvSpPr>
        <p:spPr>
          <a:xfrm>
            <a:off x="653141" y="747251"/>
            <a:ext cx="11027582" cy="276627"/>
          </a:xfrm>
        </p:spPr>
        <p:txBody>
          <a:bodyPr>
            <a:noAutofit/>
          </a:bodyPr>
          <a:lstStyle/>
          <a:p>
            <a:r>
              <a:rPr lang="es-ES" sz="1400" dirty="0"/>
              <a:t>Documentos Referenciados</a:t>
            </a:r>
          </a:p>
        </p:txBody>
      </p:sp>
      <p:graphicFrame>
        <p:nvGraphicFramePr>
          <p:cNvPr id="2" name="Objeto 1">
            <a:hlinkClick r:id="" action="ppaction://ole?verb=0"/>
            <a:extLst>
              <a:ext uri="{FF2B5EF4-FFF2-40B4-BE49-F238E27FC236}">
                <a16:creationId xmlns:a16="http://schemas.microsoft.com/office/drawing/2014/main" id="{336F5425-0CAF-4401-A0AF-34DFEC73BDA3}"/>
              </a:ext>
            </a:extLst>
          </p:cNvPr>
          <p:cNvGraphicFramePr>
            <a:graphicFrameLocks noChangeAspect="1"/>
          </p:cNvGraphicFramePr>
          <p:nvPr>
            <p:extLst>
              <p:ext uri="{D42A27DB-BD31-4B8C-83A1-F6EECF244321}">
                <p14:modId xmlns:p14="http://schemas.microsoft.com/office/powerpoint/2010/main" val="3611243267"/>
              </p:ext>
            </p:extLst>
          </p:nvPr>
        </p:nvGraphicFramePr>
        <p:xfrm>
          <a:off x="7062537" y="4981066"/>
          <a:ext cx="914400" cy="771525"/>
        </p:xfrm>
        <a:graphic>
          <a:graphicData uri="http://schemas.openxmlformats.org/presentationml/2006/ole">
            <mc:AlternateContent xmlns:mc="http://schemas.openxmlformats.org/markup-compatibility/2006">
              <mc:Choice xmlns:v="urn:schemas-microsoft-com:vml" Requires="v">
                <p:oleObj spid="_x0000_s1028" name="Presentation" showAsIcon="1" r:id="rId7" imgW="914400" imgH="771480" progId="PowerPoint.Show.12">
                  <p:embed/>
                </p:oleObj>
              </mc:Choice>
              <mc:Fallback>
                <p:oleObj name="Presentation" showAsIcon="1" r:id="rId7" imgW="914400" imgH="771480" progId="PowerPoint.Show.12">
                  <p:embed/>
                  <p:pic>
                    <p:nvPicPr>
                      <p:cNvPr id="2" name="Objeto 1">
                        <a:hlinkClick r:id="" action="ppaction://ole?verb=0"/>
                        <a:extLst>
                          <a:ext uri="{FF2B5EF4-FFF2-40B4-BE49-F238E27FC236}">
                            <a16:creationId xmlns:a16="http://schemas.microsoft.com/office/drawing/2014/main" id="{336F5425-0CAF-4401-A0AF-34DFEC73BDA3}"/>
                          </a:ext>
                        </a:extLst>
                      </p:cNvPr>
                      <p:cNvPicPr/>
                      <p:nvPr/>
                    </p:nvPicPr>
                    <p:blipFill>
                      <a:blip r:embed="rId8"/>
                      <a:stretch>
                        <a:fillRect/>
                      </a:stretch>
                    </p:blipFill>
                    <p:spPr>
                      <a:xfrm>
                        <a:off x="7062537" y="4981066"/>
                        <a:ext cx="914400" cy="771525"/>
                      </a:xfrm>
                      <a:prstGeom prst="rect">
                        <a:avLst/>
                      </a:prstGeom>
                    </p:spPr>
                  </p:pic>
                </p:oleObj>
              </mc:Fallback>
            </mc:AlternateContent>
          </a:graphicData>
        </a:graphic>
      </p:graphicFrame>
    </p:spTree>
    <p:extLst>
      <p:ext uri="{BB962C8B-B14F-4D97-AF65-F5344CB8AC3E}">
        <p14:creationId xmlns:p14="http://schemas.microsoft.com/office/powerpoint/2010/main" val="413942760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Group 28"/>
          <p:cNvGraphicFramePr>
            <a:graphicFrameLocks/>
          </p:cNvGraphicFramePr>
          <p:nvPr>
            <p:extLst>
              <p:ext uri="{D42A27DB-BD31-4B8C-83A1-F6EECF244321}">
                <p14:modId xmlns:p14="http://schemas.microsoft.com/office/powerpoint/2010/main" val="1016403506"/>
              </p:ext>
            </p:extLst>
          </p:nvPr>
        </p:nvGraphicFramePr>
        <p:xfrm>
          <a:off x="443354" y="1092712"/>
          <a:ext cx="11508015" cy="4491204"/>
        </p:xfrm>
        <a:graphic>
          <a:graphicData uri="http://schemas.openxmlformats.org/drawingml/2006/table">
            <a:tbl>
              <a:tblPr/>
              <a:tblGrid>
                <a:gridCol w="1319229">
                  <a:extLst>
                    <a:ext uri="{9D8B030D-6E8A-4147-A177-3AD203B41FA5}">
                      <a16:colId xmlns:a16="http://schemas.microsoft.com/office/drawing/2014/main" val="20000"/>
                    </a:ext>
                  </a:extLst>
                </a:gridCol>
                <a:gridCol w="4752517">
                  <a:extLst>
                    <a:ext uri="{9D8B030D-6E8A-4147-A177-3AD203B41FA5}">
                      <a16:colId xmlns:a16="http://schemas.microsoft.com/office/drawing/2014/main" val="20001"/>
                    </a:ext>
                  </a:extLst>
                </a:gridCol>
                <a:gridCol w="2020820">
                  <a:extLst>
                    <a:ext uri="{9D8B030D-6E8A-4147-A177-3AD203B41FA5}">
                      <a16:colId xmlns:a16="http://schemas.microsoft.com/office/drawing/2014/main" val="20002"/>
                    </a:ext>
                  </a:extLst>
                </a:gridCol>
                <a:gridCol w="3415449">
                  <a:extLst>
                    <a:ext uri="{9D8B030D-6E8A-4147-A177-3AD203B41FA5}">
                      <a16:colId xmlns:a16="http://schemas.microsoft.com/office/drawing/2014/main" val="20003"/>
                    </a:ext>
                  </a:extLst>
                </a:gridCol>
              </a:tblGrid>
              <a:tr h="281747">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en-GB" sz="1300" b="1" i="0" u="none" strike="noStrike" cap="none" normalizeH="0" baseline="0" dirty="0">
                          <a:ln>
                            <a:noFill/>
                          </a:ln>
                          <a:solidFill>
                            <a:schemeClr val="bg1"/>
                          </a:solidFill>
                          <a:effectLst/>
                          <a:latin typeface="Arial" charset="0"/>
                        </a:rPr>
                        <a:t>Ref</a:t>
                      </a:r>
                    </a:p>
                  </a:txBody>
                  <a:tcPr marL="71993" marR="71993" marT="71929" marB="719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B0000"/>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en-GB" sz="1300" b="1" i="0" u="none" strike="noStrike" kern="1200" cap="none" normalizeH="0" baseline="0" dirty="0" err="1">
                          <a:ln>
                            <a:noFill/>
                          </a:ln>
                          <a:solidFill>
                            <a:schemeClr val="bg1"/>
                          </a:solidFill>
                          <a:effectLst/>
                          <a:latin typeface="Arial" charset="0"/>
                          <a:ea typeface="+mn-ea"/>
                          <a:cs typeface="+mn-cs"/>
                        </a:rPr>
                        <a:t>Nombre</a:t>
                      </a:r>
                      <a:r>
                        <a:rPr kumimoji="0" lang="en-GB" sz="1300" b="1" i="0" u="none" strike="noStrike" kern="1200" cap="none" normalizeH="0" baseline="0" dirty="0">
                          <a:ln>
                            <a:noFill/>
                          </a:ln>
                          <a:solidFill>
                            <a:schemeClr val="bg1"/>
                          </a:solidFill>
                          <a:effectLst/>
                          <a:latin typeface="Arial" charset="0"/>
                          <a:ea typeface="+mn-ea"/>
                          <a:cs typeface="+mn-cs"/>
                        </a:rPr>
                        <a:t> y </a:t>
                      </a:r>
                      <a:r>
                        <a:rPr kumimoji="0" lang="en-GB" sz="1300" b="1" i="0" u="none" strike="noStrike" kern="1200" cap="none" normalizeH="0" baseline="0" dirty="0" err="1">
                          <a:ln>
                            <a:noFill/>
                          </a:ln>
                          <a:solidFill>
                            <a:schemeClr val="bg1"/>
                          </a:solidFill>
                          <a:effectLst/>
                          <a:latin typeface="Arial" charset="0"/>
                          <a:ea typeface="+mn-ea"/>
                          <a:cs typeface="+mn-cs"/>
                        </a:rPr>
                        <a:t>Versión</a:t>
                      </a:r>
                      <a:endParaRPr kumimoji="0" lang="en-GB" sz="1300" b="1" i="0" u="none" strike="noStrike" kern="1200" cap="none" normalizeH="0" baseline="0" dirty="0">
                        <a:ln>
                          <a:noFill/>
                        </a:ln>
                        <a:solidFill>
                          <a:schemeClr val="bg1"/>
                        </a:solidFill>
                        <a:effectLst/>
                        <a:latin typeface="Arial" charset="0"/>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B0000"/>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en-GB" sz="1300" b="1" i="0" u="none" strike="noStrike" kern="1200" cap="none" normalizeH="0" baseline="0" dirty="0" err="1">
                          <a:ln>
                            <a:noFill/>
                          </a:ln>
                          <a:solidFill>
                            <a:schemeClr val="bg1"/>
                          </a:solidFill>
                          <a:effectLst/>
                          <a:latin typeface="Arial" charset="0"/>
                          <a:ea typeface="+mn-ea"/>
                          <a:cs typeface="+mn-cs"/>
                        </a:rPr>
                        <a:t>Documento</a:t>
                      </a:r>
                      <a:endParaRPr kumimoji="0" lang="en-GB" sz="1300" b="1" i="0" u="none" strike="noStrike" kern="1200" cap="none" normalizeH="0" baseline="0" dirty="0">
                        <a:ln>
                          <a:noFill/>
                        </a:ln>
                        <a:solidFill>
                          <a:schemeClr val="bg1"/>
                        </a:solidFill>
                        <a:effectLst/>
                        <a:latin typeface="Arial" charset="0"/>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B0000"/>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en-GB" sz="1300" b="1" i="0" u="none" strike="noStrike" cap="none" normalizeH="0" baseline="0" dirty="0" err="1">
                          <a:ln>
                            <a:noFill/>
                          </a:ln>
                          <a:solidFill>
                            <a:schemeClr val="bg1"/>
                          </a:solidFill>
                          <a:effectLst/>
                          <a:latin typeface="Arial" charset="0"/>
                        </a:rPr>
                        <a:t>Departamento</a:t>
                      </a:r>
                      <a:endParaRPr kumimoji="0" lang="en-GB" sz="1300" b="1" i="0" u="none" strike="noStrike" cap="none" normalizeH="0" baseline="0" dirty="0">
                        <a:ln>
                          <a:noFill/>
                        </a:ln>
                        <a:solidFill>
                          <a:schemeClr val="bg1"/>
                        </a:solidFill>
                        <a:effectLst/>
                        <a:latin typeface="Times New Roman" pitchFamily="18" charset="0"/>
                      </a:endParaRPr>
                    </a:p>
                  </a:txBody>
                  <a:tcPr marL="71993" marR="71993" marT="71929" marB="719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B0000"/>
                    </a:solidFill>
                  </a:tcPr>
                </a:tc>
                <a:extLst>
                  <a:ext uri="{0D108BD9-81ED-4DB2-BD59-A6C34878D82A}">
                    <a16:rowId xmlns:a16="http://schemas.microsoft.com/office/drawing/2014/main" val="10000"/>
                  </a:ext>
                </a:extLst>
              </a:tr>
              <a:tr h="640765">
                <a:tc>
                  <a:txBody>
                    <a:bodyPr/>
                    <a:lstStyle/>
                    <a:p>
                      <a:pPr marL="0" marR="0" lvl="0" indent="0" algn="ctr" defTabSz="914400" rtl="0" eaLnBrk="1" fontAlgn="base" latinLnBrk="0" hangingPunct="1">
                        <a:lnSpc>
                          <a:spcPts val="2400"/>
                        </a:lnSpc>
                        <a:spcBef>
                          <a:spcPct val="20000"/>
                        </a:spcBef>
                        <a:spcAft>
                          <a:spcPct val="0"/>
                        </a:spcAft>
                        <a:buClrTx/>
                        <a:buSzTx/>
                        <a:buFontTx/>
                        <a:buNone/>
                        <a:tabLst/>
                        <a:defRPr/>
                      </a:pPr>
                      <a:r>
                        <a:rPr kumimoji="0" lang="en-US" sz="1400" b="1" i="0" u="none" strike="noStrike" kern="1200" cap="none" normalizeH="0" baseline="0" dirty="0">
                          <a:ln>
                            <a:noFill/>
                          </a:ln>
                          <a:solidFill>
                            <a:schemeClr val="tx1"/>
                          </a:solidFill>
                          <a:effectLst/>
                          <a:latin typeface="Arial" pitchFamily="34" charset="0"/>
                          <a:ea typeface="+mn-ea"/>
                          <a:cs typeface="+mn-cs"/>
                        </a:rPr>
                        <a:t>[REF-6]</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t" latinLnBrk="0" hangingPunct="1">
                        <a:lnSpc>
                          <a:spcPct val="100000"/>
                        </a:lnSpc>
                        <a:spcBef>
                          <a:spcPts val="0"/>
                        </a:spcBef>
                        <a:spcAft>
                          <a:spcPts val="0"/>
                        </a:spcAft>
                        <a:buClrTx/>
                        <a:buSzTx/>
                        <a:buFontTx/>
                        <a:buNone/>
                        <a:tabLst/>
                        <a:defRPr/>
                      </a:pPr>
                      <a:r>
                        <a:rPr lang="en-US" sz="1600" b="0" i="0" u="none" strike="noStrike" kern="1200" baseline="0" dirty="0" err="1">
                          <a:solidFill>
                            <a:schemeClr val="bg1">
                              <a:lumMod val="50000"/>
                            </a:schemeClr>
                          </a:solidFill>
                          <a:effectLst/>
                          <a:latin typeface="Calibri"/>
                          <a:ea typeface="Tahoma" pitchFamily="34" charset="0"/>
                          <a:cs typeface="Tahoma" pitchFamily="34" charset="0"/>
                        </a:rPr>
                        <a:t>Expediente</a:t>
                      </a:r>
                      <a:r>
                        <a:rPr lang="en-US" sz="1600" b="0" i="0" u="none" strike="noStrike" kern="1200" baseline="0" dirty="0">
                          <a:solidFill>
                            <a:schemeClr val="bg1">
                              <a:lumMod val="50000"/>
                            </a:schemeClr>
                          </a:solidFill>
                          <a:effectLst/>
                          <a:latin typeface="Calibri"/>
                          <a:ea typeface="Tahoma" pitchFamily="34" charset="0"/>
                          <a:cs typeface="Tahoma" pitchFamily="34" charset="0"/>
                        </a:rPr>
                        <a:t> de </a:t>
                      </a:r>
                      <a:r>
                        <a:rPr lang="en-US" sz="1600" b="0" i="0" u="none" strike="noStrike" kern="1200" baseline="0" dirty="0" err="1">
                          <a:solidFill>
                            <a:schemeClr val="bg1">
                              <a:lumMod val="50000"/>
                            </a:schemeClr>
                          </a:solidFill>
                          <a:effectLst/>
                          <a:latin typeface="Calibri"/>
                          <a:ea typeface="Tahoma" pitchFamily="34" charset="0"/>
                          <a:cs typeface="Tahoma" pitchFamily="34" charset="0"/>
                        </a:rPr>
                        <a:t>Firmas</a:t>
                      </a:r>
                      <a:endParaRPr lang="en-US" sz="1600" b="0" i="0" u="none" strike="noStrike" kern="1200" baseline="0" dirty="0">
                        <a:solidFill>
                          <a:schemeClr val="bg1">
                            <a:lumMod val="50000"/>
                          </a:schemeClr>
                        </a:solidFill>
                        <a:effectLst/>
                        <a:latin typeface="Calibri"/>
                        <a:ea typeface="Tahoma" pitchFamily="34" charset="0"/>
                        <a:cs typeface="Tahoma" pitchFamily="34" charset="0"/>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kumimoji="0" lang="en-US" sz="1400" b="1" i="0" u="none" strike="noStrike" kern="1200" cap="none" normalizeH="0" baseline="0" dirty="0">
                          <a:ln>
                            <a:noFill/>
                          </a:ln>
                          <a:solidFill>
                            <a:schemeClr val="tx1"/>
                          </a:solidFill>
                          <a:effectLst/>
                          <a:latin typeface="Arial" pitchFamily="34" charset="0"/>
                          <a:ea typeface="+mn-ea"/>
                          <a:cs typeface="+mn-cs"/>
                          <a:hlinkClick r:id="rId3"/>
                        </a:rPr>
                        <a:t>Link</a:t>
                      </a:r>
                      <a:endParaRPr kumimoji="0" lang="en-US" sz="1400" b="1" i="0" u="none" strike="noStrike" kern="1200" cap="none" normalizeH="0" baseline="0" dirty="0">
                        <a:ln>
                          <a:noFill/>
                        </a:ln>
                        <a:solidFill>
                          <a:schemeClr val="tx1"/>
                        </a:solidFill>
                        <a:effectLst/>
                        <a:latin typeface="Arial" pitchFamily="34" charset="0"/>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2400"/>
                        </a:lnSpc>
                        <a:spcBef>
                          <a:spcPct val="20000"/>
                        </a:spcBef>
                        <a:spcAft>
                          <a:spcPct val="0"/>
                        </a:spcAft>
                        <a:buClrTx/>
                        <a:buSzTx/>
                        <a:buFontTx/>
                        <a:buNone/>
                        <a:tabLst/>
                        <a:defRPr/>
                      </a:pPr>
                      <a:r>
                        <a:rPr kumimoji="0" lang="es-ES_tradnl" sz="1400" b="0" i="0" u="none" strike="noStrike" cap="none" normalizeH="0" baseline="0" dirty="0">
                          <a:ln>
                            <a:noFill/>
                          </a:ln>
                          <a:solidFill>
                            <a:schemeClr val="tx1"/>
                          </a:solidFill>
                          <a:effectLst/>
                          <a:latin typeface="Arial" charset="0"/>
                        </a:rPr>
                        <a:t>Santander Tecnología</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43178">
                <a:tc>
                  <a:txBody>
                    <a:bodyPr/>
                    <a:lstStyle/>
                    <a:p>
                      <a:pPr marL="0" marR="0" lvl="0" indent="0" algn="ctr" defTabSz="914400" rtl="0" eaLnBrk="1" fontAlgn="base" latinLnBrk="0" hangingPunct="1">
                        <a:lnSpc>
                          <a:spcPts val="2400"/>
                        </a:lnSpc>
                        <a:spcBef>
                          <a:spcPct val="20000"/>
                        </a:spcBef>
                        <a:spcAft>
                          <a:spcPct val="0"/>
                        </a:spcAft>
                        <a:buClrTx/>
                        <a:buSzTx/>
                        <a:buFontTx/>
                        <a:buNone/>
                        <a:tabLst/>
                        <a:defRPr/>
                      </a:pPr>
                      <a:r>
                        <a:rPr kumimoji="0" lang="en-US" sz="1400" b="1" i="0" u="none" strike="noStrike" kern="1200" cap="none" normalizeH="0" baseline="0" dirty="0">
                          <a:ln>
                            <a:noFill/>
                          </a:ln>
                          <a:solidFill>
                            <a:schemeClr val="tx1"/>
                          </a:solidFill>
                          <a:effectLst/>
                          <a:latin typeface="Arial" pitchFamily="34" charset="0"/>
                          <a:ea typeface="+mn-ea"/>
                          <a:cs typeface="+mn-cs"/>
                        </a:rPr>
                        <a:t>[REF-7]</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t" latinLnBrk="0" hangingPunct="1">
                        <a:lnSpc>
                          <a:spcPct val="100000"/>
                        </a:lnSpc>
                        <a:spcBef>
                          <a:spcPts val="0"/>
                        </a:spcBef>
                        <a:spcAft>
                          <a:spcPts val="0"/>
                        </a:spcAft>
                        <a:buClrTx/>
                        <a:buSzTx/>
                        <a:buFontTx/>
                        <a:buNone/>
                        <a:tabLst/>
                        <a:defRPr/>
                      </a:pPr>
                      <a:r>
                        <a:rPr lang="es-ES" sz="1600" b="0" i="0" u="none" strike="noStrike" kern="1200" baseline="0" dirty="0">
                          <a:solidFill>
                            <a:schemeClr val="bg1">
                              <a:lumMod val="50000"/>
                            </a:schemeClr>
                          </a:solidFill>
                          <a:effectLst/>
                          <a:latin typeface="Calibri"/>
                          <a:ea typeface="Tahoma" pitchFamily="34" charset="0"/>
                          <a:cs typeface="Tahoma" pitchFamily="34" charset="0"/>
                        </a:rPr>
                        <a:t>Patrón de Firma Canales No Presenciales</a:t>
                      </a:r>
                      <a:endParaRPr lang="en-US" sz="1600" b="0" i="0" u="none" strike="noStrike" kern="1200" baseline="0" dirty="0">
                        <a:solidFill>
                          <a:schemeClr val="bg1">
                            <a:lumMod val="50000"/>
                          </a:schemeClr>
                        </a:solidFill>
                        <a:effectLst/>
                        <a:latin typeface="Calibri"/>
                        <a:ea typeface="Tahoma" pitchFamily="34" charset="0"/>
                        <a:cs typeface="Tahoma" pitchFamily="34" charset="0"/>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kumimoji="0" lang="en-US" sz="1400" b="1" i="0" u="none" strike="noStrike" kern="1200" cap="none" normalizeH="0" baseline="0" dirty="0">
                          <a:ln>
                            <a:noFill/>
                          </a:ln>
                          <a:solidFill>
                            <a:schemeClr val="tx1"/>
                          </a:solidFill>
                          <a:effectLst/>
                          <a:latin typeface="Arial" pitchFamily="34" charset="0"/>
                          <a:ea typeface="+mn-ea"/>
                          <a:cs typeface="+mn-cs"/>
                          <a:hlinkClick r:id="rId4"/>
                        </a:rPr>
                        <a:t>Link</a:t>
                      </a:r>
                      <a:endParaRPr kumimoji="0" lang="en-US" sz="1400" b="1" i="0" u="none" strike="noStrike" kern="1200" cap="none" normalizeH="0" baseline="0" dirty="0">
                        <a:ln>
                          <a:noFill/>
                        </a:ln>
                        <a:solidFill>
                          <a:schemeClr val="tx1"/>
                        </a:solidFill>
                        <a:effectLst/>
                        <a:latin typeface="Arial" pitchFamily="34" charset="0"/>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2400"/>
                        </a:lnSpc>
                        <a:spcBef>
                          <a:spcPct val="20000"/>
                        </a:spcBef>
                        <a:spcAft>
                          <a:spcPct val="0"/>
                        </a:spcAft>
                        <a:buClrTx/>
                        <a:buSzTx/>
                        <a:buFontTx/>
                        <a:buNone/>
                        <a:tabLst/>
                        <a:defRPr/>
                      </a:pPr>
                      <a:r>
                        <a:rPr kumimoji="0" lang="es-ES_tradnl" sz="1400" b="0" i="0" u="none" strike="noStrike" cap="none" normalizeH="0" baseline="0" dirty="0">
                          <a:ln>
                            <a:noFill/>
                          </a:ln>
                          <a:solidFill>
                            <a:schemeClr val="tx1"/>
                          </a:solidFill>
                          <a:effectLst/>
                          <a:latin typeface="Arial" charset="0"/>
                        </a:rPr>
                        <a:t>Santander Tecnología</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38728640"/>
                  </a:ext>
                </a:extLst>
              </a:tr>
              <a:tr h="360124">
                <a:tc>
                  <a:txBody>
                    <a:bodyPr/>
                    <a:lstStyle/>
                    <a:p>
                      <a:pPr marL="0" marR="0" lvl="0" indent="0" algn="ctr" defTabSz="914400" rtl="0" eaLnBrk="1" fontAlgn="base" latinLnBrk="0" hangingPunct="1">
                        <a:lnSpc>
                          <a:spcPts val="2400"/>
                        </a:lnSpc>
                        <a:spcBef>
                          <a:spcPct val="20000"/>
                        </a:spcBef>
                        <a:spcAft>
                          <a:spcPct val="0"/>
                        </a:spcAft>
                        <a:buClrTx/>
                        <a:buSzTx/>
                        <a:buFontTx/>
                        <a:buNone/>
                        <a:tabLst/>
                        <a:defRPr/>
                      </a:pPr>
                      <a:r>
                        <a:rPr kumimoji="0" lang="en-US" sz="1400" b="1" i="0" u="none" strike="noStrike" kern="1200" cap="none" normalizeH="0" baseline="0" dirty="0">
                          <a:ln>
                            <a:noFill/>
                          </a:ln>
                          <a:solidFill>
                            <a:schemeClr val="tx1"/>
                          </a:solidFill>
                          <a:effectLst/>
                          <a:latin typeface="Arial" pitchFamily="34" charset="0"/>
                          <a:ea typeface="+mn-ea"/>
                          <a:cs typeface="+mn-cs"/>
                        </a:rPr>
                        <a:t>[REF-8]</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t" latinLnBrk="0" hangingPunct="1">
                        <a:lnSpc>
                          <a:spcPct val="100000"/>
                        </a:lnSpc>
                        <a:spcBef>
                          <a:spcPts val="0"/>
                        </a:spcBef>
                        <a:spcAft>
                          <a:spcPts val="0"/>
                        </a:spcAft>
                        <a:buClrTx/>
                        <a:buSzTx/>
                        <a:buFontTx/>
                        <a:buNone/>
                        <a:tabLst/>
                        <a:defRPr/>
                      </a:pPr>
                      <a:r>
                        <a:rPr lang="es-ES" sz="1600" b="0" i="0" u="none" strike="noStrike" kern="1200" baseline="0" dirty="0">
                          <a:solidFill>
                            <a:schemeClr val="bg1">
                              <a:lumMod val="50000"/>
                            </a:schemeClr>
                          </a:solidFill>
                          <a:effectLst/>
                          <a:latin typeface="Calibri"/>
                          <a:ea typeface="Tahoma" pitchFamily="34" charset="0"/>
                          <a:cs typeface="Tahoma" pitchFamily="34" charset="0"/>
                        </a:rPr>
                        <a:t>Heredo</a:t>
                      </a:r>
                      <a:endParaRPr lang="en-US" sz="1600" b="0" i="0" u="none" strike="noStrike" kern="1200" baseline="0" dirty="0">
                        <a:solidFill>
                          <a:schemeClr val="bg1">
                            <a:lumMod val="50000"/>
                          </a:schemeClr>
                        </a:solidFill>
                        <a:effectLst/>
                        <a:latin typeface="Calibri"/>
                        <a:ea typeface="Tahoma" pitchFamily="34" charset="0"/>
                        <a:cs typeface="Tahoma" pitchFamily="34" charset="0"/>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kumimoji="0" lang="en-US" sz="1400" b="1" i="0" u="none" strike="noStrike" kern="1200" cap="none" normalizeH="0" baseline="0" dirty="0">
                          <a:ln>
                            <a:noFill/>
                          </a:ln>
                          <a:solidFill>
                            <a:schemeClr val="tx1"/>
                          </a:solidFill>
                          <a:effectLst/>
                          <a:latin typeface="Arial" pitchFamily="34" charset="0"/>
                          <a:ea typeface="+mn-ea"/>
                          <a:cs typeface="+mn-cs"/>
                          <a:hlinkClick r:id="rId5"/>
                        </a:rPr>
                        <a:t>Link</a:t>
                      </a:r>
                      <a:endParaRPr kumimoji="0" lang="en-US" sz="1400" b="1" i="0" u="none" strike="noStrike" kern="1200" cap="none" normalizeH="0" baseline="0" dirty="0">
                        <a:ln>
                          <a:noFill/>
                        </a:ln>
                        <a:solidFill>
                          <a:schemeClr val="tx1"/>
                        </a:solidFill>
                        <a:effectLst/>
                        <a:latin typeface="Arial" pitchFamily="34" charset="0"/>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2400"/>
                        </a:lnSpc>
                        <a:spcBef>
                          <a:spcPct val="20000"/>
                        </a:spcBef>
                        <a:spcAft>
                          <a:spcPct val="0"/>
                        </a:spcAft>
                        <a:buClrTx/>
                        <a:buSzTx/>
                        <a:buFontTx/>
                        <a:buNone/>
                        <a:tabLst/>
                        <a:defRPr/>
                      </a:pPr>
                      <a:r>
                        <a:rPr kumimoji="0" lang="es-ES_tradnl" sz="1400" b="0" i="0" u="none" strike="noStrike" cap="none" normalizeH="0" baseline="0" dirty="0">
                          <a:ln>
                            <a:noFill/>
                          </a:ln>
                          <a:solidFill>
                            <a:schemeClr val="tx1"/>
                          </a:solidFill>
                          <a:effectLst/>
                          <a:latin typeface="Arial" charset="0"/>
                        </a:rPr>
                        <a:t>Santander Tecnología</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90621556"/>
                  </a:ext>
                </a:extLst>
              </a:tr>
              <a:tr h="510475">
                <a:tc>
                  <a:txBody>
                    <a:bodyPr/>
                    <a:lstStyle/>
                    <a:p>
                      <a:pPr marL="0" marR="0" lvl="0" indent="0" algn="ctr" defTabSz="914400" rtl="0" eaLnBrk="1" fontAlgn="base" latinLnBrk="0" hangingPunct="1">
                        <a:lnSpc>
                          <a:spcPts val="2400"/>
                        </a:lnSpc>
                        <a:spcBef>
                          <a:spcPct val="20000"/>
                        </a:spcBef>
                        <a:spcAft>
                          <a:spcPct val="0"/>
                        </a:spcAft>
                        <a:buClrTx/>
                        <a:buSzTx/>
                        <a:buFontTx/>
                        <a:buNone/>
                        <a:tabLst/>
                        <a:defRPr/>
                      </a:pPr>
                      <a:r>
                        <a:rPr kumimoji="0" lang="en-US" sz="1400" b="1" i="0" u="none" strike="noStrike" kern="1200" cap="none" normalizeH="0" baseline="0" dirty="0">
                          <a:ln>
                            <a:noFill/>
                          </a:ln>
                          <a:solidFill>
                            <a:schemeClr val="tx1"/>
                          </a:solidFill>
                          <a:effectLst/>
                          <a:latin typeface="Arial" pitchFamily="34" charset="0"/>
                          <a:ea typeface="+mn-ea"/>
                          <a:cs typeface="+mn-cs"/>
                        </a:rPr>
                        <a:t>[REF-9]</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t" latinLnBrk="0" hangingPunct="1">
                        <a:lnSpc>
                          <a:spcPct val="100000"/>
                        </a:lnSpc>
                        <a:spcBef>
                          <a:spcPts val="0"/>
                        </a:spcBef>
                        <a:spcAft>
                          <a:spcPts val="0"/>
                        </a:spcAft>
                        <a:buClrTx/>
                        <a:buSzTx/>
                        <a:buFontTx/>
                        <a:buNone/>
                        <a:tabLst/>
                        <a:defRPr/>
                      </a:pPr>
                      <a:r>
                        <a:rPr lang="es-ES" sz="1600" b="0" i="0" u="none" strike="noStrike" kern="1200" baseline="0" dirty="0">
                          <a:solidFill>
                            <a:schemeClr val="bg1">
                              <a:lumMod val="50000"/>
                            </a:schemeClr>
                          </a:solidFill>
                          <a:effectLst/>
                          <a:latin typeface="Calibri"/>
                          <a:ea typeface="Tahoma" pitchFamily="34" charset="0"/>
                          <a:cs typeface="Tahoma" pitchFamily="34" charset="0"/>
                        </a:rPr>
                        <a:t>Pi Online</a:t>
                      </a:r>
                      <a:endParaRPr lang="en-US" sz="1600" b="0" i="0" u="none" strike="noStrike" kern="1200" baseline="0" dirty="0">
                        <a:solidFill>
                          <a:schemeClr val="bg1">
                            <a:lumMod val="50000"/>
                          </a:schemeClr>
                        </a:solidFill>
                        <a:effectLst/>
                        <a:latin typeface="Calibri"/>
                        <a:ea typeface="Tahoma" pitchFamily="34" charset="0"/>
                        <a:cs typeface="Tahoma" pitchFamily="34" charset="0"/>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kumimoji="0" lang="en-US" sz="1400" b="1" i="0" u="none" strike="noStrike" kern="1200" cap="none" normalizeH="0" baseline="0" dirty="0">
                          <a:ln>
                            <a:noFill/>
                          </a:ln>
                          <a:solidFill>
                            <a:schemeClr val="tx1"/>
                          </a:solidFill>
                          <a:effectLst/>
                          <a:latin typeface="Arial" pitchFamily="34" charset="0"/>
                          <a:ea typeface="+mn-ea"/>
                          <a:cs typeface="+mn-cs"/>
                          <a:hlinkClick r:id="rId5"/>
                        </a:rPr>
                        <a:t>Link</a:t>
                      </a:r>
                      <a:endParaRPr kumimoji="0" lang="en-US" sz="1400" b="1" i="0" u="none" strike="noStrike" kern="1200" cap="none" normalizeH="0" baseline="0" dirty="0">
                        <a:ln>
                          <a:noFill/>
                        </a:ln>
                        <a:solidFill>
                          <a:schemeClr val="tx1"/>
                        </a:solidFill>
                        <a:effectLst/>
                        <a:latin typeface="Arial" pitchFamily="34" charset="0"/>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2400"/>
                        </a:lnSpc>
                        <a:spcBef>
                          <a:spcPct val="20000"/>
                        </a:spcBef>
                        <a:spcAft>
                          <a:spcPct val="0"/>
                        </a:spcAft>
                        <a:buClrTx/>
                        <a:buSzTx/>
                        <a:buFontTx/>
                        <a:buNone/>
                        <a:tabLst/>
                        <a:defRPr/>
                      </a:pPr>
                      <a:r>
                        <a:rPr kumimoji="0" lang="es-ES_tradnl" sz="1400" b="0" i="0" u="none" strike="noStrike" cap="none" normalizeH="0" baseline="0" dirty="0">
                          <a:ln>
                            <a:noFill/>
                          </a:ln>
                          <a:solidFill>
                            <a:schemeClr val="tx1"/>
                          </a:solidFill>
                          <a:effectLst/>
                          <a:latin typeface="Arial" charset="0"/>
                        </a:rPr>
                        <a:t>Santander Tecnología</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67967202"/>
                  </a:ext>
                </a:extLst>
              </a:tr>
              <a:tr h="510475">
                <a:tc>
                  <a:txBody>
                    <a:bodyPr/>
                    <a:lstStyle/>
                    <a:p>
                      <a:pPr marL="0" marR="0" lvl="0" indent="0" algn="ctr" defTabSz="914400" rtl="0" eaLnBrk="1" fontAlgn="base" latinLnBrk="0" hangingPunct="1">
                        <a:lnSpc>
                          <a:spcPts val="2400"/>
                        </a:lnSpc>
                        <a:spcBef>
                          <a:spcPct val="20000"/>
                        </a:spcBef>
                        <a:spcAft>
                          <a:spcPct val="0"/>
                        </a:spcAft>
                        <a:buClrTx/>
                        <a:buSzTx/>
                        <a:buFontTx/>
                        <a:buNone/>
                        <a:tabLst/>
                        <a:defRPr/>
                      </a:pPr>
                      <a:r>
                        <a:rPr kumimoji="0" lang="en-US" sz="1400" b="1" i="0" u="none" strike="noStrike" kern="1200" cap="none" normalizeH="0" baseline="0" dirty="0">
                          <a:ln>
                            <a:noFill/>
                          </a:ln>
                          <a:solidFill>
                            <a:schemeClr val="tx1"/>
                          </a:solidFill>
                          <a:effectLst/>
                          <a:latin typeface="Arial" pitchFamily="34" charset="0"/>
                          <a:ea typeface="+mn-ea"/>
                          <a:cs typeface="+mn-cs"/>
                        </a:rPr>
                        <a:t>[REF-10]</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t" latinLnBrk="0" hangingPunct="1">
                        <a:lnSpc>
                          <a:spcPct val="100000"/>
                        </a:lnSpc>
                        <a:spcBef>
                          <a:spcPts val="0"/>
                        </a:spcBef>
                        <a:spcAft>
                          <a:spcPts val="0"/>
                        </a:spcAft>
                        <a:buClrTx/>
                        <a:buSzTx/>
                        <a:buFontTx/>
                        <a:buNone/>
                        <a:tabLst/>
                        <a:defRPr/>
                      </a:pPr>
                      <a:r>
                        <a:rPr lang="es-ES" sz="1600" b="0" i="0" u="none" strike="noStrike" kern="1200" baseline="0" dirty="0">
                          <a:solidFill>
                            <a:schemeClr val="bg1">
                              <a:lumMod val="50000"/>
                            </a:schemeClr>
                          </a:solidFill>
                          <a:effectLst/>
                          <a:latin typeface="Calibri"/>
                          <a:ea typeface="Tahoma" pitchFamily="34" charset="0"/>
                          <a:cs typeface="Tahoma" pitchFamily="34" charset="0"/>
                        </a:rPr>
                        <a:t>Autenticación de usuarios servicio SAS</a:t>
                      </a:r>
                      <a:endParaRPr lang="en-US" sz="1600" b="0" i="0" u="none" strike="noStrike" kern="1200" baseline="0" dirty="0">
                        <a:solidFill>
                          <a:schemeClr val="bg1">
                            <a:lumMod val="50000"/>
                          </a:schemeClr>
                        </a:solidFill>
                        <a:effectLst/>
                        <a:latin typeface="Calibri"/>
                        <a:ea typeface="Tahoma" pitchFamily="34" charset="0"/>
                        <a:cs typeface="Tahoma" pitchFamily="34" charset="0"/>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kumimoji="0" lang="en-US" sz="1400" b="1" i="0" u="none" strike="noStrike" kern="1200" cap="none" normalizeH="0" baseline="0" dirty="0">
                          <a:ln>
                            <a:noFill/>
                          </a:ln>
                          <a:solidFill>
                            <a:schemeClr val="tx1"/>
                          </a:solidFill>
                          <a:effectLst/>
                          <a:latin typeface="Arial" pitchFamily="34" charset="0"/>
                          <a:ea typeface="+mn-ea"/>
                          <a:cs typeface="+mn-cs"/>
                          <a:hlinkClick r:id="rId6"/>
                        </a:rPr>
                        <a:t>Link</a:t>
                      </a:r>
                      <a:endParaRPr kumimoji="0" lang="en-US" sz="1400" b="1" i="0" u="none" strike="noStrike" kern="1200" cap="none" normalizeH="0" baseline="0" dirty="0">
                        <a:ln>
                          <a:noFill/>
                        </a:ln>
                        <a:solidFill>
                          <a:schemeClr val="tx1"/>
                        </a:solidFill>
                        <a:effectLst/>
                        <a:latin typeface="Arial" pitchFamily="34" charset="0"/>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2400"/>
                        </a:lnSpc>
                        <a:spcBef>
                          <a:spcPct val="20000"/>
                        </a:spcBef>
                        <a:spcAft>
                          <a:spcPct val="0"/>
                        </a:spcAft>
                        <a:buClrTx/>
                        <a:buSzTx/>
                        <a:buFontTx/>
                        <a:buNone/>
                        <a:tabLst/>
                        <a:defRPr/>
                      </a:pPr>
                      <a:r>
                        <a:rPr kumimoji="0" lang="es-ES_tradnl" sz="1400" b="0" i="0" u="none" strike="noStrike" cap="none" normalizeH="0" baseline="0" dirty="0">
                          <a:ln>
                            <a:noFill/>
                          </a:ln>
                          <a:solidFill>
                            <a:schemeClr val="tx1"/>
                          </a:solidFill>
                          <a:effectLst/>
                          <a:latin typeface="Arial" charset="0"/>
                        </a:rPr>
                        <a:t>Santander Tecnología</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16667815"/>
                  </a:ext>
                </a:extLst>
              </a:tr>
              <a:tr h="510475">
                <a:tc>
                  <a:txBody>
                    <a:bodyPr/>
                    <a:lstStyle/>
                    <a:p>
                      <a:pPr marL="0" marR="0" lvl="0" indent="0" algn="ctr" defTabSz="914400" rtl="0" eaLnBrk="1" fontAlgn="base" latinLnBrk="0" hangingPunct="1">
                        <a:lnSpc>
                          <a:spcPts val="2400"/>
                        </a:lnSpc>
                        <a:spcBef>
                          <a:spcPct val="20000"/>
                        </a:spcBef>
                        <a:spcAft>
                          <a:spcPct val="0"/>
                        </a:spcAft>
                        <a:buClrTx/>
                        <a:buSzTx/>
                        <a:buFontTx/>
                        <a:buNone/>
                        <a:tabLst/>
                        <a:defRPr/>
                      </a:pPr>
                      <a:r>
                        <a:rPr kumimoji="0" lang="en-US" sz="1400" b="1" i="0" u="none" strike="noStrike" kern="1200" cap="none" normalizeH="0" baseline="0" dirty="0">
                          <a:ln>
                            <a:noFill/>
                          </a:ln>
                          <a:solidFill>
                            <a:schemeClr val="tx1"/>
                          </a:solidFill>
                          <a:effectLst/>
                          <a:latin typeface="Arial" pitchFamily="34" charset="0"/>
                          <a:ea typeface="+mn-ea"/>
                          <a:cs typeface="+mn-cs"/>
                        </a:rPr>
                        <a:t>[REF-11]</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t" latinLnBrk="0" hangingPunct="1">
                        <a:lnSpc>
                          <a:spcPct val="100000"/>
                        </a:lnSpc>
                        <a:spcBef>
                          <a:spcPts val="0"/>
                        </a:spcBef>
                        <a:spcAft>
                          <a:spcPts val="0"/>
                        </a:spcAft>
                        <a:buClrTx/>
                        <a:buSzTx/>
                        <a:buFontTx/>
                        <a:buNone/>
                        <a:tabLst/>
                        <a:defRPr/>
                      </a:pPr>
                      <a:r>
                        <a:rPr lang="es-ES" sz="1600" b="0" i="0" u="none" strike="noStrike" kern="1200" baseline="0" dirty="0">
                          <a:solidFill>
                            <a:schemeClr val="bg1">
                              <a:lumMod val="50000"/>
                            </a:schemeClr>
                          </a:solidFill>
                          <a:effectLst/>
                          <a:latin typeface="Calibri"/>
                          <a:ea typeface="Tahoma" pitchFamily="34" charset="0"/>
                          <a:cs typeface="Tahoma" pitchFamily="34" charset="0"/>
                        </a:rPr>
                        <a:t>Consulta de usuarios servicio UDS</a:t>
                      </a:r>
                      <a:endParaRPr lang="en-US" sz="1600" b="0" i="0" u="none" strike="noStrike" kern="1200" baseline="0" dirty="0">
                        <a:solidFill>
                          <a:schemeClr val="bg1">
                            <a:lumMod val="50000"/>
                          </a:schemeClr>
                        </a:solidFill>
                        <a:effectLst/>
                        <a:latin typeface="Calibri"/>
                        <a:ea typeface="Tahoma" pitchFamily="34" charset="0"/>
                        <a:cs typeface="Tahoma" pitchFamily="34" charset="0"/>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kumimoji="0" lang="en-US" sz="1400" b="1" i="0" u="none" strike="noStrike" kern="1200" cap="none" normalizeH="0" baseline="0" dirty="0">
                          <a:ln>
                            <a:noFill/>
                          </a:ln>
                          <a:solidFill>
                            <a:schemeClr val="tx1"/>
                          </a:solidFill>
                          <a:effectLst/>
                          <a:latin typeface="Arial" pitchFamily="34" charset="0"/>
                          <a:ea typeface="+mn-ea"/>
                          <a:cs typeface="+mn-cs"/>
                          <a:hlinkClick r:id="rId7"/>
                        </a:rPr>
                        <a:t>Link</a:t>
                      </a:r>
                      <a:endParaRPr kumimoji="0" lang="en-US" sz="1400" b="1" i="0" u="none" strike="noStrike" kern="1200" cap="none" normalizeH="0" baseline="0" dirty="0">
                        <a:ln>
                          <a:noFill/>
                        </a:ln>
                        <a:solidFill>
                          <a:schemeClr val="tx1"/>
                        </a:solidFill>
                        <a:effectLst/>
                        <a:latin typeface="Arial" pitchFamily="34" charset="0"/>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2400"/>
                        </a:lnSpc>
                        <a:spcBef>
                          <a:spcPct val="20000"/>
                        </a:spcBef>
                        <a:spcAft>
                          <a:spcPct val="0"/>
                        </a:spcAft>
                        <a:buClrTx/>
                        <a:buSzTx/>
                        <a:buFontTx/>
                        <a:buNone/>
                        <a:tabLst/>
                        <a:defRPr/>
                      </a:pPr>
                      <a:r>
                        <a:rPr kumimoji="0" lang="es-ES_tradnl" sz="1400" b="0" i="0" u="none" strike="noStrike" cap="none" normalizeH="0" baseline="0" dirty="0">
                          <a:ln>
                            <a:noFill/>
                          </a:ln>
                          <a:solidFill>
                            <a:schemeClr val="tx1"/>
                          </a:solidFill>
                          <a:effectLst/>
                          <a:latin typeface="Arial" charset="0"/>
                        </a:rPr>
                        <a:t>Santander Tecnología</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60394836"/>
                  </a:ext>
                </a:extLst>
              </a:tr>
              <a:tr h="510475">
                <a:tc>
                  <a:txBody>
                    <a:bodyPr/>
                    <a:lstStyle/>
                    <a:p>
                      <a:pPr marL="0" marR="0" lvl="0" indent="0" algn="ctr" defTabSz="914400" rtl="0" eaLnBrk="1" fontAlgn="base" latinLnBrk="0" hangingPunct="1">
                        <a:lnSpc>
                          <a:spcPts val="2400"/>
                        </a:lnSpc>
                        <a:spcBef>
                          <a:spcPct val="20000"/>
                        </a:spcBef>
                        <a:spcAft>
                          <a:spcPct val="0"/>
                        </a:spcAft>
                        <a:buClrTx/>
                        <a:buSzTx/>
                        <a:buFontTx/>
                        <a:buNone/>
                        <a:tabLst/>
                        <a:defRPr/>
                      </a:pPr>
                      <a:r>
                        <a:rPr kumimoji="0" lang="en-US" sz="1400" b="1" i="0" u="none" strike="noStrike" kern="1200" cap="none" normalizeH="0" baseline="0" dirty="0">
                          <a:ln>
                            <a:noFill/>
                          </a:ln>
                          <a:solidFill>
                            <a:schemeClr val="tx1"/>
                          </a:solidFill>
                          <a:effectLst/>
                          <a:latin typeface="Arial" pitchFamily="34" charset="0"/>
                          <a:ea typeface="+mn-ea"/>
                          <a:cs typeface="+mn-cs"/>
                        </a:rPr>
                        <a:t>[REF – 12]</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t" latinLnBrk="0" hangingPunct="1">
                        <a:lnSpc>
                          <a:spcPct val="100000"/>
                        </a:lnSpc>
                        <a:spcBef>
                          <a:spcPts val="0"/>
                        </a:spcBef>
                        <a:spcAft>
                          <a:spcPts val="0"/>
                        </a:spcAft>
                        <a:buClrTx/>
                        <a:buSzTx/>
                        <a:buFontTx/>
                        <a:buNone/>
                        <a:tabLst/>
                        <a:defRPr/>
                      </a:pPr>
                      <a:r>
                        <a:rPr lang="en-US" sz="1600" b="0" i="0" u="none" strike="noStrike" kern="1200" baseline="0" dirty="0">
                          <a:solidFill>
                            <a:schemeClr val="bg1">
                              <a:lumMod val="50000"/>
                            </a:schemeClr>
                          </a:solidFill>
                          <a:effectLst/>
                          <a:latin typeface="Calibri"/>
                          <a:ea typeface="Tahoma" pitchFamily="34" charset="0"/>
                          <a:cs typeface="Tahoma" pitchFamily="34" charset="0"/>
                        </a:rPr>
                        <a:t>Broker OCR</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r>
                        <a:rPr kumimoji="0" lang="en-US" sz="1400" b="1" i="0" u="none" strike="noStrike" kern="1200" cap="none" normalizeH="0" baseline="0" dirty="0">
                          <a:ln>
                            <a:noFill/>
                          </a:ln>
                          <a:solidFill>
                            <a:schemeClr val="tx1"/>
                          </a:solidFill>
                          <a:effectLst/>
                          <a:latin typeface="Arial" pitchFamily="34" charset="0"/>
                          <a:ea typeface="+mn-ea"/>
                          <a:cs typeface="+mn-cs"/>
                          <a:hlinkClick r:id="rId8"/>
                        </a:rPr>
                        <a:t>Link</a:t>
                      </a:r>
                      <a:endParaRPr kumimoji="0" lang="en-US" sz="1400" b="1" i="0" u="none" strike="noStrike" kern="1200" cap="none" normalizeH="0" baseline="0" dirty="0">
                        <a:ln>
                          <a:noFill/>
                        </a:ln>
                        <a:solidFill>
                          <a:schemeClr val="tx1"/>
                        </a:solidFill>
                        <a:effectLst/>
                        <a:latin typeface="Arial" pitchFamily="34" charset="0"/>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2400"/>
                        </a:lnSpc>
                        <a:spcBef>
                          <a:spcPct val="20000"/>
                        </a:spcBef>
                        <a:spcAft>
                          <a:spcPct val="0"/>
                        </a:spcAft>
                        <a:buClrTx/>
                        <a:buSzTx/>
                        <a:buFontTx/>
                        <a:buNone/>
                        <a:tabLst/>
                        <a:defRPr/>
                      </a:pPr>
                      <a:r>
                        <a:rPr kumimoji="0" lang="es-ES_tradnl" sz="1400" b="0" i="0" u="none" strike="noStrike" cap="none" normalizeH="0" baseline="0" dirty="0">
                          <a:ln>
                            <a:noFill/>
                          </a:ln>
                          <a:solidFill>
                            <a:schemeClr val="tx1"/>
                          </a:solidFill>
                          <a:effectLst/>
                          <a:latin typeface="Arial" charset="0"/>
                        </a:rPr>
                        <a:t>Santander Tecnología</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26763481"/>
                  </a:ext>
                </a:extLst>
              </a:tr>
              <a:tr h="510475">
                <a:tc>
                  <a:txBody>
                    <a:bodyPr/>
                    <a:lstStyle/>
                    <a:p>
                      <a:pPr marL="0" marR="0" lvl="0" indent="0" algn="ctr" defTabSz="914400" rtl="0" eaLnBrk="1" fontAlgn="base" latinLnBrk="0" hangingPunct="1">
                        <a:lnSpc>
                          <a:spcPts val="2400"/>
                        </a:lnSpc>
                        <a:spcBef>
                          <a:spcPct val="20000"/>
                        </a:spcBef>
                        <a:spcAft>
                          <a:spcPct val="0"/>
                        </a:spcAft>
                        <a:buClrTx/>
                        <a:buSzTx/>
                        <a:buFontTx/>
                        <a:buNone/>
                        <a:tabLst/>
                        <a:defRPr/>
                      </a:pPr>
                      <a:r>
                        <a:rPr kumimoji="0" lang="en-US" sz="1400" b="1" i="0" u="none" strike="noStrike" kern="1200" cap="none" normalizeH="0" baseline="0" dirty="0">
                          <a:ln>
                            <a:noFill/>
                          </a:ln>
                          <a:solidFill>
                            <a:schemeClr val="tx1"/>
                          </a:solidFill>
                          <a:effectLst/>
                          <a:latin typeface="Arial" pitchFamily="34" charset="0"/>
                          <a:ea typeface="+mn-ea"/>
                          <a:cs typeface="+mn-cs"/>
                        </a:rPr>
                        <a:t>[REF – 13]</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t" latinLnBrk="0" hangingPunct="1">
                        <a:lnSpc>
                          <a:spcPct val="100000"/>
                        </a:lnSpc>
                        <a:spcBef>
                          <a:spcPts val="0"/>
                        </a:spcBef>
                        <a:spcAft>
                          <a:spcPts val="0"/>
                        </a:spcAft>
                        <a:buClrTx/>
                        <a:buSzTx/>
                        <a:buFontTx/>
                        <a:buNone/>
                        <a:tabLst/>
                        <a:defRPr/>
                      </a:pPr>
                      <a:r>
                        <a:rPr lang="en-US" sz="1600" b="0" i="0" u="none" strike="noStrike" kern="1200" baseline="0" dirty="0" err="1">
                          <a:solidFill>
                            <a:schemeClr val="bg1">
                              <a:lumMod val="50000"/>
                            </a:schemeClr>
                          </a:solidFill>
                          <a:effectLst/>
                          <a:latin typeface="Calibri"/>
                          <a:ea typeface="Tahoma" pitchFamily="34" charset="0"/>
                          <a:cs typeface="Tahoma" pitchFamily="34" charset="0"/>
                        </a:rPr>
                        <a:t>Tesis</a:t>
                      </a:r>
                      <a:r>
                        <a:rPr lang="en-US" sz="1600" b="0" i="0" u="none" strike="noStrike" kern="1200" baseline="0" dirty="0">
                          <a:solidFill>
                            <a:schemeClr val="bg1">
                              <a:lumMod val="50000"/>
                            </a:schemeClr>
                          </a:solidFill>
                          <a:effectLst/>
                          <a:latin typeface="Calibri"/>
                          <a:ea typeface="Tahoma" pitchFamily="34" charset="0"/>
                          <a:cs typeface="Tahoma" pitchFamily="34" charset="0"/>
                        </a:rPr>
                        <a:t> Plataforma Omnicanal Onboarding </a:t>
                      </a:r>
                      <a:r>
                        <a:rPr lang="en-US" sz="1600" b="0" i="0" u="none" strike="noStrike" kern="1200" baseline="0" dirty="0" err="1">
                          <a:solidFill>
                            <a:schemeClr val="bg1">
                              <a:lumMod val="50000"/>
                            </a:schemeClr>
                          </a:solidFill>
                          <a:effectLst/>
                          <a:latin typeface="Calibri"/>
                          <a:ea typeface="Tahoma" pitchFamily="34" charset="0"/>
                          <a:cs typeface="Tahoma" pitchFamily="34" charset="0"/>
                        </a:rPr>
                        <a:t>Clientes</a:t>
                      </a:r>
                      <a:endParaRPr lang="en-US" sz="1600" b="0" i="0" u="none" strike="noStrike" kern="1200" baseline="0" dirty="0">
                        <a:solidFill>
                          <a:schemeClr val="bg1">
                            <a:lumMod val="50000"/>
                          </a:schemeClr>
                        </a:solidFill>
                        <a:effectLst/>
                        <a:latin typeface="Calibri"/>
                        <a:ea typeface="Tahoma" pitchFamily="34" charset="0"/>
                        <a:cs typeface="Tahoma" pitchFamily="34" charset="0"/>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2400"/>
                        </a:lnSpc>
                        <a:spcBef>
                          <a:spcPct val="20000"/>
                        </a:spcBef>
                        <a:spcAft>
                          <a:spcPct val="0"/>
                        </a:spcAft>
                        <a:buClrTx/>
                        <a:buSzTx/>
                        <a:buFontTx/>
                        <a:buNone/>
                        <a:tabLst/>
                      </a:pPr>
                      <a:endParaRPr kumimoji="0" lang="en-US" sz="1400" b="1" i="0" u="none" strike="noStrike" kern="1200" cap="none" normalizeH="0" baseline="0" dirty="0">
                        <a:ln>
                          <a:noFill/>
                        </a:ln>
                        <a:solidFill>
                          <a:schemeClr val="tx1"/>
                        </a:solidFill>
                        <a:effectLst/>
                        <a:latin typeface="Arial" pitchFamily="34" charset="0"/>
                        <a:ea typeface="+mn-ea"/>
                        <a:cs typeface="+mn-cs"/>
                      </a:endParaRP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2400"/>
                        </a:lnSpc>
                        <a:spcBef>
                          <a:spcPct val="20000"/>
                        </a:spcBef>
                        <a:spcAft>
                          <a:spcPct val="0"/>
                        </a:spcAft>
                        <a:buClrTx/>
                        <a:buSzTx/>
                        <a:buFontTx/>
                        <a:buNone/>
                        <a:tabLst/>
                        <a:defRPr/>
                      </a:pPr>
                      <a:r>
                        <a:rPr kumimoji="0" lang="es-ES_tradnl" sz="1400" b="0" i="0" u="none" strike="noStrike" cap="none" normalizeH="0" baseline="0" dirty="0">
                          <a:ln>
                            <a:noFill/>
                          </a:ln>
                          <a:solidFill>
                            <a:schemeClr val="tx1"/>
                          </a:solidFill>
                          <a:effectLst/>
                          <a:latin typeface="Arial" charset="0"/>
                        </a:rPr>
                        <a:t>Arquitectura Dominios</a:t>
                      </a:r>
                    </a:p>
                  </a:txBody>
                  <a:tcPr marL="71993" marR="71993" marT="71929" marB="719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64571837"/>
                  </a:ext>
                </a:extLst>
              </a:tr>
            </a:tbl>
          </a:graphicData>
        </a:graphic>
      </p:graphicFrame>
      <p:sp>
        <p:nvSpPr>
          <p:cNvPr id="7" name="Marcador de texto 1">
            <a:extLst>
              <a:ext uri="{FF2B5EF4-FFF2-40B4-BE49-F238E27FC236}">
                <a16:creationId xmlns:a16="http://schemas.microsoft.com/office/drawing/2014/main" id="{A93F12C2-64DF-4164-9447-E522C842B2B8}"/>
              </a:ext>
            </a:extLst>
          </p:cNvPr>
          <p:cNvSpPr>
            <a:spLocks noGrp="1"/>
          </p:cNvSpPr>
          <p:nvPr>
            <p:ph type="body" sz="quarter" idx="4294967295"/>
          </p:nvPr>
        </p:nvSpPr>
        <p:spPr>
          <a:xfrm>
            <a:off x="653140" y="406116"/>
            <a:ext cx="10833365" cy="341135"/>
          </a:xfrm>
        </p:spPr>
        <p:txBody>
          <a:bodyPr vert="horz" lIns="91440" tIns="45720" rIns="91440" bIns="45720" rtlCol="0">
            <a:noAutofit/>
          </a:bodyPr>
          <a:lstStyle/>
          <a:p>
            <a:pPr marL="0" indent="0">
              <a:buNone/>
            </a:pPr>
            <a:r>
              <a:rPr lang="es-ES" sz="1800" b="1" dirty="0">
                <a:solidFill>
                  <a:srgbClr val="EB0000"/>
                </a:solidFill>
                <a:ea typeface="Segoe UI" panose="020B0502040204020203" pitchFamily="34" charset="0"/>
                <a:cs typeface="Segoe UI" panose="020B0502040204020203" pitchFamily="34" charset="0"/>
              </a:rPr>
              <a:t>Referencias</a:t>
            </a:r>
          </a:p>
        </p:txBody>
      </p:sp>
      <p:sp>
        <p:nvSpPr>
          <p:cNvPr id="8" name="Marcador de texto 2">
            <a:extLst>
              <a:ext uri="{FF2B5EF4-FFF2-40B4-BE49-F238E27FC236}">
                <a16:creationId xmlns:a16="http://schemas.microsoft.com/office/drawing/2014/main" id="{8C22E9A8-5CF6-4CDA-9704-7DC4C7B9A18C}"/>
              </a:ext>
            </a:extLst>
          </p:cNvPr>
          <p:cNvSpPr>
            <a:spLocks noGrp="1"/>
          </p:cNvSpPr>
          <p:nvPr>
            <p:ph type="body" idx="13"/>
          </p:nvPr>
        </p:nvSpPr>
        <p:spPr>
          <a:xfrm>
            <a:off x="653141" y="747251"/>
            <a:ext cx="11027582" cy="276627"/>
          </a:xfrm>
        </p:spPr>
        <p:txBody>
          <a:bodyPr>
            <a:noAutofit/>
          </a:bodyPr>
          <a:lstStyle/>
          <a:p>
            <a:r>
              <a:rPr lang="es-ES" sz="1400" dirty="0"/>
              <a:t>Documentos Referenciados</a:t>
            </a:r>
          </a:p>
        </p:txBody>
      </p:sp>
      <p:graphicFrame>
        <p:nvGraphicFramePr>
          <p:cNvPr id="2" name="Objeto 1">
            <a:hlinkClick r:id="" action="ppaction://ole?verb=0"/>
            <a:extLst>
              <a:ext uri="{FF2B5EF4-FFF2-40B4-BE49-F238E27FC236}">
                <a16:creationId xmlns:a16="http://schemas.microsoft.com/office/drawing/2014/main" id="{C81F682D-47D0-49FD-BCAD-D1768ECE0E4C}"/>
              </a:ext>
            </a:extLst>
          </p:cNvPr>
          <p:cNvGraphicFramePr>
            <a:graphicFrameLocks noChangeAspect="1"/>
          </p:cNvGraphicFramePr>
          <p:nvPr>
            <p:extLst>
              <p:ext uri="{D42A27DB-BD31-4B8C-83A1-F6EECF244321}">
                <p14:modId xmlns:p14="http://schemas.microsoft.com/office/powerpoint/2010/main" val="227776527"/>
              </p:ext>
            </p:extLst>
          </p:nvPr>
        </p:nvGraphicFramePr>
        <p:xfrm>
          <a:off x="7192032" y="5162854"/>
          <a:ext cx="623327" cy="540000"/>
        </p:xfrm>
        <a:graphic>
          <a:graphicData uri="http://schemas.openxmlformats.org/presentationml/2006/ole">
            <mc:AlternateContent xmlns:mc="http://schemas.openxmlformats.org/markup-compatibility/2006">
              <mc:Choice xmlns:v="urn:schemas-microsoft-com:vml" Requires="v">
                <p:oleObj spid="_x0000_s2052" name="Presentation" showAsIcon="1" r:id="rId9" imgW="914233" imgH="792396" progId="PowerPoint.Show.12">
                  <p:embed/>
                </p:oleObj>
              </mc:Choice>
              <mc:Fallback>
                <p:oleObj name="Presentation" showAsIcon="1" r:id="rId9" imgW="914233" imgH="792396" progId="PowerPoint.Show.12">
                  <p:embed/>
                  <p:pic>
                    <p:nvPicPr>
                      <p:cNvPr id="2" name="Objeto 1">
                        <a:hlinkClick r:id="" action="ppaction://ole?verb=0"/>
                        <a:extLst>
                          <a:ext uri="{FF2B5EF4-FFF2-40B4-BE49-F238E27FC236}">
                            <a16:creationId xmlns:a16="http://schemas.microsoft.com/office/drawing/2014/main" id="{C81F682D-47D0-49FD-BCAD-D1768ECE0E4C}"/>
                          </a:ext>
                        </a:extLst>
                      </p:cNvPr>
                      <p:cNvPicPr/>
                      <p:nvPr/>
                    </p:nvPicPr>
                    <p:blipFill>
                      <a:blip r:embed="rId10"/>
                      <a:stretch>
                        <a:fillRect/>
                      </a:stretch>
                    </p:blipFill>
                    <p:spPr>
                      <a:xfrm>
                        <a:off x="7192032" y="5162854"/>
                        <a:ext cx="623327" cy="540000"/>
                      </a:xfrm>
                      <a:prstGeom prst="rect">
                        <a:avLst/>
                      </a:prstGeom>
                    </p:spPr>
                  </p:pic>
                </p:oleObj>
              </mc:Fallback>
            </mc:AlternateContent>
          </a:graphicData>
        </a:graphic>
      </p:graphicFrame>
    </p:spTree>
    <p:extLst>
      <p:ext uri="{BB962C8B-B14F-4D97-AF65-F5344CB8AC3E}">
        <p14:creationId xmlns:p14="http://schemas.microsoft.com/office/powerpoint/2010/main" val="9442410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66EF84CC-FBE6-4927-A2EF-CB4E6E916B49}"/>
              </a:ext>
            </a:extLst>
          </p:cNvPr>
          <p:cNvSpPr txBox="1">
            <a:spLocks/>
          </p:cNvSpPr>
          <p:nvPr/>
        </p:nvSpPr>
        <p:spPr>
          <a:xfrm>
            <a:off x="722518" y="626373"/>
            <a:ext cx="5449681" cy="2852737"/>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kern="1200">
                <a:solidFill>
                  <a:schemeClr val="accent1"/>
                </a:solidFill>
                <a:latin typeface="+mj-lt"/>
                <a:ea typeface="+mj-ea"/>
                <a:cs typeface="+mj-cs"/>
              </a:defRPr>
            </a:lvl1pPr>
          </a:lstStyle>
          <a:p>
            <a:r>
              <a:rPr lang="es-ES" dirty="0">
                <a:solidFill>
                  <a:srgbClr val="EB0000"/>
                </a:solidFill>
                <a:ea typeface="Segoe UI" panose="020B0502040204020203" pitchFamily="34" charset="0"/>
                <a:cs typeface="Segoe UI" panose="020B0502040204020203" pitchFamily="34" charset="0"/>
              </a:rPr>
              <a:t>Contactos</a:t>
            </a:r>
          </a:p>
          <a:p>
            <a:endParaRPr lang="es-ES" dirty="0"/>
          </a:p>
        </p:txBody>
      </p:sp>
      <p:sp>
        <p:nvSpPr>
          <p:cNvPr id="5" name="Marcador de texto 3">
            <a:extLst>
              <a:ext uri="{FF2B5EF4-FFF2-40B4-BE49-F238E27FC236}">
                <a16:creationId xmlns:a16="http://schemas.microsoft.com/office/drawing/2014/main" id="{880C3E36-5432-4A4C-887F-1DAAFADAF1A3}"/>
              </a:ext>
            </a:extLst>
          </p:cNvPr>
          <p:cNvSpPr>
            <a:spLocks noGrp="1"/>
          </p:cNvSpPr>
          <p:nvPr>
            <p:ph type="body" sz="quarter" idx="14"/>
          </p:nvPr>
        </p:nvSpPr>
        <p:spPr>
          <a:xfrm>
            <a:off x="8945217" y="3270526"/>
            <a:ext cx="2958754" cy="2364961"/>
          </a:xfrm>
        </p:spPr>
        <p:txBody>
          <a:bodyPr>
            <a:normAutofit lnSpcReduction="10000"/>
          </a:bodyPr>
          <a:lstStyle/>
          <a:p>
            <a:r>
              <a:rPr lang="es-ES" dirty="0"/>
              <a:t>09</a:t>
            </a:r>
          </a:p>
        </p:txBody>
      </p:sp>
    </p:spTree>
    <p:extLst>
      <p:ext uri="{BB962C8B-B14F-4D97-AF65-F5344CB8AC3E}">
        <p14:creationId xmlns:p14="http://schemas.microsoft.com/office/powerpoint/2010/main" val="3308909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Group 52"/>
          <p:cNvGraphicFramePr>
            <a:graphicFrameLocks/>
          </p:cNvGraphicFramePr>
          <p:nvPr>
            <p:extLst>
              <p:ext uri="{D42A27DB-BD31-4B8C-83A1-F6EECF244321}">
                <p14:modId xmlns:p14="http://schemas.microsoft.com/office/powerpoint/2010/main" val="2594983713"/>
              </p:ext>
            </p:extLst>
          </p:nvPr>
        </p:nvGraphicFramePr>
        <p:xfrm>
          <a:off x="882578" y="747251"/>
          <a:ext cx="10374487" cy="3423543"/>
        </p:xfrm>
        <a:graphic>
          <a:graphicData uri="http://schemas.openxmlformats.org/drawingml/2006/table">
            <a:tbl>
              <a:tblPr/>
              <a:tblGrid>
                <a:gridCol w="2763477">
                  <a:extLst>
                    <a:ext uri="{9D8B030D-6E8A-4147-A177-3AD203B41FA5}">
                      <a16:colId xmlns:a16="http://schemas.microsoft.com/office/drawing/2014/main" val="20000"/>
                    </a:ext>
                  </a:extLst>
                </a:gridCol>
                <a:gridCol w="1468199">
                  <a:extLst>
                    <a:ext uri="{9D8B030D-6E8A-4147-A177-3AD203B41FA5}">
                      <a16:colId xmlns:a16="http://schemas.microsoft.com/office/drawing/2014/main" val="20001"/>
                    </a:ext>
                  </a:extLst>
                </a:gridCol>
                <a:gridCol w="3392046">
                  <a:extLst>
                    <a:ext uri="{9D8B030D-6E8A-4147-A177-3AD203B41FA5}">
                      <a16:colId xmlns:a16="http://schemas.microsoft.com/office/drawing/2014/main" val="20002"/>
                    </a:ext>
                  </a:extLst>
                </a:gridCol>
                <a:gridCol w="2750765">
                  <a:extLst>
                    <a:ext uri="{9D8B030D-6E8A-4147-A177-3AD203B41FA5}">
                      <a16:colId xmlns:a16="http://schemas.microsoft.com/office/drawing/2014/main" val="20003"/>
                    </a:ext>
                  </a:extLst>
                </a:gridCol>
              </a:tblGrid>
              <a:tr h="410151">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es-ES_tradnl" sz="1400" b="1" i="0" u="none" strike="noStrike" cap="none" normalizeH="0" baseline="0" dirty="0">
                          <a:ln>
                            <a:noFill/>
                          </a:ln>
                          <a:solidFill>
                            <a:schemeClr val="bg1"/>
                          </a:solidFill>
                          <a:effectLst/>
                          <a:latin typeface="Arial" charset="0"/>
                        </a:rPr>
                        <a:t>Nombre</a:t>
                      </a:r>
                    </a:p>
                  </a:txBody>
                  <a:tcPr marL="76196" marR="76196" marT="77970" marB="7797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B0000"/>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es-ES_tradnl" sz="1400" b="1" i="0" u="none" strike="noStrike" cap="none" normalizeH="0" baseline="0" dirty="0">
                          <a:ln>
                            <a:noFill/>
                          </a:ln>
                          <a:solidFill>
                            <a:schemeClr val="bg1"/>
                          </a:solidFill>
                          <a:effectLst/>
                          <a:latin typeface="Arial" charset="0"/>
                        </a:rPr>
                        <a:t>Teléfono</a:t>
                      </a:r>
                      <a:endParaRPr kumimoji="0" lang="es-ES_tradnl" sz="1400" b="1" i="0" u="none" strike="noStrike" cap="none" normalizeH="0" baseline="0" dirty="0">
                        <a:ln>
                          <a:noFill/>
                        </a:ln>
                        <a:solidFill>
                          <a:schemeClr val="bg1"/>
                        </a:solidFill>
                        <a:effectLst/>
                        <a:latin typeface="Times New Roman" pitchFamily="18" charset="0"/>
                      </a:endParaRPr>
                    </a:p>
                  </a:txBody>
                  <a:tcPr marL="76196" marR="76196" marT="77970" marB="7797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B0000"/>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es-ES_tradnl" sz="1400" b="1" i="0" u="none" strike="noStrike" cap="none" normalizeH="0" baseline="0" dirty="0">
                          <a:ln>
                            <a:noFill/>
                          </a:ln>
                          <a:solidFill>
                            <a:schemeClr val="bg1"/>
                          </a:solidFill>
                          <a:effectLst/>
                          <a:latin typeface="Arial" charset="0"/>
                        </a:rPr>
                        <a:t>Correo</a:t>
                      </a:r>
                    </a:p>
                  </a:txBody>
                  <a:tcPr marL="76196" marR="76196" marT="77970" marB="7797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B0000"/>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es-ES_tradnl" sz="1400" b="1" i="0" u="none" strike="noStrike" cap="none" normalizeH="0" baseline="0" dirty="0">
                          <a:ln>
                            <a:noFill/>
                          </a:ln>
                          <a:solidFill>
                            <a:schemeClr val="bg1"/>
                          </a:solidFill>
                          <a:effectLst/>
                          <a:latin typeface="Arial" charset="0"/>
                        </a:rPr>
                        <a:t>Rol/Departamento</a:t>
                      </a:r>
                      <a:endParaRPr kumimoji="0" lang="es-ES_tradnl" sz="1400" b="1" i="0" u="none" strike="noStrike" cap="none" normalizeH="0" baseline="0" dirty="0">
                        <a:ln>
                          <a:noFill/>
                        </a:ln>
                        <a:solidFill>
                          <a:schemeClr val="bg1"/>
                        </a:solidFill>
                        <a:effectLst/>
                        <a:latin typeface="Times New Roman" pitchFamily="18" charset="0"/>
                      </a:endParaRPr>
                    </a:p>
                  </a:txBody>
                  <a:tcPr marL="76196" marR="76196" marT="77970" marB="7797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B0000"/>
                    </a:solidFill>
                  </a:tcPr>
                </a:tc>
                <a:extLst>
                  <a:ext uri="{0D108BD9-81ED-4DB2-BD59-A6C34878D82A}">
                    <a16:rowId xmlns:a16="http://schemas.microsoft.com/office/drawing/2014/main" val="10000"/>
                  </a:ext>
                </a:extLst>
              </a:tr>
              <a:tr h="371691">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r>
                        <a:rPr kumimoji="0" lang="es-ES" sz="1600" b="0" i="0" u="none" strike="noStrike" kern="1200" cap="none" normalizeH="0" baseline="0" dirty="0">
                          <a:ln>
                            <a:noFill/>
                          </a:ln>
                          <a:solidFill>
                            <a:schemeClr val="tx1"/>
                          </a:solidFill>
                          <a:effectLst/>
                          <a:latin typeface="Arial cuerpo"/>
                          <a:ea typeface="+mn-ea"/>
                          <a:cs typeface="+mn-cs"/>
                        </a:rPr>
                        <a:t>Jorge Ruiz Morán</a:t>
                      </a:r>
                      <a:endParaRPr kumimoji="0" lang="es-ES_tradnl" sz="1600" b="0" i="0" u="none" strike="noStrike" kern="1200" cap="none" normalizeH="0" baseline="0" dirty="0">
                        <a:ln>
                          <a:noFill/>
                        </a:ln>
                        <a:solidFill>
                          <a:schemeClr val="tx1"/>
                        </a:solidFill>
                        <a:effectLst/>
                        <a:latin typeface="Arial cuerpo"/>
                        <a:ea typeface="+mn-ea"/>
                        <a:cs typeface="+mn-cs"/>
                      </a:endParaRPr>
                    </a:p>
                  </a:txBody>
                  <a:tcPr marL="76196" marR="76196" marT="77970" marB="779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kumimoji="0" lang="es-ES" sz="1600" b="0" i="0" u="none" strike="noStrike" kern="1200" cap="none" normalizeH="0" baseline="0" dirty="0">
                        <a:ln>
                          <a:noFill/>
                        </a:ln>
                        <a:solidFill>
                          <a:schemeClr val="tx1"/>
                        </a:solidFill>
                        <a:effectLst/>
                        <a:latin typeface="Arial cuerpo"/>
                        <a:ea typeface="+mn-ea"/>
                        <a:cs typeface="+mn-cs"/>
                      </a:endParaRPr>
                    </a:p>
                  </a:txBody>
                  <a:tcPr marL="76196" marR="76196" marT="77970" marB="779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r>
                        <a:rPr kumimoji="0" lang="es-ES" sz="1600" b="0" i="0" u="none" strike="noStrike" kern="1200" cap="none" normalizeH="0" baseline="0" dirty="0">
                          <a:ln>
                            <a:noFill/>
                          </a:ln>
                          <a:solidFill>
                            <a:schemeClr val="tx1"/>
                          </a:solidFill>
                          <a:effectLst/>
                          <a:latin typeface="Arial" charset="0"/>
                          <a:ea typeface="+mn-ea"/>
                          <a:cs typeface="+mn-cs"/>
                        </a:rPr>
                        <a:t>Jorgealberto.ruiz@gruposantander.es</a:t>
                      </a:r>
                    </a:p>
                  </a:txBody>
                  <a:tcPr marL="76196" marR="76196" marT="77970" marB="779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r>
                        <a:rPr kumimoji="0" lang="es-ES" sz="1600" b="0" i="0" u="none" strike="noStrike" kern="1200" cap="none" normalizeH="0" baseline="0" dirty="0" err="1">
                          <a:ln>
                            <a:noFill/>
                          </a:ln>
                          <a:solidFill>
                            <a:schemeClr val="tx1"/>
                          </a:solidFill>
                          <a:effectLst/>
                          <a:latin typeface="Arial cuerpo"/>
                          <a:ea typeface="+mn-ea"/>
                          <a:cs typeface="+mn-cs"/>
                        </a:rPr>
                        <a:t>Everyday</a:t>
                      </a:r>
                      <a:r>
                        <a:rPr kumimoji="0" lang="es-ES" sz="1600" b="0" i="0" u="none" strike="noStrike" kern="1200" cap="none" normalizeH="0" baseline="0" dirty="0">
                          <a:ln>
                            <a:noFill/>
                          </a:ln>
                          <a:solidFill>
                            <a:schemeClr val="tx1"/>
                          </a:solidFill>
                          <a:effectLst/>
                          <a:latin typeface="Arial cuerpo"/>
                          <a:ea typeface="+mn-ea"/>
                          <a:cs typeface="+mn-cs"/>
                        </a:rPr>
                        <a:t> </a:t>
                      </a:r>
                      <a:r>
                        <a:rPr kumimoji="0" lang="es-ES" sz="1600" b="0" i="0" u="none" strike="noStrike" kern="1200" cap="none" normalizeH="0" baseline="0" dirty="0" err="1">
                          <a:ln>
                            <a:noFill/>
                          </a:ln>
                          <a:solidFill>
                            <a:schemeClr val="tx1"/>
                          </a:solidFill>
                          <a:effectLst/>
                          <a:latin typeface="Arial cuerpo"/>
                          <a:ea typeface="+mn-ea"/>
                          <a:cs typeface="+mn-cs"/>
                        </a:rPr>
                        <a:t>Banking</a:t>
                      </a:r>
                      <a:endParaRPr kumimoji="0" lang="es-ES" sz="1600" b="0" i="0" u="none" strike="noStrike" kern="1200" cap="none" normalizeH="0" baseline="0" dirty="0">
                        <a:ln>
                          <a:noFill/>
                        </a:ln>
                        <a:solidFill>
                          <a:schemeClr val="tx1"/>
                        </a:solidFill>
                        <a:effectLst/>
                        <a:latin typeface="Arial cuerpo"/>
                        <a:ea typeface="+mn-ea"/>
                        <a:cs typeface="+mn-cs"/>
                      </a:endParaRPr>
                    </a:p>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kumimoji="0" lang="es-ES" sz="1600" b="0" i="0" u="none" strike="noStrike" kern="1200" cap="none" normalizeH="0" baseline="0" dirty="0">
                        <a:ln>
                          <a:noFill/>
                        </a:ln>
                        <a:solidFill>
                          <a:schemeClr val="tx1"/>
                        </a:solidFill>
                        <a:effectLst/>
                        <a:latin typeface="Arial cuerpo"/>
                        <a:ea typeface="+mn-ea"/>
                        <a:cs typeface="+mn-cs"/>
                      </a:endParaRPr>
                    </a:p>
                  </a:txBody>
                  <a:tcPr marL="76196" marR="76196" marT="77970" marB="779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1691">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r>
                        <a:rPr kumimoji="0" lang="es-ES_tradnl" sz="1600" b="0" i="0" u="none" strike="noStrike" kern="1200" cap="none" normalizeH="0" baseline="0" dirty="0">
                          <a:ln>
                            <a:noFill/>
                          </a:ln>
                          <a:solidFill>
                            <a:schemeClr val="tx1"/>
                          </a:solidFill>
                          <a:effectLst/>
                          <a:latin typeface="Arial cuerpo"/>
                          <a:ea typeface="+mn-ea"/>
                          <a:cs typeface="+mn-cs"/>
                        </a:rPr>
                        <a:t>Juan Angel Plaza Lorente</a:t>
                      </a:r>
                    </a:p>
                  </a:txBody>
                  <a:tcPr marL="76196" marR="76196" marT="77970" marB="7797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kumimoji="0" lang="es-ES" sz="1600" b="0" i="0" u="none" strike="noStrike" kern="1200" cap="none" normalizeH="0" baseline="0" dirty="0">
                        <a:ln>
                          <a:noFill/>
                        </a:ln>
                        <a:solidFill>
                          <a:schemeClr val="tx1"/>
                        </a:solidFill>
                        <a:effectLst/>
                        <a:latin typeface="Arial cuerpo"/>
                        <a:ea typeface="+mn-ea"/>
                        <a:cs typeface="+mn-cs"/>
                      </a:endParaRPr>
                    </a:p>
                  </a:txBody>
                  <a:tcPr marL="76196" marR="76196" marT="77970" marB="779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lang="es-ES" sz="1800" u="sng" kern="1200" dirty="0">
                          <a:solidFill>
                            <a:schemeClr val="tx1"/>
                          </a:solidFill>
                          <a:effectLst/>
                          <a:latin typeface="+mn-lt"/>
                          <a:ea typeface="+mn-ea"/>
                          <a:cs typeface="+mn-cs"/>
                          <a:hlinkClick r:id="rId2"/>
                        </a:rPr>
                        <a:t>JUANAN.PLAZA@servexternos.gruposantander.es</a:t>
                      </a:r>
                      <a:endParaRPr kumimoji="0" lang="it-IT" sz="1600" b="0" i="0" u="none" strike="noStrike" kern="1200" cap="none" normalizeH="0" baseline="0" dirty="0">
                        <a:ln>
                          <a:noFill/>
                        </a:ln>
                        <a:solidFill>
                          <a:schemeClr val="tx1"/>
                        </a:solidFill>
                        <a:effectLst/>
                        <a:latin typeface="Arial cuerpo"/>
                        <a:ea typeface="+mn-ea"/>
                        <a:cs typeface="+mn-cs"/>
                      </a:endParaRPr>
                    </a:p>
                  </a:txBody>
                  <a:tcPr marL="76196" marR="76196" marT="77970" marB="779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r>
                        <a:rPr kumimoji="0" lang="es-ES" sz="1600" b="0" i="0" u="none" strike="noStrike" kern="1200" cap="none" normalizeH="0" baseline="0" dirty="0">
                          <a:ln>
                            <a:noFill/>
                          </a:ln>
                          <a:solidFill>
                            <a:schemeClr val="tx1"/>
                          </a:solidFill>
                          <a:effectLst/>
                          <a:latin typeface="Arial cuerpo"/>
                          <a:ea typeface="+mn-ea"/>
                          <a:cs typeface="+mn-cs"/>
                        </a:rPr>
                        <a:t>Área </a:t>
                      </a:r>
                      <a:r>
                        <a:rPr kumimoji="0" lang="es-ES" sz="1600" b="0" i="0" u="none" strike="noStrike" kern="1200" cap="none" normalizeH="0" baseline="0" dirty="0" err="1">
                          <a:ln>
                            <a:noFill/>
                          </a:ln>
                          <a:solidFill>
                            <a:schemeClr val="tx1"/>
                          </a:solidFill>
                          <a:effectLst/>
                          <a:latin typeface="Arial cuerpo"/>
                          <a:ea typeface="+mn-ea"/>
                          <a:cs typeface="+mn-cs"/>
                        </a:rPr>
                        <a:t>antander</a:t>
                      </a:r>
                      <a:r>
                        <a:rPr kumimoji="0" lang="es-ES" sz="1600" b="0" i="0" u="none" strike="noStrike" kern="1200" cap="none" normalizeH="0" baseline="0" dirty="0">
                          <a:ln>
                            <a:noFill/>
                          </a:ln>
                          <a:solidFill>
                            <a:schemeClr val="tx1"/>
                          </a:solidFill>
                          <a:effectLst/>
                          <a:latin typeface="Arial cuerpo"/>
                          <a:ea typeface="+mn-ea"/>
                          <a:cs typeface="+mn-cs"/>
                        </a:rPr>
                        <a:t> Digital de Santander T&amp;O</a:t>
                      </a:r>
                    </a:p>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kumimoji="0" lang="es-ES" sz="1600" b="0" i="0" u="none" strike="noStrike" kern="1200" cap="none" normalizeH="0" baseline="0" dirty="0">
                        <a:ln>
                          <a:noFill/>
                        </a:ln>
                        <a:solidFill>
                          <a:schemeClr val="tx1"/>
                        </a:solidFill>
                        <a:effectLst/>
                        <a:latin typeface="Arial cuerpo"/>
                        <a:ea typeface="+mn-ea"/>
                        <a:cs typeface="+mn-cs"/>
                      </a:endParaRPr>
                    </a:p>
                  </a:txBody>
                  <a:tcPr marL="76196" marR="76196" marT="77970" marB="7797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23616928"/>
                  </a:ext>
                </a:extLst>
              </a:tr>
              <a:tr h="371691">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r>
                        <a:rPr kumimoji="0" lang="it-IT" sz="1600" b="0" i="0" u="none" strike="noStrike" kern="1200" cap="none" normalizeH="0" baseline="0" dirty="0">
                          <a:ln>
                            <a:noFill/>
                          </a:ln>
                          <a:solidFill>
                            <a:schemeClr val="tx1"/>
                          </a:solidFill>
                          <a:effectLst/>
                          <a:latin typeface="Arial cuerpo"/>
                          <a:ea typeface="+mn-ea"/>
                          <a:cs typeface="+mn-cs"/>
                        </a:rPr>
                        <a:t>Manuel Gonzalez Lopez</a:t>
                      </a:r>
                      <a:endParaRPr kumimoji="0" lang="es-ES_tradnl" sz="1600" b="0" i="0" u="none" strike="noStrike" kern="1200" cap="none" normalizeH="0" baseline="0" dirty="0">
                        <a:ln>
                          <a:noFill/>
                        </a:ln>
                        <a:solidFill>
                          <a:schemeClr val="tx1"/>
                        </a:solidFill>
                        <a:effectLst/>
                        <a:latin typeface="Arial cuerpo"/>
                        <a:ea typeface="+mn-ea"/>
                        <a:cs typeface="+mn-cs"/>
                      </a:endParaRPr>
                    </a:p>
                  </a:txBody>
                  <a:tcPr marL="76196" marR="76196" marT="77970" marB="7797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kumimoji="0" lang="es-ES" sz="1600" b="0" i="0" u="none" strike="noStrike" kern="1200" cap="none" normalizeH="0" baseline="0" dirty="0">
                        <a:ln>
                          <a:noFill/>
                        </a:ln>
                        <a:solidFill>
                          <a:schemeClr val="tx1"/>
                        </a:solidFill>
                        <a:effectLst/>
                        <a:latin typeface="Arial cuerpo"/>
                        <a:ea typeface="+mn-ea"/>
                        <a:cs typeface="+mn-cs"/>
                      </a:endParaRPr>
                    </a:p>
                  </a:txBody>
                  <a:tcPr marL="76196" marR="76196" marT="77970" marB="779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kumimoji="0" lang="it-IT" sz="1600" b="0" i="0" u="none" strike="noStrike" kern="1200" cap="none" normalizeH="0" baseline="0" dirty="0">
                          <a:ln>
                            <a:noFill/>
                          </a:ln>
                          <a:solidFill>
                            <a:schemeClr val="tx1"/>
                          </a:solidFill>
                          <a:effectLst/>
                          <a:latin typeface="Arial cuerpo"/>
                          <a:ea typeface="+mn-ea"/>
                          <a:cs typeface="+mn-cs"/>
                          <a:hlinkClick r:id="rId3"/>
                        </a:rPr>
                        <a:t>Manuel.gonzalezlopez@servexternos.gruposantander.es</a:t>
                      </a:r>
                      <a:endParaRPr kumimoji="0" lang="it-IT" sz="1600" b="0" i="0" u="none" strike="noStrike" kern="1200" cap="none" normalizeH="0" baseline="0" dirty="0">
                        <a:ln>
                          <a:noFill/>
                        </a:ln>
                        <a:solidFill>
                          <a:schemeClr val="tx1"/>
                        </a:solidFill>
                        <a:effectLst/>
                        <a:latin typeface="Arial cuerpo"/>
                        <a:ea typeface="+mn-ea"/>
                        <a:cs typeface="+mn-cs"/>
                      </a:endParaRPr>
                    </a:p>
                  </a:txBody>
                  <a:tcPr marL="76196" marR="76196" marT="77970" marB="779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r>
                        <a:rPr kumimoji="0" lang="es-ES" sz="1600" b="0" i="0" u="none" strike="noStrike" kern="1200" cap="none" normalizeH="0" baseline="0" dirty="0">
                          <a:ln>
                            <a:noFill/>
                          </a:ln>
                          <a:solidFill>
                            <a:schemeClr val="tx1"/>
                          </a:solidFill>
                          <a:effectLst/>
                          <a:latin typeface="Arial cuerpo"/>
                          <a:ea typeface="+mn-ea"/>
                          <a:cs typeface="+mn-cs"/>
                        </a:rPr>
                        <a:t>Santander T&amp;O</a:t>
                      </a:r>
                    </a:p>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r>
                        <a:rPr kumimoji="0" lang="es-ES_tradnl" sz="1600" b="0" i="0" u="none" strike="noStrike" kern="1200" cap="none" normalizeH="0" baseline="0" dirty="0">
                          <a:ln>
                            <a:noFill/>
                          </a:ln>
                          <a:solidFill>
                            <a:schemeClr val="tx1"/>
                          </a:solidFill>
                          <a:effectLst/>
                          <a:latin typeface="Arial cuerpo"/>
                          <a:ea typeface="+mn-ea"/>
                          <a:cs typeface="+mn-cs"/>
                        </a:rPr>
                        <a:t>Arquitectura Técnica</a:t>
                      </a:r>
                    </a:p>
                  </a:txBody>
                  <a:tcPr marL="76196" marR="76196" marT="77970" marB="7797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51941208"/>
                  </a:ext>
                </a:extLst>
              </a:tr>
              <a:tr h="371691">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r>
                        <a:rPr kumimoji="0" lang="es-ES_tradnl" sz="1600" b="0" i="0" u="none" strike="noStrike" kern="1200" cap="none" normalizeH="0" baseline="0" dirty="0">
                          <a:ln>
                            <a:noFill/>
                          </a:ln>
                          <a:solidFill>
                            <a:schemeClr val="tx1"/>
                          </a:solidFill>
                          <a:effectLst/>
                          <a:latin typeface="Arial cuerpo"/>
                          <a:ea typeface="+mn-ea"/>
                          <a:cs typeface="+mn-cs"/>
                        </a:rPr>
                        <a:t>Francisco Javier Bustos Rodriguez </a:t>
                      </a:r>
                    </a:p>
                  </a:txBody>
                  <a:tcPr marL="76196" marR="76196" marT="77970" marB="779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kumimoji="0" lang="es-ES" sz="1600" b="0" i="0" u="none" strike="noStrike" kern="1200" cap="none" normalizeH="0" baseline="0" dirty="0">
                        <a:ln>
                          <a:noFill/>
                        </a:ln>
                        <a:solidFill>
                          <a:schemeClr val="tx1"/>
                        </a:solidFill>
                        <a:effectLst/>
                        <a:latin typeface="Arial cuerpo"/>
                        <a:ea typeface="+mn-ea"/>
                        <a:cs typeface="+mn-cs"/>
                      </a:endParaRPr>
                    </a:p>
                  </a:txBody>
                  <a:tcPr marL="76196" marR="76196" marT="77970" marB="779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kumimoji="0" lang="es-ES_tradnl" sz="1600" b="0" i="0" u="none" strike="noStrike" cap="none" normalizeH="0" baseline="0" dirty="0">
                          <a:ln>
                            <a:noFill/>
                          </a:ln>
                          <a:solidFill>
                            <a:schemeClr val="tx1"/>
                          </a:solidFill>
                          <a:effectLst/>
                          <a:latin typeface="Arial cuerpo"/>
                        </a:rPr>
                        <a:t>francisco.bustos@servexternos.gruposantander.es</a:t>
                      </a:r>
                    </a:p>
                  </a:txBody>
                  <a:tcPr marL="76196" marR="76196" marT="77970" marB="779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r>
                        <a:rPr kumimoji="0" lang="es-ES" sz="1600" b="0" i="0" u="none" strike="noStrike" kern="1200" cap="none" normalizeH="0" baseline="0" dirty="0">
                          <a:ln>
                            <a:noFill/>
                          </a:ln>
                          <a:solidFill>
                            <a:schemeClr val="tx1"/>
                          </a:solidFill>
                          <a:effectLst/>
                          <a:latin typeface="Arial cuerpo"/>
                          <a:ea typeface="+mn-ea"/>
                          <a:cs typeface="+mn-cs"/>
                        </a:rPr>
                        <a:t>Santander T&amp;O</a:t>
                      </a:r>
                    </a:p>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r>
                        <a:rPr kumimoji="0" lang="es-ES_tradnl" sz="1600" b="0" i="0" u="none" strike="noStrike" kern="1200" cap="none" normalizeH="0" baseline="0" dirty="0">
                          <a:ln>
                            <a:noFill/>
                          </a:ln>
                          <a:solidFill>
                            <a:schemeClr val="tx1"/>
                          </a:solidFill>
                          <a:effectLst/>
                          <a:latin typeface="Arial cuerpo"/>
                          <a:ea typeface="+mn-ea"/>
                          <a:cs typeface="+mn-cs"/>
                        </a:rPr>
                        <a:t>Arquitectura de Dominios</a:t>
                      </a:r>
                    </a:p>
                  </a:txBody>
                  <a:tcPr marL="76196" marR="76196" marT="77970" marB="7797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37661053"/>
                  </a:ext>
                </a:extLst>
              </a:tr>
            </a:tbl>
          </a:graphicData>
        </a:graphic>
      </p:graphicFrame>
      <p:sp>
        <p:nvSpPr>
          <p:cNvPr id="9" name="Marcador de texto 1">
            <a:extLst>
              <a:ext uri="{FF2B5EF4-FFF2-40B4-BE49-F238E27FC236}">
                <a16:creationId xmlns:a16="http://schemas.microsoft.com/office/drawing/2014/main" id="{62D3A145-A08E-4D34-983F-C73FD8ED5260}"/>
              </a:ext>
            </a:extLst>
          </p:cNvPr>
          <p:cNvSpPr txBox="1">
            <a:spLocks/>
          </p:cNvSpPr>
          <p:nvPr/>
        </p:nvSpPr>
        <p:spPr>
          <a:xfrm>
            <a:off x="653140" y="406116"/>
            <a:ext cx="10833365" cy="3411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cuerpo"/>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cuerpo"/>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cuerpo"/>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cuerpo"/>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Font typeface="Arial" panose="020B0604020202020204" pitchFamily="34" charset="0"/>
              <a:buNone/>
            </a:pPr>
            <a:r>
              <a:rPr lang="es-ES" sz="1800" b="1" dirty="0">
                <a:solidFill>
                  <a:srgbClr val="EB0000"/>
                </a:solidFill>
                <a:ea typeface="Segoe UI" panose="020B0502040204020203" pitchFamily="34" charset="0"/>
                <a:cs typeface="Segoe UI" panose="020B0502040204020203" pitchFamily="34" charset="0"/>
              </a:rPr>
              <a:t>Contactos</a:t>
            </a:r>
          </a:p>
          <a:p>
            <a:pPr marL="0" indent="0">
              <a:spcBef>
                <a:spcPts val="300"/>
              </a:spcBef>
              <a:buFont typeface="Arial" panose="020B0604020202020204" pitchFamily="34" charset="0"/>
              <a:buNone/>
            </a:pPr>
            <a:endParaRPr lang="es-ES" sz="1800" b="1" dirty="0">
              <a:solidFill>
                <a:srgbClr val="EB0000"/>
              </a:solidFill>
              <a:ea typeface="Segoe UI" panose="020B0502040204020203" pitchFamily="34" charset="0"/>
              <a:cs typeface="Segoe UI" panose="020B0502040204020203" pitchFamily="34" charset="0"/>
            </a:endParaRPr>
          </a:p>
          <a:p>
            <a:pPr marL="0" indent="0">
              <a:spcBef>
                <a:spcPts val="300"/>
              </a:spcBef>
              <a:buFont typeface="Arial" panose="020B0604020202020204" pitchFamily="34" charset="0"/>
              <a:buNone/>
            </a:pPr>
            <a:r>
              <a:rPr lang="es-ES" sz="1800" b="1" dirty="0">
                <a:solidFill>
                  <a:srgbClr val="EB0000"/>
                </a:solidFill>
                <a:ea typeface="Segoe UI" panose="020B0502040204020203" pitchFamily="34" charset="0"/>
                <a:cs typeface="Segoe UI" panose="020B0502040204020203" pitchFamily="34" charset="0"/>
              </a:rPr>
              <a:t> </a:t>
            </a:r>
          </a:p>
        </p:txBody>
      </p:sp>
    </p:spTree>
    <p:extLst>
      <p:ext uri="{BB962C8B-B14F-4D97-AF65-F5344CB8AC3E}">
        <p14:creationId xmlns:p14="http://schemas.microsoft.com/office/powerpoint/2010/main" val="33286523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099805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sLGQk0LqmEaW_CxwCKg4tg"/>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sLGQk0LqmEaW_CxwCKg4t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sLGQk0LqmEaW_CxwCKg4tg"/>
</p:tagLst>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a d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ema de Office">
  <a:themeElements>
    <a:clrScheme name="Personalizado 3">
      <a:dk1>
        <a:sysClr val="windowText" lastClr="000000"/>
      </a:dk1>
      <a:lt1>
        <a:sysClr val="window" lastClr="FFFFFF"/>
      </a:lt1>
      <a:dk2>
        <a:srgbClr val="6E7678"/>
      </a:dk2>
      <a:lt2>
        <a:srgbClr val="E7E6E6"/>
      </a:lt2>
      <a:accent1>
        <a:srgbClr val="EB0000"/>
      </a:accent1>
      <a:accent2>
        <a:srgbClr val="DEEDF1"/>
      </a:accent2>
      <a:accent3>
        <a:srgbClr val="9D3566"/>
      </a:accent3>
      <a:accent4>
        <a:srgbClr val="62B967"/>
      </a:accent4>
      <a:accent5>
        <a:srgbClr val="1AB2BB"/>
      </a:accent5>
      <a:accent6>
        <a:srgbClr val="FFCB32"/>
      </a:accent6>
      <a:hlink>
        <a:srgbClr val="3265FF"/>
      </a:hlink>
      <a:folHlink>
        <a:srgbClr val="954F72"/>
      </a:folHlink>
    </a:clrScheme>
    <a:fontScheme name="Personalizado 66">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F942D4D8301C144BA3C26023788172C" ma:contentTypeVersion="16" ma:contentTypeDescription="Create a new document." ma:contentTypeScope="" ma:versionID="9562ee7c5e04bff6bc1af8f9a24b7444">
  <xsd:schema xmlns:xsd="http://www.w3.org/2001/XMLSchema" xmlns:xs="http://www.w3.org/2001/XMLSchema" xmlns:p="http://schemas.microsoft.com/office/2006/metadata/properties" xmlns:ns1="http://schemas.microsoft.com/sharepoint/v3" xmlns:ns3="8b9a787d-a241-40d4-91ea-f77e5e7ed189" xmlns:ns4="d0287c1c-f49f-4510-ae8e-0de89c8f72b2" targetNamespace="http://schemas.microsoft.com/office/2006/metadata/properties" ma:root="true" ma:fieldsID="aaf41157d65b0e8fce96fcc8b9ef72bb" ns1:_="" ns3:_="" ns4:_="">
    <xsd:import namespace="http://schemas.microsoft.com/sharepoint/v3"/>
    <xsd:import namespace="8b9a787d-a241-40d4-91ea-f77e5e7ed189"/>
    <xsd:import namespace="d0287c1c-f49f-4510-ae8e-0de89c8f72b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4:SharedWithUsers" minOccurs="0"/>
                <xsd:element ref="ns4:SharedWithDetails" minOccurs="0"/>
                <xsd:element ref="ns4:SharingHintHash" minOccurs="0"/>
                <xsd:element ref="ns3:MediaServiceAutoKeyPoints" minOccurs="0"/>
                <xsd:element ref="ns3:MediaServiceKeyPoints" minOccurs="0"/>
                <xsd:element ref="ns3:MediaLengthInSecond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xsd:simpleType>
        <xsd:restriction base="dms:Note"/>
      </xsd:simpleType>
    </xsd:element>
    <xsd:element name="_ip_UnifiedCompliancePolicyUIAction" ma:index="2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b9a787d-a241-40d4-91ea-f77e5e7ed1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0287c1c-f49f-4510-ae8e-0de89c8f72b2"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1A17328-B5E7-40FE-9B44-624C81E61F50}">
  <ds:schemaRefs>
    <ds:schemaRef ds:uri="http://schemas.microsoft.com/sharepoint/v3/contenttype/forms"/>
  </ds:schemaRefs>
</ds:datastoreItem>
</file>

<file path=customXml/itemProps2.xml><?xml version="1.0" encoding="utf-8"?>
<ds:datastoreItem xmlns:ds="http://schemas.openxmlformats.org/officeDocument/2006/customXml" ds:itemID="{054DAE1F-F1F3-401D-BA93-C9379AAB3D68}">
  <ds:schemaRefs>
    <ds:schemaRef ds:uri="http://schemas.microsoft.com/office/2006/metadata/properties"/>
    <ds:schemaRef ds:uri="http://purl.org/dc/terms/"/>
    <ds:schemaRef ds:uri="http://schemas.microsoft.com/sharepoint/v3"/>
    <ds:schemaRef ds:uri="http://schemas.microsoft.com/office/2006/documentManagement/types"/>
    <ds:schemaRef ds:uri="8b9a787d-a241-40d4-91ea-f77e5e7ed189"/>
    <ds:schemaRef ds:uri="http://purl.org/dc/elements/1.1/"/>
    <ds:schemaRef ds:uri="http://schemas.microsoft.com/office/infopath/2007/PartnerControls"/>
    <ds:schemaRef ds:uri="http://schemas.openxmlformats.org/package/2006/metadata/core-properties"/>
    <ds:schemaRef ds:uri="d0287c1c-f49f-4510-ae8e-0de89c8f72b2"/>
    <ds:schemaRef ds:uri="http://www.w3.org/XML/1998/namespace"/>
    <ds:schemaRef ds:uri="http://purl.org/dc/dcmitype/"/>
  </ds:schemaRefs>
</ds:datastoreItem>
</file>

<file path=customXml/itemProps3.xml><?xml version="1.0" encoding="utf-8"?>
<ds:datastoreItem xmlns:ds="http://schemas.openxmlformats.org/officeDocument/2006/customXml" ds:itemID="{A09DCDC1-6B24-4930-8587-4D3A9C9491A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8b9a787d-a241-40d4-91ea-f77e5e7ed189"/>
    <ds:schemaRef ds:uri="d0287c1c-f49f-4510-ae8e-0de89c8f72b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21561</TotalTime>
  <Words>8724</Words>
  <Application>Microsoft Office PowerPoint</Application>
  <PresentationFormat>Panorámica</PresentationFormat>
  <Paragraphs>2007</Paragraphs>
  <Slides>65</Slides>
  <Notes>24</Notes>
  <HiddenSlides>0</HiddenSlides>
  <MMClips>0</MMClips>
  <ScaleCrop>false</ScaleCrop>
  <HeadingPairs>
    <vt:vector size="8" baseType="variant">
      <vt:variant>
        <vt:lpstr>Fuentes usadas</vt:lpstr>
      </vt:variant>
      <vt:variant>
        <vt:i4>13</vt:i4>
      </vt:variant>
      <vt:variant>
        <vt:lpstr>Tema</vt:lpstr>
      </vt:variant>
      <vt:variant>
        <vt:i4>2</vt:i4>
      </vt:variant>
      <vt:variant>
        <vt:lpstr>Servidores OLE incrustados</vt:lpstr>
      </vt:variant>
      <vt:variant>
        <vt:i4>1</vt:i4>
      </vt:variant>
      <vt:variant>
        <vt:lpstr>Títulos de diapositiva</vt:lpstr>
      </vt:variant>
      <vt:variant>
        <vt:i4>65</vt:i4>
      </vt:variant>
    </vt:vector>
  </HeadingPairs>
  <TitlesOfParts>
    <vt:vector size="81" baseType="lpstr">
      <vt:lpstr>Arial</vt:lpstr>
      <vt:lpstr>Arial cuerpo</vt:lpstr>
      <vt:lpstr>Arial Rounded MT Bold</vt:lpstr>
      <vt:lpstr>Calibri</vt:lpstr>
      <vt:lpstr>Calibri Light</vt:lpstr>
      <vt:lpstr>Gadugi</vt:lpstr>
      <vt:lpstr>Santander Text</vt:lpstr>
      <vt:lpstr>Segoe UI</vt:lpstr>
      <vt:lpstr>Symbol</vt:lpstr>
      <vt:lpstr>Times</vt:lpstr>
      <vt:lpstr>Times New Roman</vt:lpstr>
      <vt:lpstr>Verdana</vt:lpstr>
      <vt:lpstr>Wingdings</vt:lpstr>
      <vt:lpstr>Tema de Office</vt:lpstr>
      <vt:lpstr>1_Tema de Office</vt:lpstr>
      <vt:lpstr>Presentation</vt:lpstr>
      <vt:lpstr>DS Hágase Cliente 2.0</vt:lpstr>
      <vt:lpstr>Presentación de PowerPoint</vt:lpstr>
      <vt:lpstr>Presentación de PowerPoint</vt:lpstr>
      <vt:lpstr>Presentación de PowerPoint</vt:lpstr>
      <vt:lpstr>Contenido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PARTE VI – Modelo de Servicios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ireguera@gruposantander.com</dc:creator>
  <cp:lastModifiedBy>Manuel Gonzalez Lopez</cp:lastModifiedBy>
  <cp:revision>2141</cp:revision>
  <cp:lastPrinted>2019-09-30T13:03:33Z</cp:lastPrinted>
  <dcterms:created xsi:type="dcterms:W3CDTF">2015-04-28T11:25:12Z</dcterms:created>
  <dcterms:modified xsi:type="dcterms:W3CDTF">2022-06-27T09:16:08Z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0x0101000F942D4D8301C144BA3C26023788172C</vt:lpwstr>
  </property>
  <property fmtid="{D5CDD505-2E9C-101B-9397-08002B2CF9AE}" pid="3" name="Subgrupo de plantilla">
    <vt:lpwstr>2 - Ingeniería del SW</vt:lpwstr>
  </property>
  <property fmtid="{D5CDD505-2E9C-101B-9397-08002B2CF9AE}" pid="4" name="Grupo de plantilla">
    <vt:lpwstr>2 - Delivery Tradicional</vt:lpwstr>
  </property>
  <property fmtid="{D5CDD505-2E9C-101B-9397-08002B2CF9AE}" pid="5" name="MSIP_Label_0c2abd79-57a9-4473-8700-c843f76a1e37_Enabled">
    <vt:lpwstr>true</vt:lpwstr>
  </property>
  <property fmtid="{D5CDD505-2E9C-101B-9397-08002B2CF9AE}" pid="6" name="MSIP_Label_0c2abd79-57a9-4473-8700-c843f76a1e37_SetDate">
    <vt:lpwstr>2022-06-23T08:05:41Z</vt:lpwstr>
  </property>
  <property fmtid="{D5CDD505-2E9C-101B-9397-08002B2CF9AE}" pid="7" name="MSIP_Label_0c2abd79-57a9-4473-8700-c843f76a1e37_Method">
    <vt:lpwstr>Privileged</vt:lpwstr>
  </property>
  <property fmtid="{D5CDD505-2E9C-101B-9397-08002B2CF9AE}" pid="8" name="MSIP_Label_0c2abd79-57a9-4473-8700-c843f76a1e37_Name">
    <vt:lpwstr>Internal</vt:lpwstr>
  </property>
  <property fmtid="{D5CDD505-2E9C-101B-9397-08002B2CF9AE}" pid="9" name="MSIP_Label_0c2abd79-57a9-4473-8700-c843f76a1e37_SiteId">
    <vt:lpwstr>35595a02-4d6d-44ac-99e1-f9ab4cd872db</vt:lpwstr>
  </property>
  <property fmtid="{D5CDD505-2E9C-101B-9397-08002B2CF9AE}" pid="10" name="MSIP_Label_0c2abd79-57a9-4473-8700-c843f76a1e37_ActionId">
    <vt:lpwstr>dff4ff19-648e-40da-92ea-e7b67a9a1772</vt:lpwstr>
  </property>
  <property fmtid="{D5CDD505-2E9C-101B-9397-08002B2CF9AE}" pid="11" name="MSIP_Label_0c2abd79-57a9-4473-8700-c843f76a1e37_ContentBits">
    <vt:lpwstr>0</vt:lpwstr>
  </property>
</Properties>
</file>